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Lst>
  <p:notesMasterIdLst>
    <p:notesMasterId r:id="rId24"/>
  </p:notesMasterIdLst>
  <p:sldIdLst>
    <p:sldId id="3383" r:id="rId3"/>
    <p:sldId id="3541" r:id="rId4"/>
    <p:sldId id="259" r:id="rId5"/>
    <p:sldId id="3519" r:id="rId6"/>
    <p:sldId id="286" r:id="rId7"/>
    <p:sldId id="292" r:id="rId8"/>
    <p:sldId id="285" r:id="rId9"/>
    <p:sldId id="3557" r:id="rId10"/>
    <p:sldId id="296" r:id="rId11"/>
    <p:sldId id="293" r:id="rId12"/>
    <p:sldId id="3555" r:id="rId13"/>
    <p:sldId id="3558" r:id="rId14"/>
    <p:sldId id="3518" r:id="rId15"/>
    <p:sldId id="3526" r:id="rId16"/>
    <p:sldId id="3539" r:id="rId17"/>
    <p:sldId id="3559" r:id="rId18"/>
    <p:sldId id="3418" r:id="rId19"/>
    <p:sldId id="3414" r:id="rId20"/>
    <p:sldId id="3409" r:id="rId21"/>
    <p:sldId id="3556" r:id="rId22"/>
    <p:sldId id="3586" r:id="rId23"/>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19" userDrawn="1">
          <p15:clr>
            <a:srgbClr val="A4A3A4"/>
          </p15:clr>
        </p15:guide>
        <p15:guide id="2" pos="3840" userDrawn="1">
          <p15:clr>
            <a:srgbClr val="A4A3A4"/>
          </p15:clr>
        </p15:guide>
        <p15:guide id="3" pos="416" userDrawn="1">
          <p15:clr>
            <a:srgbClr val="A4A3A4"/>
          </p15:clr>
        </p15:guide>
        <p15:guide id="4" pos="7242" userDrawn="1">
          <p15:clr>
            <a:srgbClr val="A4A3A4"/>
          </p15:clr>
        </p15:guide>
        <p15:guide id="5" orient="horz" pos="686" userDrawn="1">
          <p15:clr>
            <a:srgbClr val="A4A3A4"/>
          </p15:clr>
        </p15:guide>
        <p15:guide id="7" orient="horz" pos="3884" userDrawn="1">
          <p15:clr>
            <a:srgbClr val="A4A3A4"/>
          </p15:clr>
        </p15:guide>
        <p15:guide id="8" orient="horz" pos="383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06" autoAdjust="0"/>
    <p:restoredTop sz="96331" autoAdjust="0"/>
  </p:normalViewPr>
  <p:slideViewPr>
    <p:cSldViewPr snapToGrid="0" showGuides="1">
      <p:cViewPr>
        <p:scale>
          <a:sx n="90" d="100"/>
          <a:sy n="90" d="100"/>
        </p:scale>
        <p:origin x="1644" y="600"/>
      </p:cViewPr>
      <p:guideLst>
        <p:guide orient="horz" pos="2319"/>
        <p:guide pos="3840"/>
        <p:guide pos="416"/>
        <p:guide pos="7242"/>
        <p:guide orient="horz" pos="686"/>
        <p:guide orient="horz" pos="3884"/>
        <p:guide orient="horz" pos="3838"/>
      </p:guideLst>
    </p:cSldViewPr>
  </p:slideViewPr>
  <p:notesTextViewPr>
    <p:cViewPr>
      <p:scale>
        <a:sx n="1" d="1"/>
        <a:sy n="1" d="1"/>
      </p:scale>
      <p:origin x="0" y="0"/>
    </p:cViewPr>
  </p:notesTextViewPr>
  <p:sorterViewPr>
    <p:cViewPr varScale="1">
      <p:scale>
        <a:sx n="1" d="1"/>
        <a:sy n="1" d="1"/>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思源黑体 CN Regular" panose="020B0500000000000000" pitchFamily="34" charset="-122"/>
                <a:ea typeface="思源黑体 CN Regular" panose="020B0500000000000000" pitchFamily="34" charset="-122"/>
                <a:cs typeface="+mn-cs"/>
                <a:sym typeface="思源黑体 CN Regular" panose="020B0500000000000000" pitchFamily="34" charset="-122"/>
              </a:defRPr>
            </a:pPr>
            <a:r>
              <a:rPr lang="zh-CN" altLang="en-US" dirty="0">
                <a:latin typeface="微软雅黑" panose="020B0503020204020204" pitchFamily="34" charset="-122"/>
                <a:ea typeface="微软雅黑" panose="020B0503020204020204" pitchFamily="34" charset="-122"/>
              </a:rPr>
              <a:t>图表标题</a:t>
            </a:r>
          </a:p>
        </c:rich>
      </c:tx>
      <c:overlay val="0"/>
      <c:spPr>
        <a:noFill/>
        <a:ln>
          <a:noFill/>
        </a:ln>
        <a:effectLst/>
      </c:spPr>
      <c:txPr>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思源黑体 CN Regular" panose="020B0500000000000000" pitchFamily="34" charset="-122"/>
              <a:ea typeface="思源黑体 CN Regular" panose="020B0500000000000000" pitchFamily="34" charset="-122"/>
              <a:cs typeface="+mn-cs"/>
              <a:sym typeface="思源黑体 CN Regular" panose="020B0500000000000000" pitchFamily="34" charset="-122"/>
            </a:defRPr>
          </a:pPr>
          <a:endParaRPr lang="zh-CN"/>
        </a:p>
      </c:txPr>
    </c:title>
    <c:autoTitleDeleted val="0"/>
    <c:plotArea>
      <c:layout/>
      <c:barChart>
        <c:barDir val="bar"/>
        <c:grouping val="clustered"/>
        <c:varyColors val="0"/>
        <c:ser>
          <c:idx val="0"/>
          <c:order val="0"/>
          <c:tx>
            <c:strRef>
              <c:f>Sheet1!$B$1</c:f>
              <c:strCache>
                <c:ptCount val="1"/>
                <c:pt idx="0">
                  <c:v>系列 1</c:v>
                </c:pt>
              </c:strCache>
            </c:strRef>
          </c:tx>
          <c:spPr>
            <a:solidFill>
              <a:schemeClr val="tx1">
                <a:lumMod val="50000"/>
                <a:lumOff val="50000"/>
              </a:schemeClr>
            </a:solidFill>
            <a:ln>
              <a:noFill/>
            </a:ln>
            <a:effectLst/>
          </c:spPr>
          <c:invertIfNegative val="0"/>
          <c:cat>
            <c:strRef>
              <c:f>Sheet1!$A$2:$A$5</c:f>
              <c:strCache>
                <c:ptCount val="4"/>
                <c:pt idx="0">
                  <c:v>类别1</c:v>
                </c:pt>
                <c:pt idx="1">
                  <c:v>类别2</c:v>
                </c:pt>
                <c:pt idx="2">
                  <c:v>类别3</c:v>
                </c:pt>
                <c:pt idx="3">
                  <c:v>类别4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7E9-4450-857A-AD7E464CA043}"/>
            </c:ext>
          </c:extLst>
        </c:ser>
        <c:ser>
          <c:idx val="1"/>
          <c:order val="1"/>
          <c:tx>
            <c:strRef>
              <c:f>Sheet1!$C$1</c:f>
              <c:strCache>
                <c:ptCount val="1"/>
                <c:pt idx="0">
                  <c:v>系列 2</c:v>
                </c:pt>
              </c:strCache>
            </c:strRef>
          </c:tx>
          <c:spPr>
            <a:solidFill>
              <a:schemeClr val="accent1"/>
            </a:solidFill>
            <a:ln>
              <a:noFill/>
            </a:ln>
            <a:effectLst/>
          </c:spPr>
          <c:invertIfNegative val="0"/>
          <c:cat>
            <c:strRef>
              <c:f>Sheet1!$A$2:$A$5</c:f>
              <c:strCache>
                <c:ptCount val="4"/>
                <c:pt idx="0">
                  <c:v>类别1</c:v>
                </c:pt>
                <c:pt idx="1">
                  <c:v>类别2</c:v>
                </c:pt>
                <c:pt idx="2">
                  <c:v>类别3</c:v>
                </c:pt>
                <c:pt idx="3">
                  <c:v>类别4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7E9-4450-857A-AD7E464CA043}"/>
            </c:ext>
          </c:extLst>
        </c:ser>
        <c:ser>
          <c:idx val="2"/>
          <c:order val="2"/>
          <c:tx>
            <c:strRef>
              <c:f>Sheet1!$D$1</c:f>
              <c:strCache>
                <c:ptCount val="1"/>
                <c:pt idx="0">
                  <c:v>系列 3</c:v>
                </c:pt>
              </c:strCache>
            </c:strRef>
          </c:tx>
          <c:spPr>
            <a:solidFill>
              <a:srgbClr val="7CAEF5"/>
            </a:solidFill>
            <a:ln>
              <a:noFill/>
            </a:ln>
            <a:effectLst/>
          </c:spPr>
          <c:invertIfNegative val="0"/>
          <c:dPt>
            <c:idx val="0"/>
            <c:invertIfNegative val="0"/>
            <c:bubble3D val="0"/>
            <c:spPr>
              <a:solidFill>
                <a:schemeClr val="accent2"/>
              </a:solidFill>
              <a:ln>
                <a:noFill/>
              </a:ln>
              <a:effectLst/>
            </c:spPr>
            <c:extLst>
              <c:ext xmlns:c16="http://schemas.microsoft.com/office/drawing/2014/chart" uri="{C3380CC4-5D6E-409C-BE32-E72D297353CC}">
                <c16:uniqueId val="{00000003-A7E9-4450-857A-AD7E464CA043}"/>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5-A7E9-4450-857A-AD7E464CA043}"/>
              </c:ext>
            </c:extLst>
          </c:dPt>
          <c:dPt>
            <c:idx val="2"/>
            <c:invertIfNegative val="0"/>
            <c:bubble3D val="0"/>
            <c:spPr>
              <a:solidFill>
                <a:schemeClr val="accent2"/>
              </a:solidFill>
              <a:ln>
                <a:noFill/>
              </a:ln>
              <a:effectLst/>
            </c:spPr>
            <c:extLst>
              <c:ext xmlns:c16="http://schemas.microsoft.com/office/drawing/2014/chart" uri="{C3380CC4-5D6E-409C-BE32-E72D297353CC}">
                <c16:uniqueId val="{00000007-A7E9-4450-857A-AD7E464CA043}"/>
              </c:ext>
            </c:extLst>
          </c:dPt>
          <c:dPt>
            <c:idx val="3"/>
            <c:invertIfNegative val="0"/>
            <c:bubble3D val="0"/>
            <c:spPr>
              <a:solidFill>
                <a:schemeClr val="accent2"/>
              </a:solidFill>
              <a:ln>
                <a:noFill/>
              </a:ln>
              <a:effectLst/>
            </c:spPr>
            <c:extLst>
              <c:ext xmlns:c16="http://schemas.microsoft.com/office/drawing/2014/chart" uri="{C3380CC4-5D6E-409C-BE32-E72D297353CC}">
                <c16:uniqueId val="{00000009-A7E9-4450-857A-AD7E464CA043}"/>
              </c:ext>
            </c:extLst>
          </c:dPt>
          <c:cat>
            <c:strRef>
              <c:f>Sheet1!$A$2:$A$5</c:f>
              <c:strCache>
                <c:ptCount val="4"/>
                <c:pt idx="0">
                  <c:v>类别1</c:v>
                </c:pt>
                <c:pt idx="1">
                  <c:v>类别2</c:v>
                </c:pt>
                <c:pt idx="2">
                  <c:v>类别3</c:v>
                </c:pt>
                <c:pt idx="3">
                  <c:v>类别4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A-A7E9-4450-857A-AD7E464CA043}"/>
            </c:ext>
          </c:extLst>
        </c:ser>
        <c:dLbls>
          <c:showLegendKey val="0"/>
          <c:showVal val="0"/>
          <c:showCatName val="0"/>
          <c:showSerName val="0"/>
          <c:showPercent val="0"/>
          <c:showBubbleSize val="0"/>
        </c:dLbls>
        <c:gapWidth val="219"/>
        <c:axId val="224138211"/>
        <c:axId val="141863839"/>
      </c:barChart>
      <c:catAx>
        <c:axId val="224138211"/>
        <c:scaling>
          <c:orientation val="minMax"/>
        </c:scaling>
        <c:delete val="0"/>
        <c:axPos val="l"/>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CN Regular" panose="020B0500000000000000" pitchFamily="34" charset="-122"/>
                <a:ea typeface="思源黑体 CN Regular" panose="020B0500000000000000" pitchFamily="34" charset="-122"/>
                <a:cs typeface="+mn-cs"/>
                <a:sym typeface="思源黑体 CN Regular" panose="020B0500000000000000" pitchFamily="34" charset="-122"/>
              </a:defRPr>
            </a:pPr>
            <a:endParaRPr lang="zh-CN"/>
          </a:p>
        </c:txPr>
        <c:crossAx val="141863839"/>
        <c:crosses val="autoZero"/>
        <c:auto val="0"/>
        <c:lblAlgn val="ctr"/>
        <c:lblOffset val="100"/>
        <c:noMultiLvlLbl val="0"/>
      </c:catAx>
      <c:valAx>
        <c:axId val="14186383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CN Regular" panose="020B0500000000000000" pitchFamily="34" charset="-122"/>
                <a:ea typeface="思源黑体 CN Regular" panose="020B0500000000000000" pitchFamily="34" charset="-122"/>
                <a:cs typeface="+mn-cs"/>
                <a:sym typeface="思源黑体 CN Regular" panose="020B0500000000000000" pitchFamily="34" charset="-122"/>
              </a:defRPr>
            </a:pPr>
            <a:endParaRPr lang="zh-CN"/>
          </a:p>
        </c:txPr>
        <c:crossAx val="2241382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CN Regular" panose="020B0500000000000000" pitchFamily="34" charset="-122"/>
              <a:ea typeface="思源黑体 CN Regular" panose="020B0500000000000000" pitchFamily="34" charset="-122"/>
              <a:cs typeface="+mn-cs"/>
              <a:sym typeface="思源黑体 CN Regular" panose="020B0500000000000000" pitchFamily="34" charset="-122"/>
            </a:defRPr>
          </a:pPr>
          <a:endParaRPr lang="zh-CN"/>
        </a:p>
      </c:txPr>
    </c:legend>
    <c:plotVisOnly val="1"/>
    <c:dispBlanksAs val="gap"/>
    <c:showDLblsOverMax val="0"/>
    <c:extLst>
      <c:ext uri="{0b15fc19-7d7d-44ad-8c2d-2c3a37ce22c3}">
        <chartProps xmlns="https://web.wps.cn/et/2018/main" chartId="{0118298e-b647-4707-97da-e2163f181b20}"/>
      </c:ext>
    </c:extLst>
  </c:chart>
  <c:spPr>
    <a:noFill/>
    <a:ln>
      <a:noFill/>
    </a:ln>
    <a:effectLst/>
  </c:spPr>
  <c:txPr>
    <a:bodyPr/>
    <a:lstStyle/>
    <a:p>
      <a:pPr>
        <a:defRPr lang="zh-CN">
          <a:latin typeface="思源黑体 CN Regular" panose="020B0500000000000000" pitchFamily="34" charset="-122"/>
          <a:ea typeface="思源黑体 CN Regular" panose="020B0500000000000000" pitchFamily="34" charset="-122"/>
          <a:sym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C572D9-9243-45E6-9E22-04DF24F09B71}" type="datetimeFigureOut">
              <a:rPr lang="zh-CN" altLang="en-US" smtClean="0"/>
              <a:t>2026/8/4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F450A-D6BF-4321-B150-FBF957154768}"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a:sym typeface="+mn-ea"/>
              </a:rPr>
              <a:t>模板来自于：</a:t>
            </a:r>
            <a:r>
              <a:rPr lang="en-US" altLang="zh-CN">
                <a:sym typeface="+mn-ea"/>
              </a:rPr>
              <a:t> </a:t>
            </a:r>
            <a:r>
              <a:rPr lang="zh-CN" altLang="en-US">
                <a:sym typeface="+mn-ea"/>
              </a:rPr>
              <a:t>第一</a:t>
            </a:r>
            <a:r>
              <a:rPr lang="en-US" altLang="zh-CN">
                <a:sym typeface="+mn-ea"/>
              </a:rPr>
              <a:t>PPT https://www.1ppt.com/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a:sym typeface="+mn-ea"/>
              </a:rPr>
              <a:t>模板来自于：</a:t>
            </a:r>
            <a:r>
              <a:rPr lang="en-US" altLang="zh-CN">
                <a:sym typeface="+mn-ea"/>
              </a:rPr>
              <a:t> </a:t>
            </a:r>
            <a:r>
              <a:rPr lang="zh-CN" altLang="en-US">
                <a:sym typeface="+mn-ea"/>
              </a:rPr>
              <a:t>第一</a:t>
            </a:r>
            <a:r>
              <a:rPr lang="en-US" altLang="zh-CN">
                <a:sym typeface="+mn-ea"/>
              </a:rPr>
              <a:t>PPT https://www.1ppt.com/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a:sym typeface="+mn-ea"/>
              </a:rPr>
              <a:t>模板来自于：</a:t>
            </a:r>
            <a:r>
              <a:rPr lang="en-US" altLang="zh-CN">
                <a:sym typeface="+mn-ea"/>
              </a:rPr>
              <a:t> </a:t>
            </a:r>
            <a:r>
              <a:rPr lang="zh-CN" altLang="en-US">
                <a:sym typeface="+mn-ea"/>
              </a:rPr>
              <a:t>第一</a:t>
            </a:r>
            <a:r>
              <a:rPr lang="en-US" altLang="zh-CN">
                <a:sym typeface="+mn-ea"/>
              </a:rPr>
              <a:t>PPT https://www.1ppt.com/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a:sym typeface="+mn-ea"/>
              </a:rPr>
              <a:t>模板来自于：</a:t>
            </a:r>
            <a:r>
              <a:rPr lang="en-US" altLang="zh-CN">
                <a:sym typeface="+mn-ea"/>
              </a:rPr>
              <a:t> </a:t>
            </a:r>
            <a:r>
              <a:rPr lang="zh-CN" altLang="en-US">
                <a:sym typeface="+mn-ea"/>
              </a:rPr>
              <a:t>第一</a:t>
            </a:r>
            <a:r>
              <a:rPr lang="en-US" altLang="zh-CN">
                <a:sym typeface="+mn-ea"/>
              </a:rPr>
              <a:t>PPT https://www.1ppt.com/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26E69DD-A578-4ECE-A447-A28D9660A6B8}" type="datetimeFigureOut">
              <a:rPr lang="zh-CN" altLang="en-US" smtClean="0"/>
              <a:t>2026/8/4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DA1FA7A-2577-41F1-8A78-175841609F14}" type="slidenum">
              <a:rPr lang="zh-CN" altLang="en-US" smtClean="0"/>
              <a:t>‹#›</a:t>
            </a:fld>
            <a:endParaRPr lang="zh-CN" altLang="en-US"/>
          </a:p>
        </p:txBody>
      </p:sp>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6E69DD-A578-4ECE-A447-A28D9660A6B8}" type="datetimeFigureOut">
              <a:rPr lang="zh-CN" altLang="en-US" smtClean="0"/>
              <a:t>2026/8/4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DA1FA7A-2577-41F1-8A78-175841609F14}" type="slidenum">
              <a:rPr lang="zh-CN" altLang="en-US" smtClean="0"/>
              <a:t>‹#›</a:t>
            </a:fld>
            <a:endParaRPr lang="zh-CN" altLang="en-US"/>
          </a:p>
        </p:txBody>
      </p:sp>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806460F0-A1E5-4F45-A1EB-CC34A9F89CFF}" type="datetimeFigureOut">
              <a:rPr lang="zh-CN" altLang="en-US" smtClean="0"/>
              <a:t>2026/8/4</a:t>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t>‹#›</a:t>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charset="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9pPr>
          </a:lstStyle>
          <a:p>
            <a:r>
              <a:rPr lang="zh-CN" altLang="en-US"/>
              <a:t>单击此处编辑母版标题样式</a:t>
            </a:r>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charset="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charset="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charset="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9pPr>
          </a:lstStyle>
          <a:p>
            <a:pPr lvl="0"/>
            <a:r>
              <a:rPr lang="zh-CN" altLang="en-US"/>
              <a:t>单击此处编辑母版文本样式</a:t>
            </a:r>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charset="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charset="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charset="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t>‹#›</a:t>
            </a:fld>
            <a:endParaRPr lang="zh-CN" altLang="en-US"/>
          </a:p>
        </p:txBody>
      </p:sp>
    </p:spTree>
  </p:cSld>
  <p:clrMapOvr>
    <a:masterClrMapping/>
  </p:clrMapOvr>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矩形 1"/>
          <p:cNvSpPr/>
          <p:nvPr userDrawn="1"/>
        </p:nvSpPr>
        <p:spPr>
          <a:xfrm>
            <a:off x="361000" y="389467"/>
            <a:ext cx="11492333" cy="6079066"/>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advTm="3000">
    <p:wipe/>
  </p:transition>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6E69DD-A578-4ECE-A447-A28D9660A6B8}" type="datetimeFigureOut">
              <a:rPr lang="zh-CN" altLang="en-US" smtClean="0"/>
              <a:t>2026/8/4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A1FA7A-2577-41F1-8A78-175841609F1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10" Type="http://schemas.openxmlformats.org/officeDocument/2006/relationships/image" Target="../media/image2.png"/><Relationship Id="rId4" Type="http://schemas.openxmlformats.org/officeDocument/2006/relationships/tags" Target="../tags/tag5.xm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3.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24.xml"/><Relationship Id="rId7" Type="http://schemas.openxmlformats.org/officeDocument/2006/relationships/tags" Target="../tags/tag28.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10" Type="http://schemas.openxmlformats.org/officeDocument/2006/relationships/image" Target="../media/image2.png"/><Relationship Id="rId4" Type="http://schemas.openxmlformats.org/officeDocument/2006/relationships/tags" Target="../tags/tag25.xml"/><Relationship Id="rId9" Type="http://schemas.openxmlformats.org/officeDocument/2006/relationships/image" Target="../media/image1.png"/></Relationships>
</file>

<file path=ppt/slides/_rels/slide21.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9.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5.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image" Target="../media/image10.png"/><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404420" y="457200"/>
            <a:ext cx="11413067" cy="594359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PA_矩形 29"/>
          <p:cNvSpPr/>
          <p:nvPr>
            <p:custDataLst>
              <p:tags r:id="rId2"/>
            </p:custDataLst>
          </p:nvPr>
        </p:nvSpPr>
        <p:spPr>
          <a:xfrm>
            <a:off x="2336369" y="2460637"/>
            <a:ext cx="7549170" cy="1107996"/>
          </a:xfrm>
          <a:prstGeom prst="rect">
            <a:avLst/>
          </a:prstGeom>
          <a:ln>
            <a:noFill/>
          </a:ln>
          <a:effectLst/>
        </p:spPr>
        <p:txBody>
          <a:bodyPr wrap="square">
            <a:spAutoFit/>
          </a:bodyPr>
          <a:lstStyle/>
          <a:p>
            <a:pPr algn="dist"/>
            <a:r>
              <a:rPr lang="zh-CN" altLang="en-US" sz="6600" b="1" dirty="0">
                <a:latin typeface="思源宋体 CN Heavy" panose="02020900000000000000" pitchFamily="18" charset="-122"/>
                <a:ea typeface="思源宋体 CN Heavy" panose="02020900000000000000" pitchFamily="18" charset="-122"/>
                <a:cs typeface="Open Sans" panose="020B0606030504020204" pitchFamily="34" charset="0"/>
                <a:sym typeface="Arial" panose="020B0604020202020204"/>
              </a:rPr>
              <a:t>毕业论文答辩模板</a:t>
            </a:r>
          </a:p>
        </p:txBody>
      </p:sp>
      <p:sp>
        <p:nvSpPr>
          <p:cNvPr id="10" name="PA_矩形 29"/>
          <p:cNvSpPr/>
          <p:nvPr>
            <p:custDataLst>
              <p:tags r:id="rId3"/>
            </p:custDataLst>
          </p:nvPr>
        </p:nvSpPr>
        <p:spPr>
          <a:xfrm>
            <a:off x="3883624" y="1853956"/>
            <a:ext cx="4447394" cy="646331"/>
          </a:xfrm>
          <a:prstGeom prst="rect">
            <a:avLst/>
          </a:prstGeom>
          <a:ln>
            <a:noFill/>
          </a:ln>
          <a:effectLst/>
        </p:spPr>
        <p:txBody>
          <a:bodyPr wrap="square">
            <a:spAutoFit/>
          </a:bodyPr>
          <a:lstStyle/>
          <a:p>
            <a:pPr algn="ctr"/>
            <a:r>
              <a:rPr lang="en-US" altLang="zh-CN" sz="3600">
                <a:solidFill>
                  <a:schemeClr val="accent1"/>
                </a:solidFill>
                <a:latin typeface="思源黑体 CN Normal" panose="020B0400000000000000" pitchFamily="34" charset="-122"/>
                <a:ea typeface="思源黑体 CN Normal" panose="020B0400000000000000" pitchFamily="34" charset="-122"/>
                <a:cs typeface="Open Sans" panose="020B0606030504020204" pitchFamily="34" charset="0"/>
                <a:sym typeface="Arial" panose="020B0604020202020204"/>
              </a:rPr>
              <a:t>OFFICE TEMPLATE</a:t>
            </a:r>
            <a:endParaRPr lang="zh-CN" altLang="en-US" sz="2000">
              <a:solidFill>
                <a:schemeClr val="accent1"/>
              </a:solidFill>
              <a:latin typeface="思源黑体 CN Normal" panose="020B0400000000000000" pitchFamily="34" charset="-122"/>
              <a:ea typeface="思源黑体 CN Normal" panose="020B0400000000000000" pitchFamily="34" charset="-122"/>
              <a:cs typeface="Open Sans" panose="020B0606030504020204" pitchFamily="34" charset="0"/>
              <a:sym typeface="Arial" panose="020B0604020202020204"/>
            </a:endParaRPr>
          </a:p>
        </p:txBody>
      </p:sp>
      <p:grpSp>
        <p:nvGrpSpPr>
          <p:cNvPr id="4" name="组合 3"/>
          <p:cNvGrpSpPr/>
          <p:nvPr/>
        </p:nvGrpSpPr>
        <p:grpSpPr>
          <a:xfrm>
            <a:off x="4491075" y="4837834"/>
            <a:ext cx="3232489" cy="373338"/>
            <a:chOff x="3809554" y="5001083"/>
            <a:chExt cx="3232489" cy="373338"/>
          </a:xfrm>
        </p:grpSpPr>
        <p:sp>
          <p:nvSpPr>
            <p:cNvPr id="9" name="PA_圆角矩形 31"/>
            <p:cNvSpPr/>
            <p:nvPr>
              <p:custDataLst>
                <p:tags r:id="rId6"/>
              </p:custDataLst>
            </p:nvPr>
          </p:nvSpPr>
          <p:spPr>
            <a:xfrm>
              <a:off x="3809554" y="5001083"/>
              <a:ext cx="1694572" cy="3733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汇报人：第一</a:t>
              </a:r>
              <a:r>
                <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PPT</a:t>
              </a:r>
            </a:p>
          </p:txBody>
        </p:sp>
        <p:sp>
          <p:nvSpPr>
            <p:cNvPr id="11" name="PA_圆角矩形 31"/>
            <p:cNvSpPr/>
            <p:nvPr>
              <p:custDataLst>
                <p:tags r:id="rId7"/>
              </p:custDataLst>
            </p:nvPr>
          </p:nvSpPr>
          <p:spPr>
            <a:xfrm>
              <a:off x="5431604" y="5001083"/>
              <a:ext cx="1610439" cy="3733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汇报日期：</a:t>
              </a:r>
              <a:r>
                <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202X</a:t>
              </a:r>
            </a:p>
          </p:txBody>
        </p:sp>
      </p:grpSp>
      <p:sp>
        <p:nvSpPr>
          <p:cNvPr id="12" name="文本框 11"/>
          <p:cNvSpPr txBox="1"/>
          <p:nvPr/>
        </p:nvSpPr>
        <p:spPr>
          <a:xfrm>
            <a:off x="2988391" y="4127790"/>
            <a:ext cx="6211260" cy="573811"/>
          </a:xfrm>
          <a:prstGeom prst="rect">
            <a:avLst/>
          </a:prstGeom>
          <a:noFill/>
        </p:spPr>
        <p:txBody>
          <a:bodyPr wrap="square" rtlCol="0">
            <a:spAutoFit/>
          </a:bodyPr>
          <a:lstStyle/>
          <a:p>
            <a:pPr algn="ctr">
              <a:lnSpc>
                <a:spcPct val="150000"/>
              </a:lnSpc>
            </a:pPr>
            <a:r>
              <a:rPr lang="en-US" altLang="zh-CN" sz="1050">
                <a:solidFill>
                  <a:schemeClr val="tx1">
                    <a:lumMod val="50000"/>
                    <a:lumOff val="50000"/>
                  </a:schemeClr>
                </a:solidFill>
                <a:latin typeface="思源黑体 CN Normal" panose="020B0400000000000000" pitchFamily="34" charset="-122"/>
                <a:ea typeface="思源黑体 CN Normal" panose="020B0400000000000000" pitchFamily="34" charset="-122"/>
              </a:rPr>
              <a:t>Click enter replacement text Click enter replacement text Click enter replacement text Click enter replacement text</a:t>
            </a:r>
            <a:endParaRPr lang="zh-CN" altLang="en-US" sz="1050">
              <a:solidFill>
                <a:schemeClr val="tx1">
                  <a:lumMod val="50000"/>
                  <a:lumOff val="50000"/>
                </a:schemeClr>
              </a:solidFill>
              <a:latin typeface="思源黑体 CN Normal" panose="020B0400000000000000" pitchFamily="34" charset="-122"/>
              <a:ea typeface="思源黑体 CN Normal" panose="020B0400000000000000" pitchFamily="34" charset="-122"/>
            </a:endParaRPr>
          </a:p>
        </p:txBody>
      </p:sp>
      <p:sp>
        <p:nvSpPr>
          <p:cNvPr id="13" name="PA-文本框 14"/>
          <p:cNvSpPr txBox="1"/>
          <p:nvPr>
            <p:custDataLst>
              <p:tags r:id="rId4"/>
            </p:custDataLst>
          </p:nvPr>
        </p:nvSpPr>
        <p:spPr>
          <a:xfrm>
            <a:off x="2421035" y="3647547"/>
            <a:ext cx="7366430" cy="307777"/>
          </a:xfrm>
          <a:prstGeom prst="rect">
            <a:avLst/>
          </a:prstGeom>
          <a:solidFill>
            <a:schemeClr val="accent2"/>
          </a:solidFill>
        </p:spPr>
        <p:txBody>
          <a:bodyPr wrap="square" rtlCol="0">
            <a:spAutoFit/>
          </a:bodyPr>
          <a:lstStyle/>
          <a:p>
            <a:pPr algn="dist"/>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开题报告</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论文答辩</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毕业答辩</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毕业论文</a:t>
            </a:r>
          </a:p>
        </p:txBody>
      </p:sp>
      <p:pic>
        <p:nvPicPr>
          <p:cNvPr id="6" name="图片 5"/>
          <p:cNvPicPr>
            <a:picLocks noChangeAspect="1"/>
          </p:cNvPicPr>
          <p:nvPr/>
        </p:nvPicPr>
        <p:blipFill>
          <a:blip r:embed="rId9" cstate="print">
            <a:extLst>
              <a:ext uri="{28A0092B-C50C-407E-A947-70E740481C1C}">
                <a14:useLocalDpi xmlns:a14="http://schemas.microsoft.com/office/drawing/2010/main" val="0"/>
              </a:ext>
            </a:extLst>
          </a:blip>
          <a:srcRect r="46593" b="59420"/>
          <a:stretch>
            <a:fillRect/>
          </a:stretch>
        </p:blipFill>
        <p:spPr>
          <a:xfrm flipH="1">
            <a:off x="6999329" y="0"/>
            <a:ext cx="5192671" cy="2782957"/>
          </a:xfrm>
          <a:prstGeom prst="rect">
            <a:avLst/>
          </a:prstGeom>
        </p:spPr>
      </p:pic>
      <p:pic>
        <p:nvPicPr>
          <p:cNvPr id="14" name="图片 13"/>
          <p:cNvPicPr>
            <a:picLocks noChangeAspect="1"/>
          </p:cNvPicPr>
          <p:nvPr/>
        </p:nvPicPr>
        <p:blipFill>
          <a:blip r:embed="rId10" cstate="print">
            <a:extLst>
              <a:ext uri="{28A0092B-C50C-407E-A947-70E740481C1C}">
                <a14:useLocalDpi xmlns:a14="http://schemas.microsoft.com/office/drawing/2010/main" val="0"/>
              </a:ext>
            </a:extLst>
          </a:blip>
          <a:srcRect l="59291" t="67288"/>
          <a:stretch>
            <a:fillRect/>
          </a:stretch>
        </p:blipFill>
        <p:spPr>
          <a:xfrm flipH="1">
            <a:off x="0" y="4614597"/>
            <a:ext cx="3958038" cy="2243403"/>
          </a:xfrm>
          <a:prstGeom prst="rect">
            <a:avLst/>
          </a:prstGeom>
        </p:spPr>
      </p:pic>
      <p:grpSp>
        <p:nvGrpSpPr>
          <p:cNvPr id="17" name="组合 16"/>
          <p:cNvGrpSpPr/>
          <p:nvPr/>
        </p:nvGrpSpPr>
        <p:grpSpPr>
          <a:xfrm>
            <a:off x="10340676" y="5717262"/>
            <a:ext cx="1178224" cy="307831"/>
            <a:chOff x="665566" y="4782240"/>
            <a:chExt cx="3247783" cy="848538"/>
          </a:xfrm>
        </p:grpSpPr>
        <p:grpSp>
          <p:nvGrpSpPr>
            <p:cNvPr id="18" name="组合 17"/>
            <p:cNvGrpSpPr/>
            <p:nvPr/>
          </p:nvGrpSpPr>
          <p:grpSpPr>
            <a:xfrm>
              <a:off x="665566" y="4782240"/>
              <a:ext cx="848538" cy="848538"/>
              <a:chOff x="809944" y="4637862"/>
              <a:chExt cx="848538" cy="848538"/>
            </a:xfrm>
          </p:grpSpPr>
          <p:grpSp>
            <p:nvGrpSpPr>
              <p:cNvPr id="37" name="Group 20"/>
              <p:cNvGrpSpPr>
                <a:grpSpLocks noChangeAspect="1"/>
              </p:cNvGrpSpPr>
              <p:nvPr/>
            </p:nvGrpSpPr>
            <p:grpSpPr>
              <a:xfrm>
                <a:off x="1090315" y="4865848"/>
                <a:ext cx="287796" cy="392567"/>
                <a:chOff x="2597" y="4163"/>
                <a:chExt cx="217" cy="296"/>
              </a:xfrm>
              <a:solidFill>
                <a:schemeClr val="accent1"/>
              </a:solidFill>
            </p:grpSpPr>
            <p:sp>
              <p:nvSpPr>
                <p:cNvPr id="39" name="Freeform 22"/>
                <p:cNvSpPr>
                  <a:spLocks noEditPoints="1"/>
                </p:cNvSpPr>
                <p:nvPr/>
              </p:nvSpPr>
              <p:spPr bwMode="auto">
                <a:xfrm>
                  <a:off x="2630" y="4163"/>
                  <a:ext cx="151" cy="176"/>
                </a:xfrm>
                <a:custGeom>
                  <a:avLst/>
                  <a:gdLst>
                    <a:gd name="T0" fmla="*/ 410 w 1662"/>
                    <a:gd name="T1" fmla="*/ 645 h 1942"/>
                    <a:gd name="T2" fmla="*/ 309 w 1662"/>
                    <a:gd name="T3" fmla="*/ 847 h 1942"/>
                    <a:gd name="T4" fmla="*/ 255 w 1662"/>
                    <a:gd name="T5" fmla="*/ 1023 h 1942"/>
                    <a:gd name="T6" fmla="*/ 263 w 1662"/>
                    <a:gd name="T7" fmla="*/ 1206 h 1942"/>
                    <a:gd name="T8" fmla="*/ 347 w 1662"/>
                    <a:gd name="T9" fmla="*/ 1429 h 1942"/>
                    <a:gd name="T10" fmla="*/ 476 w 1662"/>
                    <a:gd name="T11" fmla="*/ 1620 h 1942"/>
                    <a:gd name="T12" fmla="*/ 638 w 1662"/>
                    <a:gd name="T13" fmla="*/ 1753 h 1942"/>
                    <a:gd name="T14" fmla="*/ 825 w 1662"/>
                    <a:gd name="T15" fmla="*/ 1803 h 1942"/>
                    <a:gd name="T16" fmla="*/ 1013 w 1662"/>
                    <a:gd name="T17" fmla="*/ 1753 h 1942"/>
                    <a:gd name="T18" fmla="*/ 1176 w 1662"/>
                    <a:gd name="T19" fmla="*/ 1619 h 1942"/>
                    <a:gd name="T20" fmla="*/ 1305 w 1662"/>
                    <a:gd name="T21" fmla="*/ 1428 h 1942"/>
                    <a:gd name="T22" fmla="*/ 1388 w 1662"/>
                    <a:gd name="T23" fmla="*/ 1205 h 1942"/>
                    <a:gd name="T24" fmla="*/ 1418 w 1662"/>
                    <a:gd name="T25" fmla="*/ 974 h 1942"/>
                    <a:gd name="T26" fmla="*/ 1266 w 1662"/>
                    <a:gd name="T27" fmla="*/ 836 h 1942"/>
                    <a:gd name="T28" fmla="*/ 1012 w 1662"/>
                    <a:gd name="T29" fmla="*/ 794 h 1942"/>
                    <a:gd name="T30" fmla="*/ 806 w 1662"/>
                    <a:gd name="T31" fmla="*/ 713 h 1942"/>
                    <a:gd name="T32" fmla="*/ 646 w 1662"/>
                    <a:gd name="T33" fmla="*/ 610 h 1942"/>
                    <a:gd name="T34" fmla="*/ 526 w 1662"/>
                    <a:gd name="T35" fmla="*/ 499 h 1942"/>
                    <a:gd name="T36" fmla="*/ 944 w 1662"/>
                    <a:gd name="T37" fmla="*/ 23 h 1942"/>
                    <a:gd name="T38" fmla="*/ 1152 w 1662"/>
                    <a:gd name="T39" fmla="*/ 118 h 1942"/>
                    <a:gd name="T40" fmla="*/ 1271 w 1662"/>
                    <a:gd name="T41" fmla="*/ 205 h 1942"/>
                    <a:gd name="T42" fmla="*/ 1388 w 1662"/>
                    <a:gd name="T43" fmla="*/ 323 h 1942"/>
                    <a:gd name="T44" fmla="*/ 1455 w 1662"/>
                    <a:gd name="T45" fmla="*/ 429 h 1942"/>
                    <a:gd name="T46" fmla="*/ 1524 w 1662"/>
                    <a:gd name="T47" fmla="*/ 626 h 1942"/>
                    <a:gd name="T48" fmla="*/ 1555 w 1662"/>
                    <a:gd name="T49" fmla="*/ 892 h 1942"/>
                    <a:gd name="T50" fmla="*/ 1619 w 1662"/>
                    <a:gd name="T51" fmla="*/ 939 h 1942"/>
                    <a:gd name="T52" fmla="*/ 1657 w 1662"/>
                    <a:gd name="T53" fmla="*/ 1032 h 1942"/>
                    <a:gd name="T54" fmla="*/ 1655 w 1662"/>
                    <a:gd name="T55" fmla="*/ 1183 h 1942"/>
                    <a:gd name="T56" fmla="*/ 1611 w 1662"/>
                    <a:gd name="T57" fmla="*/ 1304 h 1942"/>
                    <a:gd name="T58" fmla="*/ 1537 w 1662"/>
                    <a:gd name="T59" fmla="*/ 1372 h 1942"/>
                    <a:gd name="T60" fmla="*/ 1445 w 1662"/>
                    <a:gd name="T61" fmla="*/ 1454 h 1942"/>
                    <a:gd name="T62" fmla="*/ 1313 w 1662"/>
                    <a:gd name="T63" fmla="*/ 1670 h 1942"/>
                    <a:gd name="T64" fmla="*/ 1141 w 1662"/>
                    <a:gd name="T65" fmla="*/ 1836 h 1942"/>
                    <a:gd name="T66" fmla="*/ 937 w 1662"/>
                    <a:gd name="T67" fmla="*/ 1930 h 1942"/>
                    <a:gd name="T68" fmla="*/ 714 w 1662"/>
                    <a:gd name="T69" fmla="*/ 1930 h 1942"/>
                    <a:gd name="T70" fmla="*/ 510 w 1662"/>
                    <a:gd name="T71" fmla="*/ 1836 h 1942"/>
                    <a:gd name="T72" fmla="*/ 337 w 1662"/>
                    <a:gd name="T73" fmla="*/ 1669 h 1942"/>
                    <a:gd name="T74" fmla="*/ 205 w 1662"/>
                    <a:gd name="T75" fmla="*/ 1452 h 1942"/>
                    <a:gd name="T76" fmla="*/ 111 w 1662"/>
                    <a:gd name="T77" fmla="*/ 1364 h 1942"/>
                    <a:gd name="T78" fmla="*/ 39 w 1662"/>
                    <a:gd name="T79" fmla="*/ 1284 h 1942"/>
                    <a:gd name="T80" fmla="*/ 2 w 1662"/>
                    <a:gd name="T81" fmla="*/ 1143 h 1942"/>
                    <a:gd name="T82" fmla="*/ 9 w 1662"/>
                    <a:gd name="T83" fmla="*/ 1009 h 1942"/>
                    <a:gd name="T84" fmla="*/ 50 w 1662"/>
                    <a:gd name="T85" fmla="*/ 930 h 1942"/>
                    <a:gd name="T86" fmla="*/ 98 w 1662"/>
                    <a:gd name="T87" fmla="*/ 851 h 1942"/>
                    <a:gd name="T88" fmla="*/ 85 w 1662"/>
                    <a:gd name="T89" fmla="*/ 643 h 1942"/>
                    <a:gd name="T90" fmla="*/ 120 w 1662"/>
                    <a:gd name="T91" fmla="*/ 487 h 1942"/>
                    <a:gd name="T92" fmla="*/ 183 w 1662"/>
                    <a:gd name="T93" fmla="*/ 377 h 1942"/>
                    <a:gd name="T94" fmla="*/ 257 w 1662"/>
                    <a:gd name="T95" fmla="*/ 305 h 1942"/>
                    <a:gd name="T96" fmla="*/ 319 w 1662"/>
                    <a:gd name="T97" fmla="*/ 266 h 1942"/>
                    <a:gd name="T98" fmla="*/ 352 w 1662"/>
                    <a:gd name="T99" fmla="*/ 246 h 1942"/>
                    <a:gd name="T100" fmla="*/ 390 w 1662"/>
                    <a:gd name="T101" fmla="*/ 196 h 1942"/>
                    <a:gd name="T102" fmla="*/ 459 w 1662"/>
                    <a:gd name="T103" fmla="*/ 127 h 1942"/>
                    <a:gd name="T104" fmla="*/ 559 w 1662"/>
                    <a:gd name="T105" fmla="*/ 57 h 1942"/>
                    <a:gd name="T106" fmla="*/ 690 w 1662"/>
                    <a:gd name="T107" fmla="*/ 10 h 19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62" h="1942">
                      <a:moveTo>
                        <a:pt x="526" y="499"/>
                      </a:moveTo>
                      <a:lnTo>
                        <a:pt x="484" y="546"/>
                      </a:lnTo>
                      <a:lnTo>
                        <a:pt x="445" y="595"/>
                      </a:lnTo>
                      <a:lnTo>
                        <a:pt x="410" y="645"/>
                      </a:lnTo>
                      <a:lnTo>
                        <a:pt x="379" y="696"/>
                      </a:lnTo>
                      <a:lnTo>
                        <a:pt x="352" y="747"/>
                      </a:lnTo>
                      <a:lnTo>
                        <a:pt x="329" y="797"/>
                      </a:lnTo>
                      <a:lnTo>
                        <a:pt x="309" y="847"/>
                      </a:lnTo>
                      <a:lnTo>
                        <a:pt x="291" y="895"/>
                      </a:lnTo>
                      <a:lnTo>
                        <a:pt x="277" y="941"/>
                      </a:lnTo>
                      <a:lnTo>
                        <a:pt x="264" y="984"/>
                      </a:lnTo>
                      <a:lnTo>
                        <a:pt x="255" y="1023"/>
                      </a:lnTo>
                      <a:lnTo>
                        <a:pt x="247" y="1059"/>
                      </a:lnTo>
                      <a:lnTo>
                        <a:pt x="241" y="1091"/>
                      </a:lnTo>
                      <a:lnTo>
                        <a:pt x="250" y="1148"/>
                      </a:lnTo>
                      <a:lnTo>
                        <a:pt x="263" y="1206"/>
                      </a:lnTo>
                      <a:lnTo>
                        <a:pt x="280" y="1263"/>
                      </a:lnTo>
                      <a:lnTo>
                        <a:pt x="299" y="1320"/>
                      </a:lnTo>
                      <a:lnTo>
                        <a:pt x="322" y="1375"/>
                      </a:lnTo>
                      <a:lnTo>
                        <a:pt x="347" y="1429"/>
                      </a:lnTo>
                      <a:lnTo>
                        <a:pt x="375" y="1480"/>
                      </a:lnTo>
                      <a:lnTo>
                        <a:pt x="406" y="1530"/>
                      </a:lnTo>
                      <a:lnTo>
                        <a:pt x="440" y="1576"/>
                      </a:lnTo>
                      <a:lnTo>
                        <a:pt x="476" y="1620"/>
                      </a:lnTo>
                      <a:lnTo>
                        <a:pt x="513" y="1659"/>
                      </a:lnTo>
                      <a:lnTo>
                        <a:pt x="553" y="1695"/>
                      </a:lnTo>
                      <a:lnTo>
                        <a:pt x="594" y="1726"/>
                      </a:lnTo>
                      <a:lnTo>
                        <a:pt x="638" y="1753"/>
                      </a:lnTo>
                      <a:lnTo>
                        <a:pt x="683" y="1774"/>
                      </a:lnTo>
                      <a:lnTo>
                        <a:pt x="729" y="1789"/>
                      </a:lnTo>
                      <a:lnTo>
                        <a:pt x="777" y="1800"/>
                      </a:lnTo>
                      <a:lnTo>
                        <a:pt x="825" y="1803"/>
                      </a:lnTo>
                      <a:lnTo>
                        <a:pt x="875" y="1800"/>
                      </a:lnTo>
                      <a:lnTo>
                        <a:pt x="922" y="1789"/>
                      </a:lnTo>
                      <a:lnTo>
                        <a:pt x="968" y="1774"/>
                      </a:lnTo>
                      <a:lnTo>
                        <a:pt x="1013" y="1753"/>
                      </a:lnTo>
                      <a:lnTo>
                        <a:pt x="1056" y="1726"/>
                      </a:lnTo>
                      <a:lnTo>
                        <a:pt x="1099" y="1695"/>
                      </a:lnTo>
                      <a:lnTo>
                        <a:pt x="1139" y="1659"/>
                      </a:lnTo>
                      <a:lnTo>
                        <a:pt x="1176" y="1619"/>
                      </a:lnTo>
                      <a:lnTo>
                        <a:pt x="1212" y="1576"/>
                      </a:lnTo>
                      <a:lnTo>
                        <a:pt x="1245" y="1529"/>
                      </a:lnTo>
                      <a:lnTo>
                        <a:pt x="1276" y="1480"/>
                      </a:lnTo>
                      <a:lnTo>
                        <a:pt x="1305" y="1428"/>
                      </a:lnTo>
                      <a:lnTo>
                        <a:pt x="1330" y="1374"/>
                      </a:lnTo>
                      <a:lnTo>
                        <a:pt x="1353" y="1319"/>
                      </a:lnTo>
                      <a:lnTo>
                        <a:pt x="1372" y="1262"/>
                      </a:lnTo>
                      <a:lnTo>
                        <a:pt x="1388" y="1205"/>
                      </a:lnTo>
                      <a:lnTo>
                        <a:pt x="1401" y="1147"/>
                      </a:lnTo>
                      <a:lnTo>
                        <a:pt x="1411" y="1089"/>
                      </a:lnTo>
                      <a:lnTo>
                        <a:pt x="1416" y="1032"/>
                      </a:lnTo>
                      <a:lnTo>
                        <a:pt x="1418" y="974"/>
                      </a:lnTo>
                      <a:lnTo>
                        <a:pt x="1417" y="904"/>
                      </a:lnTo>
                      <a:lnTo>
                        <a:pt x="1414" y="838"/>
                      </a:lnTo>
                      <a:lnTo>
                        <a:pt x="1339" y="839"/>
                      </a:lnTo>
                      <a:lnTo>
                        <a:pt x="1266" y="836"/>
                      </a:lnTo>
                      <a:lnTo>
                        <a:pt x="1198" y="830"/>
                      </a:lnTo>
                      <a:lnTo>
                        <a:pt x="1133" y="820"/>
                      </a:lnTo>
                      <a:lnTo>
                        <a:pt x="1070" y="808"/>
                      </a:lnTo>
                      <a:lnTo>
                        <a:pt x="1012" y="794"/>
                      </a:lnTo>
                      <a:lnTo>
                        <a:pt x="956" y="777"/>
                      </a:lnTo>
                      <a:lnTo>
                        <a:pt x="903" y="757"/>
                      </a:lnTo>
                      <a:lnTo>
                        <a:pt x="853" y="737"/>
                      </a:lnTo>
                      <a:lnTo>
                        <a:pt x="806" y="713"/>
                      </a:lnTo>
                      <a:lnTo>
                        <a:pt x="762" y="690"/>
                      </a:lnTo>
                      <a:lnTo>
                        <a:pt x="721" y="664"/>
                      </a:lnTo>
                      <a:lnTo>
                        <a:pt x="682" y="638"/>
                      </a:lnTo>
                      <a:lnTo>
                        <a:pt x="646" y="610"/>
                      </a:lnTo>
                      <a:lnTo>
                        <a:pt x="612" y="583"/>
                      </a:lnTo>
                      <a:lnTo>
                        <a:pt x="581" y="555"/>
                      </a:lnTo>
                      <a:lnTo>
                        <a:pt x="552" y="527"/>
                      </a:lnTo>
                      <a:lnTo>
                        <a:pt x="526" y="499"/>
                      </a:lnTo>
                      <a:close/>
                      <a:moveTo>
                        <a:pt x="808" y="0"/>
                      </a:moveTo>
                      <a:lnTo>
                        <a:pt x="851" y="3"/>
                      </a:lnTo>
                      <a:lnTo>
                        <a:pt x="897" y="11"/>
                      </a:lnTo>
                      <a:lnTo>
                        <a:pt x="944" y="23"/>
                      </a:lnTo>
                      <a:lnTo>
                        <a:pt x="993" y="39"/>
                      </a:lnTo>
                      <a:lnTo>
                        <a:pt x="1044" y="60"/>
                      </a:lnTo>
                      <a:lnTo>
                        <a:pt x="1097" y="86"/>
                      </a:lnTo>
                      <a:lnTo>
                        <a:pt x="1152" y="118"/>
                      </a:lnTo>
                      <a:lnTo>
                        <a:pt x="1179" y="135"/>
                      </a:lnTo>
                      <a:lnTo>
                        <a:pt x="1208" y="155"/>
                      </a:lnTo>
                      <a:lnTo>
                        <a:pt x="1239" y="179"/>
                      </a:lnTo>
                      <a:lnTo>
                        <a:pt x="1271" y="205"/>
                      </a:lnTo>
                      <a:lnTo>
                        <a:pt x="1304" y="233"/>
                      </a:lnTo>
                      <a:lnTo>
                        <a:pt x="1334" y="261"/>
                      </a:lnTo>
                      <a:lnTo>
                        <a:pt x="1363" y="292"/>
                      </a:lnTo>
                      <a:lnTo>
                        <a:pt x="1388" y="323"/>
                      </a:lnTo>
                      <a:lnTo>
                        <a:pt x="1409" y="353"/>
                      </a:lnTo>
                      <a:lnTo>
                        <a:pt x="1409" y="353"/>
                      </a:lnTo>
                      <a:lnTo>
                        <a:pt x="1433" y="389"/>
                      </a:lnTo>
                      <a:lnTo>
                        <a:pt x="1455" y="429"/>
                      </a:lnTo>
                      <a:lnTo>
                        <a:pt x="1475" y="472"/>
                      </a:lnTo>
                      <a:lnTo>
                        <a:pt x="1493" y="519"/>
                      </a:lnTo>
                      <a:lnTo>
                        <a:pt x="1509" y="570"/>
                      </a:lnTo>
                      <a:lnTo>
                        <a:pt x="1524" y="626"/>
                      </a:lnTo>
                      <a:lnTo>
                        <a:pt x="1535" y="685"/>
                      </a:lnTo>
                      <a:lnTo>
                        <a:pt x="1545" y="749"/>
                      </a:lnTo>
                      <a:lnTo>
                        <a:pt x="1551" y="817"/>
                      </a:lnTo>
                      <a:lnTo>
                        <a:pt x="1555" y="892"/>
                      </a:lnTo>
                      <a:lnTo>
                        <a:pt x="1573" y="900"/>
                      </a:lnTo>
                      <a:lnTo>
                        <a:pt x="1590" y="910"/>
                      </a:lnTo>
                      <a:lnTo>
                        <a:pt x="1605" y="922"/>
                      </a:lnTo>
                      <a:lnTo>
                        <a:pt x="1619" y="939"/>
                      </a:lnTo>
                      <a:lnTo>
                        <a:pt x="1632" y="957"/>
                      </a:lnTo>
                      <a:lnTo>
                        <a:pt x="1642" y="979"/>
                      </a:lnTo>
                      <a:lnTo>
                        <a:pt x="1651" y="1003"/>
                      </a:lnTo>
                      <a:lnTo>
                        <a:pt x="1657" y="1032"/>
                      </a:lnTo>
                      <a:lnTo>
                        <a:pt x="1661" y="1064"/>
                      </a:lnTo>
                      <a:lnTo>
                        <a:pt x="1662" y="1102"/>
                      </a:lnTo>
                      <a:lnTo>
                        <a:pt x="1660" y="1143"/>
                      </a:lnTo>
                      <a:lnTo>
                        <a:pt x="1655" y="1183"/>
                      </a:lnTo>
                      <a:lnTo>
                        <a:pt x="1648" y="1218"/>
                      </a:lnTo>
                      <a:lnTo>
                        <a:pt x="1638" y="1250"/>
                      </a:lnTo>
                      <a:lnTo>
                        <a:pt x="1625" y="1278"/>
                      </a:lnTo>
                      <a:lnTo>
                        <a:pt x="1611" y="1304"/>
                      </a:lnTo>
                      <a:lnTo>
                        <a:pt x="1595" y="1325"/>
                      </a:lnTo>
                      <a:lnTo>
                        <a:pt x="1577" y="1344"/>
                      </a:lnTo>
                      <a:lnTo>
                        <a:pt x="1558" y="1360"/>
                      </a:lnTo>
                      <a:lnTo>
                        <a:pt x="1537" y="1372"/>
                      </a:lnTo>
                      <a:lnTo>
                        <a:pt x="1515" y="1382"/>
                      </a:lnTo>
                      <a:lnTo>
                        <a:pt x="1493" y="1390"/>
                      </a:lnTo>
                      <a:lnTo>
                        <a:pt x="1471" y="1395"/>
                      </a:lnTo>
                      <a:lnTo>
                        <a:pt x="1445" y="1454"/>
                      </a:lnTo>
                      <a:lnTo>
                        <a:pt x="1416" y="1512"/>
                      </a:lnTo>
                      <a:lnTo>
                        <a:pt x="1385" y="1567"/>
                      </a:lnTo>
                      <a:lnTo>
                        <a:pt x="1350" y="1620"/>
                      </a:lnTo>
                      <a:lnTo>
                        <a:pt x="1313" y="1670"/>
                      </a:lnTo>
                      <a:lnTo>
                        <a:pt x="1273" y="1717"/>
                      </a:lnTo>
                      <a:lnTo>
                        <a:pt x="1231" y="1761"/>
                      </a:lnTo>
                      <a:lnTo>
                        <a:pt x="1187" y="1801"/>
                      </a:lnTo>
                      <a:lnTo>
                        <a:pt x="1141" y="1836"/>
                      </a:lnTo>
                      <a:lnTo>
                        <a:pt x="1092" y="1868"/>
                      </a:lnTo>
                      <a:lnTo>
                        <a:pt x="1042" y="1893"/>
                      </a:lnTo>
                      <a:lnTo>
                        <a:pt x="990" y="1915"/>
                      </a:lnTo>
                      <a:lnTo>
                        <a:pt x="937" y="1930"/>
                      </a:lnTo>
                      <a:lnTo>
                        <a:pt x="882" y="1939"/>
                      </a:lnTo>
                      <a:lnTo>
                        <a:pt x="825" y="1942"/>
                      </a:lnTo>
                      <a:lnTo>
                        <a:pt x="769" y="1939"/>
                      </a:lnTo>
                      <a:lnTo>
                        <a:pt x="714" y="1930"/>
                      </a:lnTo>
                      <a:lnTo>
                        <a:pt x="661" y="1915"/>
                      </a:lnTo>
                      <a:lnTo>
                        <a:pt x="608" y="1893"/>
                      </a:lnTo>
                      <a:lnTo>
                        <a:pt x="558" y="1867"/>
                      </a:lnTo>
                      <a:lnTo>
                        <a:pt x="510" y="1836"/>
                      </a:lnTo>
                      <a:lnTo>
                        <a:pt x="464" y="1800"/>
                      </a:lnTo>
                      <a:lnTo>
                        <a:pt x="419" y="1760"/>
                      </a:lnTo>
                      <a:lnTo>
                        <a:pt x="377" y="1716"/>
                      </a:lnTo>
                      <a:lnTo>
                        <a:pt x="337" y="1669"/>
                      </a:lnTo>
                      <a:lnTo>
                        <a:pt x="300" y="1618"/>
                      </a:lnTo>
                      <a:lnTo>
                        <a:pt x="266" y="1565"/>
                      </a:lnTo>
                      <a:lnTo>
                        <a:pt x="234" y="1510"/>
                      </a:lnTo>
                      <a:lnTo>
                        <a:pt x="205" y="1452"/>
                      </a:lnTo>
                      <a:lnTo>
                        <a:pt x="179" y="1392"/>
                      </a:lnTo>
                      <a:lnTo>
                        <a:pt x="156" y="1386"/>
                      </a:lnTo>
                      <a:lnTo>
                        <a:pt x="133" y="1376"/>
                      </a:lnTo>
                      <a:lnTo>
                        <a:pt x="111" y="1364"/>
                      </a:lnTo>
                      <a:lnTo>
                        <a:pt x="91" y="1349"/>
                      </a:lnTo>
                      <a:lnTo>
                        <a:pt x="72" y="1330"/>
                      </a:lnTo>
                      <a:lnTo>
                        <a:pt x="55" y="1309"/>
                      </a:lnTo>
                      <a:lnTo>
                        <a:pt x="39" y="1284"/>
                      </a:lnTo>
                      <a:lnTo>
                        <a:pt x="26" y="1254"/>
                      </a:lnTo>
                      <a:lnTo>
                        <a:pt x="15" y="1221"/>
                      </a:lnTo>
                      <a:lnTo>
                        <a:pt x="7" y="1184"/>
                      </a:lnTo>
                      <a:lnTo>
                        <a:pt x="2" y="1143"/>
                      </a:lnTo>
                      <a:lnTo>
                        <a:pt x="0" y="1104"/>
                      </a:lnTo>
                      <a:lnTo>
                        <a:pt x="1" y="1068"/>
                      </a:lnTo>
                      <a:lnTo>
                        <a:pt x="4" y="1038"/>
                      </a:lnTo>
                      <a:lnTo>
                        <a:pt x="9" y="1009"/>
                      </a:lnTo>
                      <a:lnTo>
                        <a:pt x="17" y="985"/>
                      </a:lnTo>
                      <a:lnTo>
                        <a:pt x="27" y="964"/>
                      </a:lnTo>
                      <a:lnTo>
                        <a:pt x="38" y="946"/>
                      </a:lnTo>
                      <a:lnTo>
                        <a:pt x="50" y="930"/>
                      </a:lnTo>
                      <a:lnTo>
                        <a:pt x="65" y="916"/>
                      </a:lnTo>
                      <a:lnTo>
                        <a:pt x="80" y="906"/>
                      </a:lnTo>
                      <a:lnTo>
                        <a:pt x="96" y="897"/>
                      </a:lnTo>
                      <a:lnTo>
                        <a:pt x="98" y="851"/>
                      </a:lnTo>
                      <a:lnTo>
                        <a:pt x="89" y="794"/>
                      </a:lnTo>
                      <a:lnTo>
                        <a:pt x="85" y="740"/>
                      </a:lnTo>
                      <a:lnTo>
                        <a:pt x="83" y="690"/>
                      </a:lnTo>
                      <a:lnTo>
                        <a:pt x="85" y="643"/>
                      </a:lnTo>
                      <a:lnTo>
                        <a:pt x="90" y="599"/>
                      </a:lnTo>
                      <a:lnTo>
                        <a:pt x="98" y="559"/>
                      </a:lnTo>
                      <a:lnTo>
                        <a:pt x="108" y="522"/>
                      </a:lnTo>
                      <a:lnTo>
                        <a:pt x="120" y="487"/>
                      </a:lnTo>
                      <a:lnTo>
                        <a:pt x="134" y="455"/>
                      </a:lnTo>
                      <a:lnTo>
                        <a:pt x="149" y="427"/>
                      </a:lnTo>
                      <a:lnTo>
                        <a:pt x="166" y="400"/>
                      </a:lnTo>
                      <a:lnTo>
                        <a:pt x="183" y="377"/>
                      </a:lnTo>
                      <a:lnTo>
                        <a:pt x="202" y="355"/>
                      </a:lnTo>
                      <a:lnTo>
                        <a:pt x="220" y="337"/>
                      </a:lnTo>
                      <a:lnTo>
                        <a:pt x="239" y="320"/>
                      </a:lnTo>
                      <a:lnTo>
                        <a:pt x="257" y="305"/>
                      </a:lnTo>
                      <a:lnTo>
                        <a:pt x="274" y="293"/>
                      </a:lnTo>
                      <a:lnTo>
                        <a:pt x="290" y="282"/>
                      </a:lnTo>
                      <a:lnTo>
                        <a:pt x="305" y="273"/>
                      </a:lnTo>
                      <a:lnTo>
                        <a:pt x="319" y="266"/>
                      </a:lnTo>
                      <a:lnTo>
                        <a:pt x="331" y="260"/>
                      </a:lnTo>
                      <a:lnTo>
                        <a:pt x="341" y="255"/>
                      </a:lnTo>
                      <a:lnTo>
                        <a:pt x="348" y="253"/>
                      </a:lnTo>
                      <a:lnTo>
                        <a:pt x="352" y="246"/>
                      </a:lnTo>
                      <a:lnTo>
                        <a:pt x="359" y="237"/>
                      </a:lnTo>
                      <a:lnTo>
                        <a:pt x="367" y="225"/>
                      </a:lnTo>
                      <a:lnTo>
                        <a:pt x="377" y="212"/>
                      </a:lnTo>
                      <a:lnTo>
                        <a:pt x="390" y="196"/>
                      </a:lnTo>
                      <a:lnTo>
                        <a:pt x="404" y="180"/>
                      </a:lnTo>
                      <a:lnTo>
                        <a:pt x="421" y="163"/>
                      </a:lnTo>
                      <a:lnTo>
                        <a:pt x="439" y="145"/>
                      </a:lnTo>
                      <a:lnTo>
                        <a:pt x="459" y="127"/>
                      </a:lnTo>
                      <a:lnTo>
                        <a:pt x="481" y="108"/>
                      </a:lnTo>
                      <a:lnTo>
                        <a:pt x="505" y="91"/>
                      </a:lnTo>
                      <a:lnTo>
                        <a:pt x="531" y="74"/>
                      </a:lnTo>
                      <a:lnTo>
                        <a:pt x="559" y="57"/>
                      </a:lnTo>
                      <a:lnTo>
                        <a:pt x="589" y="43"/>
                      </a:lnTo>
                      <a:lnTo>
                        <a:pt x="620" y="30"/>
                      </a:lnTo>
                      <a:lnTo>
                        <a:pt x="655" y="19"/>
                      </a:lnTo>
                      <a:lnTo>
                        <a:pt x="690" y="10"/>
                      </a:lnTo>
                      <a:lnTo>
                        <a:pt x="728" y="3"/>
                      </a:lnTo>
                      <a:lnTo>
                        <a:pt x="767" y="0"/>
                      </a:lnTo>
                      <a:lnTo>
                        <a:pt x="808"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0" name="Freeform 23"/>
                <p:cNvSpPr>
                  <a:spLocks noEditPoints="1"/>
                </p:cNvSpPr>
                <p:nvPr/>
              </p:nvSpPr>
              <p:spPr bwMode="auto">
                <a:xfrm>
                  <a:off x="2664" y="4250"/>
                  <a:ext cx="83" cy="27"/>
                </a:xfrm>
                <a:custGeom>
                  <a:avLst/>
                  <a:gdLst>
                    <a:gd name="T0" fmla="*/ 613 w 916"/>
                    <a:gd name="T1" fmla="*/ 78 h 300"/>
                    <a:gd name="T2" fmla="*/ 561 w 916"/>
                    <a:gd name="T3" fmla="*/ 109 h 300"/>
                    <a:gd name="T4" fmla="*/ 554 w 916"/>
                    <a:gd name="T5" fmla="*/ 165 h 300"/>
                    <a:gd name="T6" fmla="*/ 579 w 916"/>
                    <a:gd name="T7" fmla="*/ 210 h 300"/>
                    <a:gd name="T8" fmla="*/ 665 w 916"/>
                    <a:gd name="T9" fmla="*/ 229 h 300"/>
                    <a:gd name="T10" fmla="*/ 787 w 916"/>
                    <a:gd name="T11" fmla="*/ 223 h 300"/>
                    <a:gd name="T12" fmla="*/ 839 w 916"/>
                    <a:gd name="T13" fmla="*/ 191 h 300"/>
                    <a:gd name="T14" fmla="*/ 846 w 916"/>
                    <a:gd name="T15" fmla="*/ 135 h 300"/>
                    <a:gd name="T16" fmla="*/ 820 w 916"/>
                    <a:gd name="T17" fmla="*/ 90 h 300"/>
                    <a:gd name="T18" fmla="*/ 734 w 916"/>
                    <a:gd name="T19" fmla="*/ 72 h 300"/>
                    <a:gd name="T20" fmla="*/ 153 w 916"/>
                    <a:gd name="T21" fmla="*/ 74 h 300"/>
                    <a:gd name="T22" fmla="*/ 85 w 916"/>
                    <a:gd name="T23" fmla="*/ 99 h 300"/>
                    <a:gd name="T24" fmla="*/ 70 w 916"/>
                    <a:gd name="T25" fmla="*/ 150 h 300"/>
                    <a:gd name="T26" fmla="*/ 85 w 916"/>
                    <a:gd name="T27" fmla="*/ 201 h 300"/>
                    <a:gd name="T28" fmla="*/ 153 w 916"/>
                    <a:gd name="T29" fmla="*/ 227 h 300"/>
                    <a:gd name="T30" fmla="*/ 280 w 916"/>
                    <a:gd name="T31" fmla="*/ 227 h 300"/>
                    <a:gd name="T32" fmla="*/ 348 w 916"/>
                    <a:gd name="T33" fmla="*/ 201 h 300"/>
                    <a:gd name="T34" fmla="*/ 363 w 916"/>
                    <a:gd name="T35" fmla="*/ 150 h 300"/>
                    <a:gd name="T36" fmla="*/ 348 w 916"/>
                    <a:gd name="T37" fmla="*/ 99 h 300"/>
                    <a:gd name="T38" fmla="*/ 280 w 916"/>
                    <a:gd name="T39" fmla="*/ 74 h 300"/>
                    <a:gd name="T40" fmla="*/ 234 w 916"/>
                    <a:gd name="T41" fmla="*/ 0 h 300"/>
                    <a:gd name="T42" fmla="*/ 321 w 916"/>
                    <a:gd name="T43" fmla="*/ 9 h 300"/>
                    <a:gd name="T44" fmla="*/ 400 w 916"/>
                    <a:gd name="T45" fmla="*/ 53 h 300"/>
                    <a:gd name="T46" fmla="*/ 574 w 916"/>
                    <a:gd name="T47" fmla="*/ 17 h 300"/>
                    <a:gd name="T48" fmla="*/ 662 w 916"/>
                    <a:gd name="T49" fmla="*/ 1 h 300"/>
                    <a:gd name="T50" fmla="*/ 732 w 916"/>
                    <a:gd name="T51" fmla="*/ 0 h 300"/>
                    <a:gd name="T52" fmla="*/ 806 w 916"/>
                    <a:gd name="T53" fmla="*/ 10 h 300"/>
                    <a:gd name="T54" fmla="*/ 875 w 916"/>
                    <a:gd name="T55" fmla="*/ 45 h 300"/>
                    <a:gd name="T56" fmla="*/ 914 w 916"/>
                    <a:gd name="T57" fmla="*/ 123 h 300"/>
                    <a:gd name="T58" fmla="*/ 900 w 916"/>
                    <a:gd name="T59" fmla="*/ 223 h 300"/>
                    <a:gd name="T60" fmla="*/ 843 w 916"/>
                    <a:gd name="T61" fmla="*/ 277 h 300"/>
                    <a:gd name="T62" fmla="*/ 768 w 916"/>
                    <a:gd name="T63" fmla="*/ 297 h 300"/>
                    <a:gd name="T64" fmla="*/ 699 w 916"/>
                    <a:gd name="T65" fmla="*/ 300 h 300"/>
                    <a:gd name="T66" fmla="*/ 632 w 916"/>
                    <a:gd name="T67" fmla="*/ 297 h 300"/>
                    <a:gd name="T68" fmla="*/ 557 w 916"/>
                    <a:gd name="T69" fmla="*/ 277 h 300"/>
                    <a:gd name="T70" fmla="*/ 500 w 916"/>
                    <a:gd name="T71" fmla="*/ 224 h 300"/>
                    <a:gd name="T72" fmla="*/ 485 w 916"/>
                    <a:gd name="T73" fmla="*/ 137 h 300"/>
                    <a:gd name="T74" fmla="*/ 432 w 916"/>
                    <a:gd name="T75" fmla="*/ 150 h 300"/>
                    <a:gd name="T76" fmla="*/ 405 w 916"/>
                    <a:gd name="T77" fmla="*/ 241 h 300"/>
                    <a:gd name="T78" fmla="*/ 342 w 916"/>
                    <a:gd name="T79" fmla="*/ 284 h 300"/>
                    <a:gd name="T80" fmla="*/ 266 w 916"/>
                    <a:gd name="T81" fmla="*/ 298 h 300"/>
                    <a:gd name="T82" fmla="*/ 201 w 916"/>
                    <a:gd name="T83" fmla="*/ 299 h 300"/>
                    <a:gd name="T84" fmla="*/ 129 w 916"/>
                    <a:gd name="T85" fmla="*/ 294 h 300"/>
                    <a:gd name="T86" fmla="*/ 57 w 916"/>
                    <a:gd name="T87" fmla="*/ 267 h 300"/>
                    <a:gd name="T88" fmla="*/ 7 w 916"/>
                    <a:gd name="T89" fmla="*/ 202 h 300"/>
                    <a:gd name="T90" fmla="*/ 7 w 916"/>
                    <a:gd name="T91" fmla="*/ 98 h 300"/>
                    <a:gd name="T92" fmla="*/ 57 w 916"/>
                    <a:gd name="T93" fmla="*/ 33 h 300"/>
                    <a:gd name="T94" fmla="*/ 129 w 916"/>
                    <a:gd name="T95" fmla="*/ 6 h 300"/>
                    <a:gd name="T96" fmla="*/ 201 w 916"/>
                    <a:gd name="T97"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16" h="300">
                      <a:moveTo>
                        <a:pt x="699" y="71"/>
                      </a:moveTo>
                      <a:lnTo>
                        <a:pt x="665" y="72"/>
                      </a:lnTo>
                      <a:lnTo>
                        <a:pt x="636" y="74"/>
                      </a:lnTo>
                      <a:lnTo>
                        <a:pt x="613" y="78"/>
                      </a:lnTo>
                      <a:lnTo>
                        <a:pt x="594" y="83"/>
                      </a:lnTo>
                      <a:lnTo>
                        <a:pt x="579" y="90"/>
                      </a:lnTo>
                      <a:lnTo>
                        <a:pt x="569" y="99"/>
                      </a:lnTo>
                      <a:lnTo>
                        <a:pt x="561" y="109"/>
                      </a:lnTo>
                      <a:lnTo>
                        <a:pt x="556" y="122"/>
                      </a:lnTo>
                      <a:lnTo>
                        <a:pt x="554" y="135"/>
                      </a:lnTo>
                      <a:lnTo>
                        <a:pt x="553" y="150"/>
                      </a:lnTo>
                      <a:lnTo>
                        <a:pt x="554" y="165"/>
                      </a:lnTo>
                      <a:lnTo>
                        <a:pt x="556" y="179"/>
                      </a:lnTo>
                      <a:lnTo>
                        <a:pt x="561" y="191"/>
                      </a:lnTo>
                      <a:lnTo>
                        <a:pt x="569" y="201"/>
                      </a:lnTo>
                      <a:lnTo>
                        <a:pt x="579" y="210"/>
                      </a:lnTo>
                      <a:lnTo>
                        <a:pt x="594" y="216"/>
                      </a:lnTo>
                      <a:lnTo>
                        <a:pt x="613" y="223"/>
                      </a:lnTo>
                      <a:lnTo>
                        <a:pt x="636" y="227"/>
                      </a:lnTo>
                      <a:lnTo>
                        <a:pt x="665" y="229"/>
                      </a:lnTo>
                      <a:lnTo>
                        <a:pt x="699" y="230"/>
                      </a:lnTo>
                      <a:lnTo>
                        <a:pt x="734" y="229"/>
                      </a:lnTo>
                      <a:lnTo>
                        <a:pt x="763" y="227"/>
                      </a:lnTo>
                      <a:lnTo>
                        <a:pt x="787" y="223"/>
                      </a:lnTo>
                      <a:lnTo>
                        <a:pt x="805" y="216"/>
                      </a:lnTo>
                      <a:lnTo>
                        <a:pt x="820" y="210"/>
                      </a:lnTo>
                      <a:lnTo>
                        <a:pt x="831" y="201"/>
                      </a:lnTo>
                      <a:lnTo>
                        <a:pt x="839" y="191"/>
                      </a:lnTo>
                      <a:lnTo>
                        <a:pt x="843" y="179"/>
                      </a:lnTo>
                      <a:lnTo>
                        <a:pt x="846" y="165"/>
                      </a:lnTo>
                      <a:lnTo>
                        <a:pt x="847" y="150"/>
                      </a:lnTo>
                      <a:lnTo>
                        <a:pt x="846" y="135"/>
                      </a:lnTo>
                      <a:lnTo>
                        <a:pt x="843" y="122"/>
                      </a:lnTo>
                      <a:lnTo>
                        <a:pt x="839" y="109"/>
                      </a:lnTo>
                      <a:lnTo>
                        <a:pt x="831" y="99"/>
                      </a:lnTo>
                      <a:lnTo>
                        <a:pt x="820" y="90"/>
                      </a:lnTo>
                      <a:lnTo>
                        <a:pt x="805" y="83"/>
                      </a:lnTo>
                      <a:lnTo>
                        <a:pt x="787" y="78"/>
                      </a:lnTo>
                      <a:lnTo>
                        <a:pt x="763" y="74"/>
                      </a:lnTo>
                      <a:lnTo>
                        <a:pt x="734" y="72"/>
                      </a:lnTo>
                      <a:lnTo>
                        <a:pt x="699" y="71"/>
                      </a:lnTo>
                      <a:close/>
                      <a:moveTo>
                        <a:pt x="216" y="71"/>
                      </a:moveTo>
                      <a:lnTo>
                        <a:pt x="182" y="72"/>
                      </a:lnTo>
                      <a:lnTo>
                        <a:pt x="153" y="74"/>
                      </a:lnTo>
                      <a:lnTo>
                        <a:pt x="130" y="78"/>
                      </a:lnTo>
                      <a:lnTo>
                        <a:pt x="111" y="83"/>
                      </a:lnTo>
                      <a:lnTo>
                        <a:pt x="96" y="90"/>
                      </a:lnTo>
                      <a:lnTo>
                        <a:pt x="85" y="99"/>
                      </a:lnTo>
                      <a:lnTo>
                        <a:pt x="78" y="109"/>
                      </a:lnTo>
                      <a:lnTo>
                        <a:pt x="73" y="122"/>
                      </a:lnTo>
                      <a:lnTo>
                        <a:pt x="70" y="135"/>
                      </a:lnTo>
                      <a:lnTo>
                        <a:pt x="70" y="150"/>
                      </a:lnTo>
                      <a:lnTo>
                        <a:pt x="70" y="165"/>
                      </a:lnTo>
                      <a:lnTo>
                        <a:pt x="73" y="179"/>
                      </a:lnTo>
                      <a:lnTo>
                        <a:pt x="78" y="191"/>
                      </a:lnTo>
                      <a:lnTo>
                        <a:pt x="85" y="201"/>
                      </a:lnTo>
                      <a:lnTo>
                        <a:pt x="96" y="210"/>
                      </a:lnTo>
                      <a:lnTo>
                        <a:pt x="111" y="216"/>
                      </a:lnTo>
                      <a:lnTo>
                        <a:pt x="130" y="223"/>
                      </a:lnTo>
                      <a:lnTo>
                        <a:pt x="153" y="227"/>
                      </a:lnTo>
                      <a:lnTo>
                        <a:pt x="182" y="229"/>
                      </a:lnTo>
                      <a:lnTo>
                        <a:pt x="216" y="230"/>
                      </a:lnTo>
                      <a:lnTo>
                        <a:pt x="250" y="229"/>
                      </a:lnTo>
                      <a:lnTo>
                        <a:pt x="280" y="227"/>
                      </a:lnTo>
                      <a:lnTo>
                        <a:pt x="304" y="223"/>
                      </a:lnTo>
                      <a:lnTo>
                        <a:pt x="322" y="216"/>
                      </a:lnTo>
                      <a:lnTo>
                        <a:pt x="337" y="210"/>
                      </a:lnTo>
                      <a:lnTo>
                        <a:pt x="348" y="201"/>
                      </a:lnTo>
                      <a:lnTo>
                        <a:pt x="355" y="191"/>
                      </a:lnTo>
                      <a:lnTo>
                        <a:pt x="360" y="179"/>
                      </a:lnTo>
                      <a:lnTo>
                        <a:pt x="363" y="165"/>
                      </a:lnTo>
                      <a:lnTo>
                        <a:pt x="363" y="150"/>
                      </a:lnTo>
                      <a:lnTo>
                        <a:pt x="363" y="135"/>
                      </a:lnTo>
                      <a:lnTo>
                        <a:pt x="360" y="122"/>
                      </a:lnTo>
                      <a:lnTo>
                        <a:pt x="355" y="109"/>
                      </a:lnTo>
                      <a:lnTo>
                        <a:pt x="348" y="99"/>
                      </a:lnTo>
                      <a:lnTo>
                        <a:pt x="337" y="90"/>
                      </a:lnTo>
                      <a:lnTo>
                        <a:pt x="322" y="83"/>
                      </a:lnTo>
                      <a:lnTo>
                        <a:pt x="304" y="78"/>
                      </a:lnTo>
                      <a:lnTo>
                        <a:pt x="280" y="74"/>
                      </a:lnTo>
                      <a:lnTo>
                        <a:pt x="250" y="72"/>
                      </a:lnTo>
                      <a:lnTo>
                        <a:pt x="216" y="71"/>
                      </a:lnTo>
                      <a:close/>
                      <a:moveTo>
                        <a:pt x="216" y="0"/>
                      </a:moveTo>
                      <a:lnTo>
                        <a:pt x="234" y="0"/>
                      </a:lnTo>
                      <a:lnTo>
                        <a:pt x="254" y="1"/>
                      </a:lnTo>
                      <a:lnTo>
                        <a:pt x="276" y="2"/>
                      </a:lnTo>
                      <a:lnTo>
                        <a:pt x="298" y="5"/>
                      </a:lnTo>
                      <a:lnTo>
                        <a:pt x="321" y="9"/>
                      </a:lnTo>
                      <a:lnTo>
                        <a:pt x="343" y="17"/>
                      </a:lnTo>
                      <a:lnTo>
                        <a:pt x="364" y="26"/>
                      </a:lnTo>
                      <a:lnTo>
                        <a:pt x="383" y="37"/>
                      </a:lnTo>
                      <a:lnTo>
                        <a:pt x="400" y="53"/>
                      </a:lnTo>
                      <a:lnTo>
                        <a:pt x="516" y="53"/>
                      </a:lnTo>
                      <a:lnTo>
                        <a:pt x="533" y="37"/>
                      </a:lnTo>
                      <a:lnTo>
                        <a:pt x="553" y="26"/>
                      </a:lnTo>
                      <a:lnTo>
                        <a:pt x="574" y="17"/>
                      </a:lnTo>
                      <a:lnTo>
                        <a:pt x="596" y="9"/>
                      </a:lnTo>
                      <a:lnTo>
                        <a:pt x="618" y="5"/>
                      </a:lnTo>
                      <a:lnTo>
                        <a:pt x="640" y="2"/>
                      </a:lnTo>
                      <a:lnTo>
                        <a:pt x="662" y="1"/>
                      </a:lnTo>
                      <a:lnTo>
                        <a:pt x="682" y="0"/>
                      </a:lnTo>
                      <a:lnTo>
                        <a:pt x="699" y="0"/>
                      </a:lnTo>
                      <a:lnTo>
                        <a:pt x="715" y="0"/>
                      </a:lnTo>
                      <a:lnTo>
                        <a:pt x="732" y="0"/>
                      </a:lnTo>
                      <a:lnTo>
                        <a:pt x="749" y="1"/>
                      </a:lnTo>
                      <a:lnTo>
                        <a:pt x="768" y="3"/>
                      </a:lnTo>
                      <a:lnTo>
                        <a:pt x="787" y="6"/>
                      </a:lnTo>
                      <a:lnTo>
                        <a:pt x="806" y="10"/>
                      </a:lnTo>
                      <a:lnTo>
                        <a:pt x="825" y="16"/>
                      </a:lnTo>
                      <a:lnTo>
                        <a:pt x="843" y="24"/>
                      </a:lnTo>
                      <a:lnTo>
                        <a:pt x="860" y="33"/>
                      </a:lnTo>
                      <a:lnTo>
                        <a:pt x="875" y="45"/>
                      </a:lnTo>
                      <a:lnTo>
                        <a:pt x="889" y="59"/>
                      </a:lnTo>
                      <a:lnTo>
                        <a:pt x="900" y="77"/>
                      </a:lnTo>
                      <a:lnTo>
                        <a:pt x="908" y="98"/>
                      </a:lnTo>
                      <a:lnTo>
                        <a:pt x="914" y="123"/>
                      </a:lnTo>
                      <a:lnTo>
                        <a:pt x="916" y="150"/>
                      </a:lnTo>
                      <a:lnTo>
                        <a:pt x="914" y="178"/>
                      </a:lnTo>
                      <a:lnTo>
                        <a:pt x="908" y="202"/>
                      </a:lnTo>
                      <a:lnTo>
                        <a:pt x="900" y="223"/>
                      </a:lnTo>
                      <a:lnTo>
                        <a:pt x="889" y="241"/>
                      </a:lnTo>
                      <a:lnTo>
                        <a:pt x="875" y="255"/>
                      </a:lnTo>
                      <a:lnTo>
                        <a:pt x="860" y="267"/>
                      </a:lnTo>
                      <a:lnTo>
                        <a:pt x="843" y="277"/>
                      </a:lnTo>
                      <a:lnTo>
                        <a:pt x="825" y="285"/>
                      </a:lnTo>
                      <a:lnTo>
                        <a:pt x="806" y="290"/>
                      </a:lnTo>
                      <a:lnTo>
                        <a:pt x="787" y="294"/>
                      </a:lnTo>
                      <a:lnTo>
                        <a:pt x="768" y="297"/>
                      </a:lnTo>
                      <a:lnTo>
                        <a:pt x="749" y="298"/>
                      </a:lnTo>
                      <a:lnTo>
                        <a:pt x="732" y="299"/>
                      </a:lnTo>
                      <a:lnTo>
                        <a:pt x="715" y="299"/>
                      </a:lnTo>
                      <a:lnTo>
                        <a:pt x="699" y="300"/>
                      </a:lnTo>
                      <a:lnTo>
                        <a:pt x="685" y="299"/>
                      </a:lnTo>
                      <a:lnTo>
                        <a:pt x="668" y="299"/>
                      </a:lnTo>
                      <a:lnTo>
                        <a:pt x="650" y="298"/>
                      </a:lnTo>
                      <a:lnTo>
                        <a:pt x="632" y="297"/>
                      </a:lnTo>
                      <a:lnTo>
                        <a:pt x="613" y="294"/>
                      </a:lnTo>
                      <a:lnTo>
                        <a:pt x="593" y="290"/>
                      </a:lnTo>
                      <a:lnTo>
                        <a:pt x="575" y="285"/>
                      </a:lnTo>
                      <a:lnTo>
                        <a:pt x="557" y="277"/>
                      </a:lnTo>
                      <a:lnTo>
                        <a:pt x="540" y="267"/>
                      </a:lnTo>
                      <a:lnTo>
                        <a:pt x="524" y="255"/>
                      </a:lnTo>
                      <a:lnTo>
                        <a:pt x="511" y="241"/>
                      </a:lnTo>
                      <a:lnTo>
                        <a:pt x="500" y="224"/>
                      </a:lnTo>
                      <a:lnTo>
                        <a:pt x="491" y="202"/>
                      </a:lnTo>
                      <a:lnTo>
                        <a:pt x="486" y="179"/>
                      </a:lnTo>
                      <a:lnTo>
                        <a:pt x="484" y="150"/>
                      </a:lnTo>
                      <a:lnTo>
                        <a:pt x="485" y="137"/>
                      </a:lnTo>
                      <a:lnTo>
                        <a:pt x="486" y="125"/>
                      </a:lnTo>
                      <a:lnTo>
                        <a:pt x="430" y="125"/>
                      </a:lnTo>
                      <a:lnTo>
                        <a:pt x="432" y="137"/>
                      </a:lnTo>
                      <a:lnTo>
                        <a:pt x="432" y="150"/>
                      </a:lnTo>
                      <a:lnTo>
                        <a:pt x="430" y="179"/>
                      </a:lnTo>
                      <a:lnTo>
                        <a:pt x="425" y="202"/>
                      </a:lnTo>
                      <a:lnTo>
                        <a:pt x="416" y="224"/>
                      </a:lnTo>
                      <a:lnTo>
                        <a:pt x="405" y="241"/>
                      </a:lnTo>
                      <a:lnTo>
                        <a:pt x="392" y="255"/>
                      </a:lnTo>
                      <a:lnTo>
                        <a:pt x="377" y="267"/>
                      </a:lnTo>
                      <a:lnTo>
                        <a:pt x="360" y="277"/>
                      </a:lnTo>
                      <a:lnTo>
                        <a:pt x="342" y="284"/>
                      </a:lnTo>
                      <a:lnTo>
                        <a:pt x="323" y="290"/>
                      </a:lnTo>
                      <a:lnTo>
                        <a:pt x="304" y="294"/>
                      </a:lnTo>
                      <a:lnTo>
                        <a:pt x="285" y="296"/>
                      </a:lnTo>
                      <a:lnTo>
                        <a:pt x="266" y="298"/>
                      </a:lnTo>
                      <a:lnTo>
                        <a:pt x="248" y="299"/>
                      </a:lnTo>
                      <a:lnTo>
                        <a:pt x="231" y="299"/>
                      </a:lnTo>
                      <a:lnTo>
                        <a:pt x="216" y="299"/>
                      </a:lnTo>
                      <a:lnTo>
                        <a:pt x="201" y="299"/>
                      </a:lnTo>
                      <a:lnTo>
                        <a:pt x="185" y="299"/>
                      </a:lnTo>
                      <a:lnTo>
                        <a:pt x="167" y="298"/>
                      </a:lnTo>
                      <a:lnTo>
                        <a:pt x="148" y="296"/>
                      </a:lnTo>
                      <a:lnTo>
                        <a:pt x="129" y="294"/>
                      </a:lnTo>
                      <a:lnTo>
                        <a:pt x="110" y="290"/>
                      </a:lnTo>
                      <a:lnTo>
                        <a:pt x="91" y="284"/>
                      </a:lnTo>
                      <a:lnTo>
                        <a:pt x="73" y="277"/>
                      </a:lnTo>
                      <a:lnTo>
                        <a:pt x="57" y="267"/>
                      </a:lnTo>
                      <a:lnTo>
                        <a:pt x="41" y="255"/>
                      </a:lnTo>
                      <a:lnTo>
                        <a:pt x="27" y="240"/>
                      </a:lnTo>
                      <a:lnTo>
                        <a:pt x="16" y="223"/>
                      </a:lnTo>
                      <a:lnTo>
                        <a:pt x="7" y="202"/>
                      </a:lnTo>
                      <a:lnTo>
                        <a:pt x="2" y="178"/>
                      </a:lnTo>
                      <a:lnTo>
                        <a:pt x="0" y="150"/>
                      </a:lnTo>
                      <a:lnTo>
                        <a:pt x="2" y="122"/>
                      </a:lnTo>
                      <a:lnTo>
                        <a:pt x="7" y="98"/>
                      </a:lnTo>
                      <a:lnTo>
                        <a:pt x="16" y="77"/>
                      </a:lnTo>
                      <a:lnTo>
                        <a:pt x="27" y="59"/>
                      </a:lnTo>
                      <a:lnTo>
                        <a:pt x="41" y="45"/>
                      </a:lnTo>
                      <a:lnTo>
                        <a:pt x="57" y="33"/>
                      </a:lnTo>
                      <a:lnTo>
                        <a:pt x="73" y="23"/>
                      </a:lnTo>
                      <a:lnTo>
                        <a:pt x="91" y="16"/>
                      </a:lnTo>
                      <a:lnTo>
                        <a:pt x="110" y="10"/>
                      </a:lnTo>
                      <a:lnTo>
                        <a:pt x="129" y="6"/>
                      </a:lnTo>
                      <a:lnTo>
                        <a:pt x="148" y="3"/>
                      </a:lnTo>
                      <a:lnTo>
                        <a:pt x="167" y="1"/>
                      </a:lnTo>
                      <a:lnTo>
                        <a:pt x="185" y="0"/>
                      </a:lnTo>
                      <a:lnTo>
                        <a:pt x="201" y="0"/>
                      </a:lnTo>
                      <a:lnTo>
                        <a:pt x="216"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1" name="Freeform 24"/>
                <p:cNvSpPr>
                  <a:spLocks noEditPoints="1"/>
                </p:cNvSpPr>
                <p:nvPr/>
              </p:nvSpPr>
              <p:spPr bwMode="auto">
                <a:xfrm>
                  <a:off x="2597" y="4335"/>
                  <a:ext cx="217" cy="124"/>
                </a:xfrm>
                <a:custGeom>
                  <a:avLst/>
                  <a:gdLst>
                    <a:gd name="T0" fmla="*/ 1796 w 2393"/>
                    <a:gd name="T1" fmla="*/ 704 h 1360"/>
                    <a:gd name="T2" fmla="*/ 1761 w 2393"/>
                    <a:gd name="T3" fmla="*/ 720 h 1360"/>
                    <a:gd name="T4" fmla="*/ 1590 w 2393"/>
                    <a:gd name="T5" fmla="*/ 904 h 1360"/>
                    <a:gd name="T6" fmla="*/ 1882 w 2393"/>
                    <a:gd name="T7" fmla="*/ 733 h 1360"/>
                    <a:gd name="T8" fmla="*/ 1851 w 2393"/>
                    <a:gd name="T9" fmla="*/ 709 h 1360"/>
                    <a:gd name="T10" fmla="*/ 1814 w 2393"/>
                    <a:gd name="T11" fmla="*/ 702 h 1360"/>
                    <a:gd name="T12" fmla="*/ 1831 w 2393"/>
                    <a:gd name="T13" fmla="*/ 20 h 1360"/>
                    <a:gd name="T14" fmla="*/ 1950 w 2393"/>
                    <a:gd name="T15" fmla="*/ 61 h 1360"/>
                    <a:gd name="T16" fmla="*/ 2057 w 2393"/>
                    <a:gd name="T17" fmla="*/ 121 h 1360"/>
                    <a:gd name="T18" fmla="*/ 2154 w 2393"/>
                    <a:gd name="T19" fmla="*/ 196 h 1360"/>
                    <a:gd name="T20" fmla="*/ 2235 w 2393"/>
                    <a:gd name="T21" fmla="*/ 286 h 1360"/>
                    <a:gd name="T22" fmla="*/ 2301 w 2393"/>
                    <a:gd name="T23" fmla="*/ 388 h 1360"/>
                    <a:gd name="T24" fmla="*/ 2352 w 2393"/>
                    <a:gd name="T25" fmla="*/ 501 h 1360"/>
                    <a:gd name="T26" fmla="*/ 2382 w 2393"/>
                    <a:gd name="T27" fmla="*/ 622 h 1360"/>
                    <a:gd name="T28" fmla="*/ 2393 w 2393"/>
                    <a:gd name="T29" fmla="*/ 748 h 1360"/>
                    <a:gd name="T30" fmla="*/ 2390 w 2393"/>
                    <a:gd name="T31" fmla="*/ 1230 h 1360"/>
                    <a:gd name="T32" fmla="*/ 2370 w 2393"/>
                    <a:gd name="T33" fmla="*/ 1282 h 1360"/>
                    <a:gd name="T34" fmla="*/ 2335 w 2393"/>
                    <a:gd name="T35" fmla="*/ 1324 h 1360"/>
                    <a:gd name="T36" fmla="*/ 2286 w 2393"/>
                    <a:gd name="T37" fmla="*/ 1351 h 1360"/>
                    <a:gd name="T38" fmla="*/ 2230 w 2393"/>
                    <a:gd name="T39" fmla="*/ 1360 h 1360"/>
                    <a:gd name="T40" fmla="*/ 129 w 2393"/>
                    <a:gd name="T41" fmla="*/ 1358 h 1360"/>
                    <a:gd name="T42" fmla="*/ 77 w 2393"/>
                    <a:gd name="T43" fmla="*/ 1339 h 1360"/>
                    <a:gd name="T44" fmla="*/ 36 w 2393"/>
                    <a:gd name="T45" fmla="*/ 1304 h 1360"/>
                    <a:gd name="T46" fmla="*/ 10 w 2393"/>
                    <a:gd name="T47" fmla="*/ 1256 h 1360"/>
                    <a:gd name="T48" fmla="*/ 0 w 2393"/>
                    <a:gd name="T49" fmla="*/ 1200 h 1360"/>
                    <a:gd name="T50" fmla="*/ 3 w 2393"/>
                    <a:gd name="T51" fmla="*/ 684 h 1360"/>
                    <a:gd name="T52" fmla="*/ 23 w 2393"/>
                    <a:gd name="T53" fmla="*/ 561 h 1360"/>
                    <a:gd name="T54" fmla="*/ 63 w 2393"/>
                    <a:gd name="T55" fmla="*/ 443 h 1360"/>
                    <a:gd name="T56" fmla="*/ 122 w 2393"/>
                    <a:gd name="T57" fmla="*/ 336 h 1360"/>
                    <a:gd name="T58" fmla="*/ 195 w 2393"/>
                    <a:gd name="T59" fmla="*/ 240 h 1360"/>
                    <a:gd name="T60" fmla="*/ 283 w 2393"/>
                    <a:gd name="T61" fmla="*/ 157 h 1360"/>
                    <a:gd name="T62" fmla="*/ 385 w 2393"/>
                    <a:gd name="T63" fmla="*/ 89 h 1360"/>
                    <a:gd name="T64" fmla="*/ 498 w 2393"/>
                    <a:gd name="T65" fmla="*/ 38 h 1360"/>
                    <a:gd name="T66" fmla="*/ 640 w 2393"/>
                    <a:gd name="T67" fmla="*/ 0 h 1360"/>
                    <a:gd name="T68" fmla="*/ 1748 w 2393"/>
                    <a:gd name="T69" fmla="*/ 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93" h="1360">
                      <a:moveTo>
                        <a:pt x="1814" y="702"/>
                      </a:moveTo>
                      <a:lnTo>
                        <a:pt x="1796" y="704"/>
                      </a:lnTo>
                      <a:lnTo>
                        <a:pt x="1778" y="709"/>
                      </a:lnTo>
                      <a:lnTo>
                        <a:pt x="1761" y="720"/>
                      </a:lnTo>
                      <a:lnTo>
                        <a:pt x="1746" y="733"/>
                      </a:lnTo>
                      <a:lnTo>
                        <a:pt x="1590" y="904"/>
                      </a:lnTo>
                      <a:lnTo>
                        <a:pt x="2038" y="904"/>
                      </a:lnTo>
                      <a:lnTo>
                        <a:pt x="1882" y="733"/>
                      </a:lnTo>
                      <a:lnTo>
                        <a:pt x="1867" y="719"/>
                      </a:lnTo>
                      <a:lnTo>
                        <a:pt x="1851" y="709"/>
                      </a:lnTo>
                      <a:lnTo>
                        <a:pt x="1833" y="703"/>
                      </a:lnTo>
                      <a:lnTo>
                        <a:pt x="1814" y="702"/>
                      </a:lnTo>
                      <a:close/>
                      <a:moveTo>
                        <a:pt x="1748" y="0"/>
                      </a:moveTo>
                      <a:lnTo>
                        <a:pt x="1831" y="20"/>
                      </a:lnTo>
                      <a:lnTo>
                        <a:pt x="1892" y="38"/>
                      </a:lnTo>
                      <a:lnTo>
                        <a:pt x="1950" y="61"/>
                      </a:lnTo>
                      <a:lnTo>
                        <a:pt x="2005" y="88"/>
                      </a:lnTo>
                      <a:lnTo>
                        <a:pt x="2057" y="121"/>
                      </a:lnTo>
                      <a:lnTo>
                        <a:pt x="2107" y="157"/>
                      </a:lnTo>
                      <a:lnTo>
                        <a:pt x="2154" y="196"/>
                      </a:lnTo>
                      <a:lnTo>
                        <a:pt x="2196" y="239"/>
                      </a:lnTo>
                      <a:lnTo>
                        <a:pt x="2235" y="286"/>
                      </a:lnTo>
                      <a:lnTo>
                        <a:pt x="2270" y="336"/>
                      </a:lnTo>
                      <a:lnTo>
                        <a:pt x="2301" y="388"/>
                      </a:lnTo>
                      <a:lnTo>
                        <a:pt x="2328" y="443"/>
                      </a:lnTo>
                      <a:lnTo>
                        <a:pt x="2352" y="501"/>
                      </a:lnTo>
                      <a:lnTo>
                        <a:pt x="2369" y="561"/>
                      </a:lnTo>
                      <a:lnTo>
                        <a:pt x="2382" y="622"/>
                      </a:lnTo>
                      <a:lnTo>
                        <a:pt x="2390" y="684"/>
                      </a:lnTo>
                      <a:lnTo>
                        <a:pt x="2393" y="748"/>
                      </a:lnTo>
                      <a:lnTo>
                        <a:pt x="2393" y="1200"/>
                      </a:lnTo>
                      <a:lnTo>
                        <a:pt x="2390" y="1230"/>
                      </a:lnTo>
                      <a:lnTo>
                        <a:pt x="2383" y="1256"/>
                      </a:lnTo>
                      <a:lnTo>
                        <a:pt x="2370" y="1282"/>
                      </a:lnTo>
                      <a:lnTo>
                        <a:pt x="2354" y="1304"/>
                      </a:lnTo>
                      <a:lnTo>
                        <a:pt x="2335" y="1324"/>
                      </a:lnTo>
                      <a:lnTo>
                        <a:pt x="2311" y="1339"/>
                      </a:lnTo>
                      <a:lnTo>
                        <a:pt x="2286" y="1351"/>
                      </a:lnTo>
                      <a:lnTo>
                        <a:pt x="2259" y="1358"/>
                      </a:lnTo>
                      <a:lnTo>
                        <a:pt x="2230" y="1360"/>
                      </a:lnTo>
                      <a:lnTo>
                        <a:pt x="157" y="1360"/>
                      </a:lnTo>
                      <a:lnTo>
                        <a:pt x="129" y="1358"/>
                      </a:lnTo>
                      <a:lnTo>
                        <a:pt x="101" y="1351"/>
                      </a:lnTo>
                      <a:lnTo>
                        <a:pt x="77" y="1339"/>
                      </a:lnTo>
                      <a:lnTo>
                        <a:pt x="55" y="1324"/>
                      </a:lnTo>
                      <a:lnTo>
                        <a:pt x="36" y="1304"/>
                      </a:lnTo>
                      <a:lnTo>
                        <a:pt x="21" y="1282"/>
                      </a:lnTo>
                      <a:lnTo>
                        <a:pt x="10" y="1256"/>
                      </a:lnTo>
                      <a:lnTo>
                        <a:pt x="3" y="1230"/>
                      </a:lnTo>
                      <a:lnTo>
                        <a:pt x="0" y="1200"/>
                      </a:lnTo>
                      <a:lnTo>
                        <a:pt x="0" y="748"/>
                      </a:lnTo>
                      <a:lnTo>
                        <a:pt x="3" y="684"/>
                      </a:lnTo>
                      <a:lnTo>
                        <a:pt x="11" y="622"/>
                      </a:lnTo>
                      <a:lnTo>
                        <a:pt x="23" y="561"/>
                      </a:lnTo>
                      <a:lnTo>
                        <a:pt x="41" y="501"/>
                      </a:lnTo>
                      <a:lnTo>
                        <a:pt x="63" y="443"/>
                      </a:lnTo>
                      <a:lnTo>
                        <a:pt x="90" y="389"/>
                      </a:lnTo>
                      <a:lnTo>
                        <a:pt x="122" y="336"/>
                      </a:lnTo>
                      <a:lnTo>
                        <a:pt x="156" y="286"/>
                      </a:lnTo>
                      <a:lnTo>
                        <a:pt x="195" y="240"/>
                      </a:lnTo>
                      <a:lnTo>
                        <a:pt x="237" y="196"/>
                      </a:lnTo>
                      <a:lnTo>
                        <a:pt x="283" y="157"/>
                      </a:lnTo>
                      <a:lnTo>
                        <a:pt x="332" y="121"/>
                      </a:lnTo>
                      <a:lnTo>
                        <a:pt x="385" y="89"/>
                      </a:lnTo>
                      <a:lnTo>
                        <a:pt x="440" y="62"/>
                      </a:lnTo>
                      <a:lnTo>
                        <a:pt x="498" y="38"/>
                      </a:lnTo>
                      <a:lnTo>
                        <a:pt x="559" y="20"/>
                      </a:lnTo>
                      <a:lnTo>
                        <a:pt x="640" y="0"/>
                      </a:lnTo>
                      <a:lnTo>
                        <a:pt x="1193" y="1280"/>
                      </a:lnTo>
                      <a:lnTo>
                        <a:pt x="1748"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2" name="Freeform 25"/>
                <p:cNvSpPr/>
                <p:nvPr/>
              </p:nvSpPr>
              <p:spPr bwMode="auto">
                <a:xfrm>
                  <a:off x="2689" y="4347"/>
                  <a:ext cx="34" cy="83"/>
                </a:xfrm>
                <a:custGeom>
                  <a:avLst/>
                  <a:gdLst>
                    <a:gd name="T0" fmla="*/ 135 w 373"/>
                    <a:gd name="T1" fmla="*/ 0 h 915"/>
                    <a:gd name="T2" fmla="*/ 237 w 373"/>
                    <a:gd name="T3" fmla="*/ 0 h 915"/>
                    <a:gd name="T4" fmla="*/ 258 w 373"/>
                    <a:gd name="T5" fmla="*/ 2 h 915"/>
                    <a:gd name="T6" fmla="*/ 278 w 373"/>
                    <a:gd name="T7" fmla="*/ 9 h 915"/>
                    <a:gd name="T8" fmla="*/ 295 w 373"/>
                    <a:gd name="T9" fmla="*/ 21 h 915"/>
                    <a:gd name="T10" fmla="*/ 310 w 373"/>
                    <a:gd name="T11" fmla="*/ 36 h 915"/>
                    <a:gd name="T12" fmla="*/ 321 w 373"/>
                    <a:gd name="T13" fmla="*/ 53 h 915"/>
                    <a:gd name="T14" fmla="*/ 328 w 373"/>
                    <a:gd name="T15" fmla="*/ 74 h 915"/>
                    <a:gd name="T16" fmla="*/ 366 w 373"/>
                    <a:gd name="T17" fmla="*/ 234 h 915"/>
                    <a:gd name="T18" fmla="*/ 368 w 373"/>
                    <a:gd name="T19" fmla="*/ 257 h 915"/>
                    <a:gd name="T20" fmla="*/ 365 w 373"/>
                    <a:gd name="T21" fmla="*/ 281 h 915"/>
                    <a:gd name="T22" fmla="*/ 357 w 373"/>
                    <a:gd name="T23" fmla="*/ 301 h 915"/>
                    <a:gd name="T24" fmla="*/ 345 w 373"/>
                    <a:gd name="T25" fmla="*/ 319 h 915"/>
                    <a:gd name="T26" fmla="*/ 329 w 373"/>
                    <a:gd name="T27" fmla="*/ 334 h 915"/>
                    <a:gd name="T28" fmla="*/ 309 w 373"/>
                    <a:gd name="T29" fmla="*/ 345 h 915"/>
                    <a:gd name="T30" fmla="*/ 287 w 373"/>
                    <a:gd name="T31" fmla="*/ 351 h 915"/>
                    <a:gd name="T32" fmla="*/ 373 w 373"/>
                    <a:gd name="T33" fmla="*/ 438 h 915"/>
                    <a:gd name="T34" fmla="*/ 187 w 373"/>
                    <a:gd name="T35" fmla="*/ 915 h 915"/>
                    <a:gd name="T36" fmla="*/ 0 w 373"/>
                    <a:gd name="T37" fmla="*/ 438 h 915"/>
                    <a:gd name="T38" fmla="*/ 85 w 373"/>
                    <a:gd name="T39" fmla="*/ 351 h 915"/>
                    <a:gd name="T40" fmla="*/ 63 w 373"/>
                    <a:gd name="T41" fmla="*/ 345 h 915"/>
                    <a:gd name="T42" fmla="*/ 44 w 373"/>
                    <a:gd name="T43" fmla="*/ 334 h 915"/>
                    <a:gd name="T44" fmla="*/ 27 w 373"/>
                    <a:gd name="T45" fmla="*/ 319 h 915"/>
                    <a:gd name="T46" fmla="*/ 15 w 373"/>
                    <a:gd name="T47" fmla="*/ 301 h 915"/>
                    <a:gd name="T48" fmla="*/ 7 w 373"/>
                    <a:gd name="T49" fmla="*/ 281 h 915"/>
                    <a:gd name="T50" fmla="*/ 4 w 373"/>
                    <a:gd name="T51" fmla="*/ 257 h 915"/>
                    <a:gd name="T52" fmla="*/ 6 w 373"/>
                    <a:gd name="T53" fmla="*/ 234 h 915"/>
                    <a:gd name="T54" fmla="*/ 44 w 373"/>
                    <a:gd name="T55" fmla="*/ 74 h 915"/>
                    <a:gd name="T56" fmla="*/ 52 w 373"/>
                    <a:gd name="T57" fmla="*/ 53 h 915"/>
                    <a:gd name="T58" fmla="*/ 63 w 373"/>
                    <a:gd name="T59" fmla="*/ 36 h 915"/>
                    <a:gd name="T60" fmla="*/ 77 w 373"/>
                    <a:gd name="T61" fmla="*/ 21 h 915"/>
                    <a:gd name="T62" fmla="*/ 95 w 373"/>
                    <a:gd name="T63" fmla="*/ 9 h 915"/>
                    <a:gd name="T64" fmla="*/ 114 w 373"/>
                    <a:gd name="T65" fmla="*/ 2 h 915"/>
                    <a:gd name="T66" fmla="*/ 135 w 373"/>
                    <a:gd name="T67" fmla="*/ 0 h 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3" h="915">
                      <a:moveTo>
                        <a:pt x="135" y="0"/>
                      </a:moveTo>
                      <a:lnTo>
                        <a:pt x="237" y="0"/>
                      </a:lnTo>
                      <a:lnTo>
                        <a:pt x="258" y="2"/>
                      </a:lnTo>
                      <a:lnTo>
                        <a:pt x="278" y="9"/>
                      </a:lnTo>
                      <a:lnTo>
                        <a:pt x="295" y="21"/>
                      </a:lnTo>
                      <a:lnTo>
                        <a:pt x="310" y="36"/>
                      </a:lnTo>
                      <a:lnTo>
                        <a:pt x="321" y="53"/>
                      </a:lnTo>
                      <a:lnTo>
                        <a:pt x="328" y="74"/>
                      </a:lnTo>
                      <a:lnTo>
                        <a:pt x="366" y="234"/>
                      </a:lnTo>
                      <a:lnTo>
                        <a:pt x="368" y="257"/>
                      </a:lnTo>
                      <a:lnTo>
                        <a:pt x="365" y="281"/>
                      </a:lnTo>
                      <a:lnTo>
                        <a:pt x="357" y="301"/>
                      </a:lnTo>
                      <a:lnTo>
                        <a:pt x="345" y="319"/>
                      </a:lnTo>
                      <a:lnTo>
                        <a:pt x="329" y="334"/>
                      </a:lnTo>
                      <a:lnTo>
                        <a:pt x="309" y="345"/>
                      </a:lnTo>
                      <a:lnTo>
                        <a:pt x="287" y="351"/>
                      </a:lnTo>
                      <a:lnTo>
                        <a:pt x="373" y="438"/>
                      </a:lnTo>
                      <a:lnTo>
                        <a:pt x="187" y="915"/>
                      </a:lnTo>
                      <a:lnTo>
                        <a:pt x="0" y="438"/>
                      </a:lnTo>
                      <a:lnTo>
                        <a:pt x="85" y="351"/>
                      </a:lnTo>
                      <a:lnTo>
                        <a:pt x="63" y="345"/>
                      </a:lnTo>
                      <a:lnTo>
                        <a:pt x="44" y="334"/>
                      </a:lnTo>
                      <a:lnTo>
                        <a:pt x="27" y="319"/>
                      </a:lnTo>
                      <a:lnTo>
                        <a:pt x="15" y="301"/>
                      </a:lnTo>
                      <a:lnTo>
                        <a:pt x="7" y="281"/>
                      </a:lnTo>
                      <a:lnTo>
                        <a:pt x="4" y="257"/>
                      </a:lnTo>
                      <a:lnTo>
                        <a:pt x="6" y="234"/>
                      </a:lnTo>
                      <a:lnTo>
                        <a:pt x="44" y="74"/>
                      </a:lnTo>
                      <a:lnTo>
                        <a:pt x="52" y="53"/>
                      </a:lnTo>
                      <a:lnTo>
                        <a:pt x="63" y="36"/>
                      </a:lnTo>
                      <a:lnTo>
                        <a:pt x="77" y="21"/>
                      </a:lnTo>
                      <a:lnTo>
                        <a:pt x="95" y="9"/>
                      </a:lnTo>
                      <a:lnTo>
                        <a:pt x="114" y="2"/>
                      </a:lnTo>
                      <a:lnTo>
                        <a:pt x="135"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grpSp>
          <p:sp>
            <p:nvSpPr>
              <p:cNvPr id="38" name="椭圆 37"/>
              <p:cNvSpPr/>
              <p:nvPr/>
            </p:nvSpPr>
            <p:spPr>
              <a:xfrm>
                <a:off x="809944" y="4637862"/>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nvGrpSpPr>
            <p:cNvPr id="19" name="组合 18"/>
            <p:cNvGrpSpPr/>
            <p:nvPr/>
          </p:nvGrpSpPr>
          <p:grpSpPr>
            <a:xfrm>
              <a:off x="1865189" y="4782240"/>
              <a:ext cx="848538" cy="848538"/>
              <a:chOff x="2418701" y="4675290"/>
              <a:chExt cx="848538" cy="848538"/>
            </a:xfrm>
          </p:grpSpPr>
          <p:sp>
            <p:nvSpPr>
              <p:cNvPr id="26" name="Freeform 11"/>
              <p:cNvSpPr>
                <a:spLocks noEditPoints="1"/>
              </p:cNvSpPr>
              <p:nvPr/>
            </p:nvSpPr>
            <p:spPr bwMode="auto">
              <a:xfrm flipH="1">
                <a:off x="2635681" y="4884457"/>
                <a:ext cx="350410" cy="430205"/>
              </a:xfrm>
              <a:custGeom>
                <a:avLst/>
                <a:gdLst>
                  <a:gd name="T0" fmla="*/ 1930 w 2831"/>
                  <a:gd name="T1" fmla="*/ 2787 h 3472"/>
                  <a:gd name="T2" fmla="*/ 1791 w 2831"/>
                  <a:gd name="T3" fmla="*/ 2855 h 3472"/>
                  <a:gd name="T4" fmla="*/ 2114 w 2831"/>
                  <a:gd name="T5" fmla="*/ 3172 h 3472"/>
                  <a:gd name="T6" fmla="*/ 2628 w 2831"/>
                  <a:gd name="T7" fmla="*/ 2656 h 3472"/>
                  <a:gd name="T8" fmla="*/ 2538 w 2831"/>
                  <a:gd name="T9" fmla="*/ 2529 h 3472"/>
                  <a:gd name="T10" fmla="*/ 1440 w 2831"/>
                  <a:gd name="T11" fmla="*/ 2529 h 3472"/>
                  <a:gd name="T12" fmla="*/ 914 w 2831"/>
                  <a:gd name="T13" fmla="*/ 2569 h 3472"/>
                  <a:gd name="T14" fmla="*/ 928 w 2831"/>
                  <a:gd name="T15" fmla="*/ 2433 h 3472"/>
                  <a:gd name="T16" fmla="*/ 807 w 2831"/>
                  <a:gd name="T17" fmla="*/ 2382 h 3472"/>
                  <a:gd name="T18" fmla="*/ 439 w 2831"/>
                  <a:gd name="T19" fmla="*/ 2514 h 3472"/>
                  <a:gd name="T20" fmla="*/ 470 w 2831"/>
                  <a:gd name="T21" fmla="*/ 2433 h 3472"/>
                  <a:gd name="T22" fmla="*/ 2186 w 2831"/>
                  <a:gd name="T23" fmla="*/ 2182 h 3472"/>
                  <a:gd name="T24" fmla="*/ 2642 w 2831"/>
                  <a:gd name="T25" fmla="*/ 2371 h 3472"/>
                  <a:gd name="T26" fmla="*/ 2831 w 2831"/>
                  <a:gd name="T27" fmla="*/ 2827 h 3472"/>
                  <a:gd name="T28" fmla="*/ 2642 w 2831"/>
                  <a:gd name="T29" fmla="*/ 3283 h 3472"/>
                  <a:gd name="T30" fmla="*/ 2186 w 2831"/>
                  <a:gd name="T31" fmla="*/ 3472 h 3472"/>
                  <a:gd name="T32" fmla="*/ 1729 w 2831"/>
                  <a:gd name="T33" fmla="*/ 3283 h 3472"/>
                  <a:gd name="T34" fmla="*/ 1540 w 2831"/>
                  <a:gd name="T35" fmla="*/ 2827 h 3472"/>
                  <a:gd name="T36" fmla="*/ 1729 w 2831"/>
                  <a:gd name="T37" fmla="*/ 2371 h 3472"/>
                  <a:gd name="T38" fmla="*/ 2186 w 2831"/>
                  <a:gd name="T39" fmla="*/ 2182 h 3472"/>
                  <a:gd name="T40" fmla="*/ 1540 w 2831"/>
                  <a:gd name="T41" fmla="*/ 2083 h 3472"/>
                  <a:gd name="T42" fmla="*/ 914 w 2831"/>
                  <a:gd name="T43" fmla="*/ 2123 h 3472"/>
                  <a:gd name="T44" fmla="*/ 928 w 2831"/>
                  <a:gd name="T45" fmla="*/ 1986 h 3472"/>
                  <a:gd name="T46" fmla="*/ 807 w 2831"/>
                  <a:gd name="T47" fmla="*/ 1957 h 3472"/>
                  <a:gd name="T48" fmla="*/ 439 w 2831"/>
                  <a:gd name="T49" fmla="*/ 2088 h 3472"/>
                  <a:gd name="T50" fmla="*/ 470 w 2831"/>
                  <a:gd name="T51" fmla="*/ 2007 h 3472"/>
                  <a:gd name="T52" fmla="*/ 944 w 2831"/>
                  <a:gd name="T53" fmla="*/ 1588 h 3472"/>
                  <a:gd name="T54" fmla="*/ 1786 w 2831"/>
                  <a:gd name="T55" fmla="*/ 1702 h 3472"/>
                  <a:gd name="T56" fmla="*/ 904 w 2831"/>
                  <a:gd name="T57" fmla="*/ 1716 h 3472"/>
                  <a:gd name="T58" fmla="*/ 944 w 2831"/>
                  <a:gd name="T59" fmla="*/ 1588 h 3472"/>
                  <a:gd name="T60" fmla="*/ 800 w 2831"/>
                  <a:gd name="T61" fmla="*/ 1548 h 3472"/>
                  <a:gd name="T62" fmla="*/ 430 w 2831"/>
                  <a:gd name="T63" fmla="*/ 1656 h 3472"/>
                  <a:gd name="T64" fmla="*/ 484 w 2831"/>
                  <a:gd name="T65" fmla="*/ 1589 h 3472"/>
                  <a:gd name="T66" fmla="*/ 1738 w 2831"/>
                  <a:gd name="T67" fmla="*/ 1140 h 3472"/>
                  <a:gd name="T68" fmla="*/ 1778 w 2831"/>
                  <a:gd name="T69" fmla="*/ 1269 h 3472"/>
                  <a:gd name="T70" fmla="*/ 896 w 2831"/>
                  <a:gd name="T71" fmla="*/ 1255 h 3472"/>
                  <a:gd name="T72" fmla="*/ 769 w 2831"/>
                  <a:gd name="T73" fmla="*/ 1030 h 3472"/>
                  <a:gd name="T74" fmla="*/ 616 w 2831"/>
                  <a:gd name="T75" fmla="*/ 1312 h 3472"/>
                  <a:gd name="T76" fmla="*/ 423 w 2831"/>
                  <a:gd name="T77" fmla="*/ 1202 h 3472"/>
                  <a:gd name="T78" fmla="*/ 496 w 2831"/>
                  <a:gd name="T79" fmla="*/ 1154 h 3472"/>
                  <a:gd name="T80" fmla="*/ 548 w 2831"/>
                  <a:gd name="T81" fmla="*/ 372 h 3472"/>
                  <a:gd name="T82" fmla="*/ 681 w 2831"/>
                  <a:gd name="T83" fmla="*/ 618 h 3472"/>
                  <a:gd name="T84" fmla="*/ 1588 w 2831"/>
                  <a:gd name="T85" fmla="*/ 597 h 3472"/>
                  <a:gd name="T86" fmla="*/ 1683 w 2831"/>
                  <a:gd name="T87" fmla="*/ 347 h 3472"/>
                  <a:gd name="T88" fmla="*/ 2201 w 2831"/>
                  <a:gd name="T89" fmla="*/ 438 h 3472"/>
                  <a:gd name="T90" fmla="*/ 2118 w 2831"/>
                  <a:gd name="T91" fmla="*/ 2037 h 3472"/>
                  <a:gd name="T92" fmla="*/ 1412 w 2831"/>
                  <a:gd name="T93" fmla="*/ 3005 h 3472"/>
                  <a:gd name="T94" fmla="*/ 47 w 2831"/>
                  <a:gd name="T95" fmla="*/ 3054 h 3472"/>
                  <a:gd name="T96" fmla="*/ 21 w 2831"/>
                  <a:gd name="T97" fmla="*/ 455 h 3472"/>
                  <a:gd name="T98" fmla="*/ 1118 w 2831"/>
                  <a:gd name="T99" fmla="*/ 99 h 3472"/>
                  <a:gd name="T100" fmla="*/ 1053 w 2831"/>
                  <a:gd name="T101" fmla="*/ 211 h 3472"/>
                  <a:gd name="T102" fmla="*/ 1182 w 2831"/>
                  <a:gd name="T103" fmla="*/ 211 h 3472"/>
                  <a:gd name="T104" fmla="*/ 1118 w 2831"/>
                  <a:gd name="T105" fmla="*/ 99 h 3472"/>
                  <a:gd name="T106" fmla="*/ 1268 w 2831"/>
                  <a:gd name="T107" fmla="*/ 85 h 3472"/>
                  <a:gd name="T108" fmla="*/ 1328 w 2831"/>
                  <a:gd name="T109" fmla="*/ 238 h 3472"/>
                  <a:gd name="T110" fmla="*/ 1564 w 2831"/>
                  <a:gd name="T111" fmla="*/ 312 h 3472"/>
                  <a:gd name="T112" fmla="*/ 1547 w 2831"/>
                  <a:gd name="T113" fmla="*/ 503 h 3472"/>
                  <a:gd name="T114" fmla="*/ 711 w 2831"/>
                  <a:gd name="T115" fmla="*/ 521 h 3472"/>
                  <a:gd name="T116" fmla="*/ 657 w 2831"/>
                  <a:gd name="T117" fmla="*/ 338 h 3472"/>
                  <a:gd name="T118" fmla="*/ 889 w 2831"/>
                  <a:gd name="T119" fmla="*/ 245 h 3472"/>
                  <a:gd name="T120" fmla="*/ 954 w 2831"/>
                  <a:gd name="T121" fmla="*/ 112 h 3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31" h="3471">
                    <a:moveTo>
                      <a:pt x="2538" y="2529"/>
                    </a:moveTo>
                    <a:lnTo>
                      <a:pt x="2517" y="2531"/>
                    </a:lnTo>
                    <a:lnTo>
                      <a:pt x="2496" y="2537"/>
                    </a:lnTo>
                    <a:lnTo>
                      <a:pt x="2476" y="2547"/>
                    </a:lnTo>
                    <a:lnTo>
                      <a:pt x="2459" y="2563"/>
                    </a:lnTo>
                    <a:lnTo>
                      <a:pt x="2124" y="2939"/>
                    </a:lnTo>
                    <a:lnTo>
                      <a:pt x="1950" y="2800"/>
                    </a:lnTo>
                    <a:lnTo>
                      <a:pt x="1930" y="2787"/>
                    </a:lnTo>
                    <a:lnTo>
                      <a:pt x="1909" y="2780"/>
                    </a:lnTo>
                    <a:lnTo>
                      <a:pt x="1888" y="2778"/>
                    </a:lnTo>
                    <a:lnTo>
                      <a:pt x="1866" y="2780"/>
                    </a:lnTo>
                    <a:lnTo>
                      <a:pt x="1845" y="2787"/>
                    </a:lnTo>
                    <a:lnTo>
                      <a:pt x="1826" y="2799"/>
                    </a:lnTo>
                    <a:lnTo>
                      <a:pt x="1810" y="2814"/>
                    </a:lnTo>
                    <a:lnTo>
                      <a:pt x="1797" y="2834"/>
                    </a:lnTo>
                    <a:lnTo>
                      <a:pt x="1791" y="2855"/>
                    </a:lnTo>
                    <a:lnTo>
                      <a:pt x="1788" y="2876"/>
                    </a:lnTo>
                    <a:lnTo>
                      <a:pt x="1791" y="2899"/>
                    </a:lnTo>
                    <a:lnTo>
                      <a:pt x="1797" y="2920"/>
                    </a:lnTo>
                    <a:lnTo>
                      <a:pt x="1809" y="2938"/>
                    </a:lnTo>
                    <a:lnTo>
                      <a:pt x="1826" y="2954"/>
                    </a:lnTo>
                    <a:lnTo>
                      <a:pt x="2073" y="3152"/>
                    </a:lnTo>
                    <a:lnTo>
                      <a:pt x="2093" y="3165"/>
                    </a:lnTo>
                    <a:lnTo>
                      <a:pt x="2114" y="3172"/>
                    </a:lnTo>
                    <a:lnTo>
                      <a:pt x="2135" y="3174"/>
                    </a:lnTo>
                    <a:lnTo>
                      <a:pt x="2156" y="3172"/>
                    </a:lnTo>
                    <a:lnTo>
                      <a:pt x="2175" y="3166"/>
                    </a:lnTo>
                    <a:lnTo>
                      <a:pt x="2194" y="3155"/>
                    </a:lnTo>
                    <a:lnTo>
                      <a:pt x="2210" y="3142"/>
                    </a:lnTo>
                    <a:lnTo>
                      <a:pt x="2607" y="2694"/>
                    </a:lnTo>
                    <a:lnTo>
                      <a:pt x="2620" y="2676"/>
                    </a:lnTo>
                    <a:lnTo>
                      <a:pt x="2628" y="2656"/>
                    </a:lnTo>
                    <a:lnTo>
                      <a:pt x="2633" y="2633"/>
                    </a:lnTo>
                    <a:lnTo>
                      <a:pt x="2631" y="2612"/>
                    </a:lnTo>
                    <a:lnTo>
                      <a:pt x="2625" y="2591"/>
                    </a:lnTo>
                    <a:lnTo>
                      <a:pt x="2615" y="2571"/>
                    </a:lnTo>
                    <a:lnTo>
                      <a:pt x="2599" y="2555"/>
                    </a:lnTo>
                    <a:lnTo>
                      <a:pt x="2580" y="2542"/>
                    </a:lnTo>
                    <a:lnTo>
                      <a:pt x="2560" y="2534"/>
                    </a:lnTo>
                    <a:lnTo>
                      <a:pt x="2538" y="2529"/>
                    </a:lnTo>
                    <a:close/>
                    <a:moveTo>
                      <a:pt x="944" y="2430"/>
                    </a:moveTo>
                    <a:lnTo>
                      <a:pt x="1391" y="2430"/>
                    </a:lnTo>
                    <a:lnTo>
                      <a:pt x="1406" y="2433"/>
                    </a:lnTo>
                    <a:lnTo>
                      <a:pt x="1420" y="2440"/>
                    </a:lnTo>
                    <a:lnTo>
                      <a:pt x="1431" y="2450"/>
                    </a:lnTo>
                    <a:lnTo>
                      <a:pt x="1438" y="2464"/>
                    </a:lnTo>
                    <a:lnTo>
                      <a:pt x="1440" y="2480"/>
                    </a:lnTo>
                    <a:lnTo>
                      <a:pt x="1440" y="2529"/>
                    </a:lnTo>
                    <a:lnTo>
                      <a:pt x="1438" y="2545"/>
                    </a:lnTo>
                    <a:lnTo>
                      <a:pt x="1431" y="2559"/>
                    </a:lnTo>
                    <a:lnTo>
                      <a:pt x="1420" y="2569"/>
                    </a:lnTo>
                    <a:lnTo>
                      <a:pt x="1406" y="2577"/>
                    </a:lnTo>
                    <a:lnTo>
                      <a:pt x="1391" y="2579"/>
                    </a:lnTo>
                    <a:lnTo>
                      <a:pt x="944" y="2579"/>
                    </a:lnTo>
                    <a:lnTo>
                      <a:pt x="928" y="2577"/>
                    </a:lnTo>
                    <a:lnTo>
                      <a:pt x="914" y="2569"/>
                    </a:lnTo>
                    <a:lnTo>
                      <a:pt x="904" y="2559"/>
                    </a:lnTo>
                    <a:lnTo>
                      <a:pt x="896" y="2545"/>
                    </a:lnTo>
                    <a:lnTo>
                      <a:pt x="894" y="2529"/>
                    </a:lnTo>
                    <a:lnTo>
                      <a:pt x="894" y="2480"/>
                    </a:lnTo>
                    <a:lnTo>
                      <a:pt x="896" y="2464"/>
                    </a:lnTo>
                    <a:lnTo>
                      <a:pt x="904" y="2450"/>
                    </a:lnTo>
                    <a:lnTo>
                      <a:pt x="914" y="2440"/>
                    </a:lnTo>
                    <a:lnTo>
                      <a:pt x="928" y="2433"/>
                    </a:lnTo>
                    <a:lnTo>
                      <a:pt x="944" y="2430"/>
                    </a:lnTo>
                    <a:close/>
                    <a:moveTo>
                      <a:pt x="769" y="2319"/>
                    </a:moveTo>
                    <a:lnTo>
                      <a:pt x="783" y="2322"/>
                    </a:lnTo>
                    <a:lnTo>
                      <a:pt x="795" y="2330"/>
                    </a:lnTo>
                    <a:lnTo>
                      <a:pt x="805" y="2341"/>
                    </a:lnTo>
                    <a:lnTo>
                      <a:pt x="810" y="2355"/>
                    </a:lnTo>
                    <a:lnTo>
                      <a:pt x="810" y="2368"/>
                    </a:lnTo>
                    <a:lnTo>
                      <a:pt x="807" y="2382"/>
                    </a:lnTo>
                    <a:lnTo>
                      <a:pt x="800" y="2395"/>
                    </a:lnTo>
                    <a:lnTo>
                      <a:pt x="616" y="2600"/>
                    </a:lnTo>
                    <a:lnTo>
                      <a:pt x="606" y="2608"/>
                    </a:lnTo>
                    <a:lnTo>
                      <a:pt x="594" y="2613"/>
                    </a:lnTo>
                    <a:lnTo>
                      <a:pt x="581" y="2616"/>
                    </a:lnTo>
                    <a:lnTo>
                      <a:pt x="567" y="2612"/>
                    </a:lnTo>
                    <a:lnTo>
                      <a:pt x="553" y="2605"/>
                    </a:lnTo>
                    <a:lnTo>
                      <a:pt x="439" y="2514"/>
                    </a:lnTo>
                    <a:lnTo>
                      <a:pt x="430" y="2503"/>
                    </a:lnTo>
                    <a:lnTo>
                      <a:pt x="423" y="2490"/>
                    </a:lnTo>
                    <a:lnTo>
                      <a:pt x="422" y="2477"/>
                    </a:lnTo>
                    <a:lnTo>
                      <a:pt x="425" y="2463"/>
                    </a:lnTo>
                    <a:lnTo>
                      <a:pt x="432" y="2449"/>
                    </a:lnTo>
                    <a:lnTo>
                      <a:pt x="442" y="2440"/>
                    </a:lnTo>
                    <a:lnTo>
                      <a:pt x="456" y="2435"/>
                    </a:lnTo>
                    <a:lnTo>
                      <a:pt x="470" y="2433"/>
                    </a:lnTo>
                    <a:lnTo>
                      <a:pt x="484" y="2436"/>
                    </a:lnTo>
                    <a:lnTo>
                      <a:pt x="496" y="2443"/>
                    </a:lnTo>
                    <a:lnTo>
                      <a:pt x="576" y="2507"/>
                    </a:lnTo>
                    <a:lnTo>
                      <a:pt x="731" y="2334"/>
                    </a:lnTo>
                    <a:lnTo>
                      <a:pt x="742" y="2324"/>
                    </a:lnTo>
                    <a:lnTo>
                      <a:pt x="755" y="2320"/>
                    </a:lnTo>
                    <a:lnTo>
                      <a:pt x="769" y="2319"/>
                    </a:lnTo>
                    <a:close/>
                    <a:moveTo>
                      <a:pt x="2186" y="2182"/>
                    </a:moveTo>
                    <a:lnTo>
                      <a:pt x="2251" y="2185"/>
                    </a:lnTo>
                    <a:lnTo>
                      <a:pt x="2316" y="2196"/>
                    </a:lnTo>
                    <a:lnTo>
                      <a:pt x="2378" y="2212"/>
                    </a:lnTo>
                    <a:lnTo>
                      <a:pt x="2437" y="2233"/>
                    </a:lnTo>
                    <a:lnTo>
                      <a:pt x="2494" y="2260"/>
                    </a:lnTo>
                    <a:lnTo>
                      <a:pt x="2546" y="2293"/>
                    </a:lnTo>
                    <a:lnTo>
                      <a:pt x="2596" y="2329"/>
                    </a:lnTo>
                    <a:lnTo>
                      <a:pt x="2642" y="2371"/>
                    </a:lnTo>
                    <a:lnTo>
                      <a:pt x="2683" y="2417"/>
                    </a:lnTo>
                    <a:lnTo>
                      <a:pt x="2721" y="2466"/>
                    </a:lnTo>
                    <a:lnTo>
                      <a:pt x="2753" y="2520"/>
                    </a:lnTo>
                    <a:lnTo>
                      <a:pt x="2780" y="2577"/>
                    </a:lnTo>
                    <a:lnTo>
                      <a:pt x="2802" y="2636"/>
                    </a:lnTo>
                    <a:lnTo>
                      <a:pt x="2818" y="2698"/>
                    </a:lnTo>
                    <a:lnTo>
                      <a:pt x="2828" y="2761"/>
                    </a:lnTo>
                    <a:lnTo>
                      <a:pt x="2831" y="2827"/>
                    </a:lnTo>
                    <a:lnTo>
                      <a:pt x="2828" y="2893"/>
                    </a:lnTo>
                    <a:lnTo>
                      <a:pt x="2818" y="2958"/>
                    </a:lnTo>
                    <a:lnTo>
                      <a:pt x="2802" y="3019"/>
                    </a:lnTo>
                    <a:lnTo>
                      <a:pt x="2780" y="3079"/>
                    </a:lnTo>
                    <a:lnTo>
                      <a:pt x="2753" y="3134"/>
                    </a:lnTo>
                    <a:lnTo>
                      <a:pt x="2721" y="3188"/>
                    </a:lnTo>
                    <a:lnTo>
                      <a:pt x="2683" y="3237"/>
                    </a:lnTo>
                    <a:lnTo>
                      <a:pt x="2642" y="3283"/>
                    </a:lnTo>
                    <a:lnTo>
                      <a:pt x="2596" y="3325"/>
                    </a:lnTo>
                    <a:lnTo>
                      <a:pt x="2546" y="3362"/>
                    </a:lnTo>
                    <a:lnTo>
                      <a:pt x="2494" y="3394"/>
                    </a:lnTo>
                    <a:lnTo>
                      <a:pt x="2437" y="3421"/>
                    </a:lnTo>
                    <a:lnTo>
                      <a:pt x="2378" y="3443"/>
                    </a:lnTo>
                    <a:lnTo>
                      <a:pt x="2316" y="3459"/>
                    </a:lnTo>
                    <a:lnTo>
                      <a:pt x="2251" y="3469"/>
                    </a:lnTo>
                    <a:lnTo>
                      <a:pt x="2186" y="3472"/>
                    </a:lnTo>
                    <a:lnTo>
                      <a:pt x="2120" y="3469"/>
                    </a:lnTo>
                    <a:lnTo>
                      <a:pt x="2055" y="3459"/>
                    </a:lnTo>
                    <a:lnTo>
                      <a:pt x="1993" y="3443"/>
                    </a:lnTo>
                    <a:lnTo>
                      <a:pt x="1934" y="3421"/>
                    </a:lnTo>
                    <a:lnTo>
                      <a:pt x="1877" y="3394"/>
                    </a:lnTo>
                    <a:lnTo>
                      <a:pt x="1825" y="3362"/>
                    </a:lnTo>
                    <a:lnTo>
                      <a:pt x="1775" y="3325"/>
                    </a:lnTo>
                    <a:lnTo>
                      <a:pt x="1729" y="3283"/>
                    </a:lnTo>
                    <a:lnTo>
                      <a:pt x="1688" y="3237"/>
                    </a:lnTo>
                    <a:lnTo>
                      <a:pt x="1650" y="3188"/>
                    </a:lnTo>
                    <a:lnTo>
                      <a:pt x="1618" y="3134"/>
                    </a:lnTo>
                    <a:lnTo>
                      <a:pt x="1591" y="3079"/>
                    </a:lnTo>
                    <a:lnTo>
                      <a:pt x="1569" y="3019"/>
                    </a:lnTo>
                    <a:lnTo>
                      <a:pt x="1553" y="2958"/>
                    </a:lnTo>
                    <a:lnTo>
                      <a:pt x="1543" y="2893"/>
                    </a:lnTo>
                    <a:lnTo>
                      <a:pt x="1540" y="2827"/>
                    </a:lnTo>
                    <a:lnTo>
                      <a:pt x="1543" y="2761"/>
                    </a:lnTo>
                    <a:lnTo>
                      <a:pt x="1553" y="2698"/>
                    </a:lnTo>
                    <a:lnTo>
                      <a:pt x="1569" y="2636"/>
                    </a:lnTo>
                    <a:lnTo>
                      <a:pt x="1591" y="2577"/>
                    </a:lnTo>
                    <a:lnTo>
                      <a:pt x="1618" y="2520"/>
                    </a:lnTo>
                    <a:lnTo>
                      <a:pt x="1650" y="2466"/>
                    </a:lnTo>
                    <a:lnTo>
                      <a:pt x="1688" y="2417"/>
                    </a:lnTo>
                    <a:lnTo>
                      <a:pt x="1729" y="2371"/>
                    </a:lnTo>
                    <a:lnTo>
                      <a:pt x="1775" y="2329"/>
                    </a:lnTo>
                    <a:lnTo>
                      <a:pt x="1825" y="2293"/>
                    </a:lnTo>
                    <a:lnTo>
                      <a:pt x="1877" y="2260"/>
                    </a:lnTo>
                    <a:lnTo>
                      <a:pt x="1934" y="2233"/>
                    </a:lnTo>
                    <a:lnTo>
                      <a:pt x="1993" y="2212"/>
                    </a:lnTo>
                    <a:lnTo>
                      <a:pt x="2055" y="2196"/>
                    </a:lnTo>
                    <a:lnTo>
                      <a:pt x="2120" y="2185"/>
                    </a:lnTo>
                    <a:lnTo>
                      <a:pt x="2186" y="2182"/>
                    </a:lnTo>
                    <a:close/>
                    <a:moveTo>
                      <a:pt x="944" y="1984"/>
                    </a:moveTo>
                    <a:lnTo>
                      <a:pt x="1491" y="1984"/>
                    </a:lnTo>
                    <a:lnTo>
                      <a:pt x="1505" y="1986"/>
                    </a:lnTo>
                    <a:lnTo>
                      <a:pt x="1519" y="1994"/>
                    </a:lnTo>
                    <a:lnTo>
                      <a:pt x="1531" y="2004"/>
                    </a:lnTo>
                    <a:lnTo>
                      <a:pt x="1537" y="2018"/>
                    </a:lnTo>
                    <a:lnTo>
                      <a:pt x="1540" y="2034"/>
                    </a:lnTo>
                    <a:lnTo>
                      <a:pt x="1540" y="2083"/>
                    </a:lnTo>
                    <a:lnTo>
                      <a:pt x="1537" y="2099"/>
                    </a:lnTo>
                    <a:lnTo>
                      <a:pt x="1531" y="2113"/>
                    </a:lnTo>
                    <a:lnTo>
                      <a:pt x="1519" y="2123"/>
                    </a:lnTo>
                    <a:lnTo>
                      <a:pt x="1505" y="2131"/>
                    </a:lnTo>
                    <a:lnTo>
                      <a:pt x="1491" y="2133"/>
                    </a:lnTo>
                    <a:lnTo>
                      <a:pt x="944" y="2133"/>
                    </a:lnTo>
                    <a:lnTo>
                      <a:pt x="928" y="2131"/>
                    </a:lnTo>
                    <a:lnTo>
                      <a:pt x="914" y="2123"/>
                    </a:lnTo>
                    <a:lnTo>
                      <a:pt x="904" y="2113"/>
                    </a:lnTo>
                    <a:lnTo>
                      <a:pt x="896" y="2099"/>
                    </a:lnTo>
                    <a:lnTo>
                      <a:pt x="894" y="2083"/>
                    </a:lnTo>
                    <a:lnTo>
                      <a:pt x="894" y="2034"/>
                    </a:lnTo>
                    <a:lnTo>
                      <a:pt x="896" y="2018"/>
                    </a:lnTo>
                    <a:lnTo>
                      <a:pt x="904" y="2004"/>
                    </a:lnTo>
                    <a:lnTo>
                      <a:pt x="914" y="1994"/>
                    </a:lnTo>
                    <a:lnTo>
                      <a:pt x="928" y="1986"/>
                    </a:lnTo>
                    <a:lnTo>
                      <a:pt x="944" y="1984"/>
                    </a:lnTo>
                    <a:close/>
                    <a:moveTo>
                      <a:pt x="769" y="1894"/>
                    </a:moveTo>
                    <a:lnTo>
                      <a:pt x="783" y="1897"/>
                    </a:lnTo>
                    <a:lnTo>
                      <a:pt x="795" y="1905"/>
                    </a:lnTo>
                    <a:lnTo>
                      <a:pt x="805" y="1916"/>
                    </a:lnTo>
                    <a:lnTo>
                      <a:pt x="810" y="1930"/>
                    </a:lnTo>
                    <a:lnTo>
                      <a:pt x="810" y="1943"/>
                    </a:lnTo>
                    <a:lnTo>
                      <a:pt x="807" y="1957"/>
                    </a:lnTo>
                    <a:lnTo>
                      <a:pt x="800" y="1970"/>
                    </a:lnTo>
                    <a:lnTo>
                      <a:pt x="616" y="2175"/>
                    </a:lnTo>
                    <a:lnTo>
                      <a:pt x="606" y="2183"/>
                    </a:lnTo>
                    <a:lnTo>
                      <a:pt x="594" y="2188"/>
                    </a:lnTo>
                    <a:lnTo>
                      <a:pt x="581" y="2191"/>
                    </a:lnTo>
                    <a:lnTo>
                      <a:pt x="567" y="2187"/>
                    </a:lnTo>
                    <a:lnTo>
                      <a:pt x="553" y="2180"/>
                    </a:lnTo>
                    <a:lnTo>
                      <a:pt x="439" y="2088"/>
                    </a:lnTo>
                    <a:lnTo>
                      <a:pt x="430" y="2078"/>
                    </a:lnTo>
                    <a:lnTo>
                      <a:pt x="423" y="2065"/>
                    </a:lnTo>
                    <a:lnTo>
                      <a:pt x="422" y="2052"/>
                    </a:lnTo>
                    <a:lnTo>
                      <a:pt x="425" y="2038"/>
                    </a:lnTo>
                    <a:lnTo>
                      <a:pt x="432" y="2024"/>
                    </a:lnTo>
                    <a:lnTo>
                      <a:pt x="442" y="2015"/>
                    </a:lnTo>
                    <a:lnTo>
                      <a:pt x="456" y="2010"/>
                    </a:lnTo>
                    <a:lnTo>
                      <a:pt x="470" y="2007"/>
                    </a:lnTo>
                    <a:lnTo>
                      <a:pt x="484" y="2011"/>
                    </a:lnTo>
                    <a:lnTo>
                      <a:pt x="496" y="2018"/>
                    </a:lnTo>
                    <a:lnTo>
                      <a:pt x="576" y="2082"/>
                    </a:lnTo>
                    <a:lnTo>
                      <a:pt x="731" y="1909"/>
                    </a:lnTo>
                    <a:lnTo>
                      <a:pt x="742" y="1899"/>
                    </a:lnTo>
                    <a:lnTo>
                      <a:pt x="755" y="1895"/>
                    </a:lnTo>
                    <a:lnTo>
                      <a:pt x="769" y="1894"/>
                    </a:lnTo>
                    <a:close/>
                    <a:moveTo>
                      <a:pt x="944" y="1588"/>
                    </a:moveTo>
                    <a:lnTo>
                      <a:pt x="1738" y="1588"/>
                    </a:lnTo>
                    <a:lnTo>
                      <a:pt x="1754" y="1590"/>
                    </a:lnTo>
                    <a:lnTo>
                      <a:pt x="1768" y="1597"/>
                    </a:lnTo>
                    <a:lnTo>
                      <a:pt x="1778" y="1608"/>
                    </a:lnTo>
                    <a:lnTo>
                      <a:pt x="1786" y="1621"/>
                    </a:lnTo>
                    <a:lnTo>
                      <a:pt x="1788" y="1637"/>
                    </a:lnTo>
                    <a:lnTo>
                      <a:pt x="1788" y="1687"/>
                    </a:lnTo>
                    <a:lnTo>
                      <a:pt x="1786" y="1702"/>
                    </a:lnTo>
                    <a:lnTo>
                      <a:pt x="1778" y="1716"/>
                    </a:lnTo>
                    <a:lnTo>
                      <a:pt x="1768" y="1727"/>
                    </a:lnTo>
                    <a:lnTo>
                      <a:pt x="1754" y="1734"/>
                    </a:lnTo>
                    <a:lnTo>
                      <a:pt x="1738" y="1736"/>
                    </a:lnTo>
                    <a:lnTo>
                      <a:pt x="944" y="1736"/>
                    </a:lnTo>
                    <a:lnTo>
                      <a:pt x="928" y="1734"/>
                    </a:lnTo>
                    <a:lnTo>
                      <a:pt x="914" y="1727"/>
                    </a:lnTo>
                    <a:lnTo>
                      <a:pt x="904" y="1716"/>
                    </a:lnTo>
                    <a:lnTo>
                      <a:pt x="896" y="1702"/>
                    </a:lnTo>
                    <a:lnTo>
                      <a:pt x="894" y="1687"/>
                    </a:lnTo>
                    <a:lnTo>
                      <a:pt x="894" y="1637"/>
                    </a:lnTo>
                    <a:lnTo>
                      <a:pt x="896" y="1621"/>
                    </a:lnTo>
                    <a:lnTo>
                      <a:pt x="904" y="1608"/>
                    </a:lnTo>
                    <a:lnTo>
                      <a:pt x="914" y="1597"/>
                    </a:lnTo>
                    <a:lnTo>
                      <a:pt x="928" y="1590"/>
                    </a:lnTo>
                    <a:lnTo>
                      <a:pt x="944" y="1588"/>
                    </a:lnTo>
                    <a:close/>
                    <a:moveTo>
                      <a:pt x="769" y="1472"/>
                    </a:moveTo>
                    <a:lnTo>
                      <a:pt x="783" y="1475"/>
                    </a:lnTo>
                    <a:lnTo>
                      <a:pt x="795" y="1483"/>
                    </a:lnTo>
                    <a:lnTo>
                      <a:pt x="805" y="1494"/>
                    </a:lnTo>
                    <a:lnTo>
                      <a:pt x="810" y="1508"/>
                    </a:lnTo>
                    <a:lnTo>
                      <a:pt x="810" y="1521"/>
                    </a:lnTo>
                    <a:lnTo>
                      <a:pt x="807" y="1535"/>
                    </a:lnTo>
                    <a:lnTo>
                      <a:pt x="800" y="1548"/>
                    </a:lnTo>
                    <a:lnTo>
                      <a:pt x="616" y="1753"/>
                    </a:lnTo>
                    <a:lnTo>
                      <a:pt x="606" y="1761"/>
                    </a:lnTo>
                    <a:lnTo>
                      <a:pt x="594" y="1767"/>
                    </a:lnTo>
                    <a:lnTo>
                      <a:pt x="581" y="1769"/>
                    </a:lnTo>
                    <a:lnTo>
                      <a:pt x="567" y="1765"/>
                    </a:lnTo>
                    <a:lnTo>
                      <a:pt x="553" y="1758"/>
                    </a:lnTo>
                    <a:lnTo>
                      <a:pt x="439" y="1667"/>
                    </a:lnTo>
                    <a:lnTo>
                      <a:pt x="430" y="1656"/>
                    </a:lnTo>
                    <a:lnTo>
                      <a:pt x="423" y="1643"/>
                    </a:lnTo>
                    <a:lnTo>
                      <a:pt x="422" y="1630"/>
                    </a:lnTo>
                    <a:lnTo>
                      <a:pt x="425" y="1615"/>
                    </a:lnTo>
                    <a:lnTo>
                      <a:pt x="432" y="1602"/>
                    </a:lnTo>
                    <a:lnTo>
                      <a:pt x="442" y="1593"/>
                    </a:lnTo>
                    <a:lnTo>
                      <a:pt x="456" y="1588"/>
                    </a:lnTo>
                    <a:lnTo>
                      <a:pt x="470" y="1586"/>
                    </a:lnTo>
                    <a:lnTo>
                      <a:pt x="484" y="1589"/>
                    </a:lnTo>
                    <a:lnTo>
                      <a:pt x="496" y="1596"/>
                    </a:lnTo>
                    <a:lnTo>
                      <a:pt x="576" y="1660"/>
                    </a:lnTo>
                    <a:lnTo>
                      <a:pt x="731" y="1487"/>
                    </a:lnTo>
                    <a:lnTo>
                      <a:pt x="742" y="1477"/>
                    </a:lnTo>
                    <a:lnTo>
                      <a:pt x="755" y="1473"/>
                    </a:lnTo>
                    <a:lnTo>
                      <a:pt x="769" y="1472"/>
                    </a:lnTo>
                    <a:close/>
                    <a:moveTo>
                      <a:pt x="944" y="1140"/>
                    </a:moveTo>
                    <a:lnTo>
                      <a:pt x="1738" y="1140"/>
                    </a:lnTo>
                    <a:lnTo>
                      <a:pt x="1754" y="1144"/>
                    </a:lnTo>
                    <a:lnTo>
                      <a:pt x="1768" y="1150"/>
                    </a:lnTo>
                    <a:lnTo>
                      <a:pt x="1778" y="1162"/>
                    </a:lnTo>
                    <a:lnTo>
                      <a:pt x="1786" y="1175"/>
                    </a:lnTo>
                    <a:lnTo>
                      <a:pt x="1788" y="1190"/>
                    </a:lnTo>
                    <a:lnTo>
                      <a:pt x="1788" y="1240"/>
                    </a:lnTo>
                    <a:lnTo>
                      <a:pt x="1786" y="1255"/>
                    </a:lnTo>
                    <a:lnTo>
                      <a:pt x="1778" y="1269"/>
                    </a:lnTo>
                    <a:lnTo>
                      <a:pt x="1768" y="1280"/>
                    </a:lnTo>
                    <a:lnTo>
                      <a:pt x="1754" y="1287"/>
                    </a:lnTo>
                    <a:lnTo>
                      <a:pt x="1738" y="1290"/>
                    </a:lnTo>
                    <a:lnTo>
                      <a:pt x="944" y="1290"/>
                    </a:lnTo>
                    <a:lnTo>
                      <a:pt x="928" y="1287"/>
                    </a:lnTo>
                    <a:lnTo>
                      <a:pt x="914" y="1280"/>
                    </a:lnTo>
                    <a:lnTo>
                      <a:pt x="904" y="1269"/>
                    </a:lnTo>
                    <a:lnTo>
                      <a:pt x="896" y="1255"/>
                    </a:lnTo>
                    <a:lnTo>
                      <a:pt x="894" y="1240"/>
                    </a:lnTo>
                    <a:lnTo>
                      <a:pt x="894" y="1190"/>
                    </a:lnTo>
                    <a:lnTo>
                      <a:pt x="896" y="1175"/>
                    </a:lnTo>
                    <a:lnTo>
                      <a:pt x="904" y="1162"/>
                    </a:lnTo>
                    <a:lnTo>
                      <a:pt x="914" y="1150"/>
                    </a:lnTo>
                    <a:lnTo>
                      <a:pt x="928" y="1144"/>
                    </a:lnTo>
                    <a:lnTo>
                      <a:pt x="944" y="1140"/>
                    </a:lnTo>
                    <a:close/>
                    <a:moveTo>
                      <a:pt x="769" y="1030"/>
                    </a:moveTo>
                    <a:lnTo>
                      <a:pt x="783" y="1034"/>
                    </a:lnTo>
                    <a:lnTo>
                      <a:pt x="795" y="1042"/>
                    </a:lnTo>
                    <a:lnTo>
                      <a:pt x="805" y="1053"/>
                    </a:lnTo>
                    <a:lnTo>
                      <a:pt x="810" y="1066"/>
                    </a:lnTo>
                    <a:lnTo>
                      <a:pt x="810" y="1081"/>
                    </a:lnTo>
                    <a:lnTo>
                      <a:pt x="807" y="1094"/>
                    </a:lnTo>
                    <a:lnTo>
                      <a:pt x="800" y="1106"/>
                    </a:lnTo>
                    <a:lnTo>
                      <a:pt x="616" y="1312"/>
                    </a:lnTo>
                    <a:lnTo>
                      <a:pt x="606" y="1320"/>
                    </a:lnTo>
                    <a:lnTo>
                      <a:pt x="594" y="1326"/>
                    </a:lnTo>
                    <a:lnTo>
                      <a:pt x="581" y="1327"/>
                    </a:lnTo>
                    <a:lnTo>
                      <a:pt x="567" y="1325"/>
                    </a:lnTo>
                    <a:lnTo>
                      <a:pt x="553" y="1317"/>
                    </a:lnTo>
                    <a:lnTo>
                      <a:pt x="439" y="1226"/>
                    </a:lnTo>
                    <a:lnTo>
                      <a:pt x="430" y="1215"/>
                    </a:lnTo>
                    <a:lnTo>
                      <a:pt x="423" y="1202"/>
                    </a:lnTo>
                    <a:lnTo>
                      <a:pt x="422" y="1188"/>
                    </a:lnTo>
                    <a:lnTo>
                      <a:pt x="425" y="1174"/>
                    </a:lnTo>
                    <a:lnTo>
                      <a:pt x="432" y="1162"/>
                    </a:lnTo>
                    <a:lnTo>
                      <a:pt x="442" y="1152"/>
                    </a:lnTo>
                    <a:lnTo>
                      <a:pt x="456" y="1146"/>
                    </a:lnTo>
                    <a:lnTo>
                      <a:pt x="470" y="1145"/>
                    </a:lnTo>
                    <a:lnTo>
                      <a:pt x="484" y="1147"/>
                    </a:lnTo>
                    <a:lnTo>
                      <a:pt x="496" y="1154"/>
                    </a:lnTo>
                    <a:lnTo>
                      <a:pt x="576" y="1218"/>
                    </a:lnTo>
                    <a:lnTo>
                      <a:pt x="731" y="1046"/>
                    </a:lnTo>
                    <a:lnTo>
                      <a:pt x="742" y="1036"/>
                    </a:lnTo>
                    <a:lnTo>
                      <a:pt x="755" y="1031"/>
                    </a:lnTo>
                    <a:lnTo>
                      <a:pt x="769" y="1030"/>
                    </a:lnTo>
                    <a:close/>
                    <a:moveTo>
                      <a:pt x="150" y="347"/>
                    </a:moveTo>
                    <a:lnTo>
                      <a:pt x="552" y="347"/>
                    </a:lnTo>
                    <a:lnTo>
                      <a:pt x="548" y="372"/>
                    </a:lnTo>
                    <a:lnTo>
                      <a:pt x="547" y="399"/>
                    </a:lnTo>
                    <a:lnTo>
                      <a:pt x="550" y="439"/>
                    </a:lnTo>
                    <a:lnTo>
                      <a:pt x="559" y="477"/>
                    </a:lnTo>
                    <a:lnTo>
                      <a:pt x="574" y="511"/>
                    </a:lnTo>
                    <a:lnTo>
                      <a:pt x="594" y="544"/>
                    </a:lnTo>
                    <a:lnTo>
                      <a:pt x="618" y="572"/>
                    </a:lnTo>
                    <a:lnTo>
                      <a:pt x="648" y="598"/>
                    </a:lnTo>
                    <a:lnTo>
                      <a:pt x="681" y="618"/>
                    </a:lnTo>
                    <a:lnTo>
                      <a:pt x="715" y="632"/>
                    </a:lnTo>
                    <a:lnTo>
                      <a:pt x="753" y="642"/>
                    </a:lnTo>
                    <a:lnTo>
                      <a:pt x="793" y="645"/>
                    </a:lnTo>
                    <a:lnTo>
                      <a:pt x="1442" y="645"/>
                    </a:lnTo>
                    <a:lnTo>
                      <a:pt x="1482" y="642"/>
                    </a:lnTo>
                    <a:lnTo>
                      <a:pt x="1520" y="632"/>
                    </a:lnTo>
                    <a:lnTo>
                      <a:pt x="1555" y="618"/>
                    </a:lnTo>
                    <a:lnTo>
                      <a:pt x="1588" y="597"/>
                    </a:lnTo>
                    <a:lnTo>
                      <a:pt x="1616" y="572"/>
                    </a:lnTo>
                    <a:lnTo>
                      <a:pt x="1641" y="543"/>
                    </a:lnTo>
                    <a:lnTo>
                      <a:pt x="1661" y="510"/>
                    </a:lnTo>
                    <a:lnTo>
                      <a:pt x="1676" y="475"/>
                    </a:lnTo>
                    <a:lnTo>
                      <a:pt x="1686" y="436"/>
                    </a:lnTo>
                    <a:lnTo>
                      <a:pt x="1689" y="396"/>
                    </a:lnTo>
                    <a:lnTo>
                      <a:pt x="1688" y="371"/>
                    </a:lnTo>
                    <a:lnTo>
                      <a:pt x="1683" y="347"/>
                    </a:lnTo>
                    <a:lnTo>
                      <a:pt x="1987" y="347"/>
                    </a:lnTo>
                    <a:lnTo>
                      <a:pt x="2029" y="349"/>
                    </a:lnTo>
                    <a:lnTo>
                      <a:pt x="2067" y="356"/>
                    </a:lnTo>
                    <a:lnTo>
                      <a:pt x="2101" y="366"/>
                    </a:lnTo>
                    <a:lnTo>
                      <a:pt x="2132" y="379"/>
                    </a:lnTo>
                    <a:lnTo>
                      <a:pt x="2159" y="396"/>
                    </a:lnTo>
                    <a:lnTo>
                      <a:pt x="2182" y="416"/>
                    </a:lnTo>
                    <a:lnTo>
                      <a:pt x="2201" y="438"/>
                    </a:lnTo>
                    <a:lnTo>
                      <a:pt x="2215" y="462"/>
                    </a:lnTo>
                    <a:lnTo>
                      <a:pt x="2226" y="488"/>
                    </a:lnTo>
                    <a:lnTo>
                      <a:pt x="2233" y="517"/>
                    </a:lnTo>
                    <a:lnTo>
                      <a:pt x="2235" y="546"/>
                    </a:lnTo>
                    <a:lnTo>
                      <a:pt x="2235" y="2036"/>
                    </a:lnTo>
                    <a:lnTo>
                      <a:pt x="2210" y="2035"/>
                    </a:lnTo>
                    <a:lnTo>
                      <a:pt x="2186" y="2034"/>
                    </a:lnTo>
                    <a:lnTo>
                      <a:pt x="2118" y="2037"/>
                    </a:lnTo>
                    <a:lnTo>
                      <a:pt x="2051" y="2045"/>
                    </a:lnTo>
                    <a:lnTo>
                      <a:pt x="1987" y="2060"/>
                    </a:lnTo>
                    <a:lnTo>
                      <a:pt x="1987" y="893"/>
                    </a:lnTo>
                    <a:lnTo>
                      <a:pt x="249" y="893"/>
                    </a:lnTo>
                    <a:lnTo>
                      <a:pt x="249" y="2876"/>
                    </a:lnTo>
                    <a:lnTo>
                      <a:pt x="1394" y="2876"/>
                    </a:lnTo>
                    <a:lnTo>
                      <a:pt x="1400" y="2942"/>
                    </a:lnTo>
                    <a:lnTo>
                      <a:pt x="1412" y="3005"/>
                    </a:lnTo>
                    <a:lnTo>
                      <a:pt x="1429" y="3066"/>
                    </a:lnTo>
                    <a:lnTo>
                      <a:pt x="1450" y="3125"/>
                    </a:lnTo>
                    <a:lnTo>
                      <a:pt x="199" y="3125"/>
                    </a:lnTo>
                    <a:lnTo>
                      <a:pt x="163" y="3122"/>
                    </a:lnTo>
                    <a:lnTo>
                      <a:pt x="130" y="3112"/>
                    </a:lnTo>
                    <a:lnTo>
                      <a:pt x="99" y="3097"/>
                    </a:lnTo>
                    <a:lnTo>
                      <a:pt x="71" y="3079"/>
                    </a:lnTo>
                    <a:lnTo>
                      <a:pt x="47" y="3054"/>
                    </a:lnTo>
                    <a:lnTo>
                      <a:pt x="27" y="3027"/>
                    </a:lnTo>
                    <a:lnTo>
                      <a:pt x="13" y="2995"/>
                    </a:lnTo>
                    <a:lnTo>
                      <a:pt x="3" y="2962"/>
                    </a:lnTo>
                    <a:lnTo>
                      <a:pt x="0" y="2926"/>
                    </a:lnTo>
                    <a:lnTo>
                      <a:pt x="0" y="546"/>
                    </a:lnTo>
                    <a:lnTo>
                      <a:pt x="3" y="513"/>
                    </a:lnTo>
                    <a:lnTo>
                      <a:pt x="9" y="483"/>
                    </a:lnTo>
                    <a:lnTo>
                      <a:pt x="21" y="455"/>
                    </a:lnTo>
                    <a:lnTo>
                      <a:pt x="36" y="428"/>
                    </a:lnTo>
                    <a:lnTo>
                      <a:pt x="53" y="405"/>
                    </a:lnTo>
                    <a:lnTo>
                      <a:pt x="71" y="385"/>
                    </a:lnTo>
                    <a:lnTo>
                      <a:pt x="91" y="369"/>
                    </a:lnTo>
                    <a:lnTo>
                      <a:pt x="111" y="358"/>
                    </a:lnTo>
                    <a:lnTo>
                      <a:pt x="131" y="349"/>
                    </a:lnTo>
                    <a:lnTo>
                      <a:pt x="150" y="347"/>
                    </a:lnTo>
                    <a:close/>
                    <a:moveTo>
                      <a:pt x="1118" y="99"/>
                    </a:moveTo>
                    <a:lnTo>
                      <a:pt x="1098" y="102"/>
                    </a:lnTo>
                    <a:lnTo>
                      <a:pt x="1080" y="109"/>
                    </a:lnTo>
                    <a:lnTo>
                      <a:pt x="1065" y="121"/>
                    </a:lnTo>
                    <a:lnTo>
                      <a:pt x="1053" y="136"/>
                    </a:lnTo>
                    <a:lnTo>
                      <a:pt x="1046" y="154"/>
                    </a:lnTo>
                    <a:lnTo>
                      <a:pt x="1043" y="174"/>
                    </a:lnTo>
                    <a:lnTo>
                      <a:pt x="1046" y="194"/>
                    </a:lnTo>
                    <a:lnTo>
                      <a:pt x="1053" y="211"/>
                    </a:lnTo>
                    <a:lnTo>
                      <a:pt x="1065" y="226"/>
                    </a:lnTo>
                    <a:lnTo>
                      <a:pt x="1080" y="238"/>
                    </a:lnTo>
                    <a:lnTo>
                      <a:pt x="1098" y="245"/>
                    </a:lnTo>
                    <a:lnTo>
                      <a:pt x="1118" y="248"/>
                    </a:lnTo>
                    <a:lnTo>
                      <a:pt x="1138" y="245"/>
                    </a:lnTo>
                    <a:lnTo>
                      <a:pt x="1156" y="238"/>
                    </a:lnTo>
                    <a:lnTo>
                      <a:pt x="1170" y="226"/>
                    </a:lnTo>
                    <a:lnTo>
                      <a:pt x="1182" y="211"/>
                    </a:lnTo>
                    <a:lnTo>
                      <a:pt x="1189" y="194"/>
                    </a:lnTo>
                    <a:lnTo>
                      <a:pt x="1193" y="174"/>
                    </a:lnTo>
                    <a:lnTo>
                      <a:pt x="1189" y="154"/>
                    </a:lnTo>
                    <a:lnTo>
                      <a:pt x="1182" y="136"/>
                    </a:lnTo>
                    <a:lnTo>
                      <a:pt x="1170" y="121"/>
                    </a:lnTo>
                    <a:lnTo>
                      <a:pt x="1156" y="109"/>
                    </a:lnTo>
                    <a:lnTo>
                      <a:pt x="1138" y="102"/>
                    </a:lnTo>
                    <a:lnTo>
                      <a:pt x="1118" y="99"/>
                    </a:lnTo>
                    <a:close/>
                    <a:moveTo>
                      <a:pt x="1116" y="0"/>
                    </a:moveTo>
                    <a:lnTo>
                      <a:pt x="1120" y="0"/>
                    </a:lnTo>
                    <a:lnTo>
                      <a:pt x="1150" y="3"/>
                    </a:lnTo>
                    <a:lnTo>
                      <a:pt x="1180" y="11"/>
                    </a:lnTo>
                    <a:lnTo>
                      <a:pt x="1206" y="23"/>
                    </a:lnTo>
                    <a:lnTo>
                      <a:pt x="1230" y="40"/>
                    </a:lnTo>
                    <a:lnTo>
                      <a:pt x="1252" y="61"/>
                    </a:lnTo>
                    <a:lnTo>
                      <a:pt x="1268" y="85"/>
                    </a:lnTo>
                    <a:lnTo>
                      <a:pt x="1281" y="112"/>
                    </a:lnTo>
                    <a:lnTo>
                      <a:pt x="1288" y="141"/>
                    </a:lnTo>
                    <a:lnTo>
                      <a:pt x="1292" y="171"/>
                    </a:lnTo>
                    <a:lnTo>
                      <a:pt x="1292" y="174"/>
                    </a:lnTo>
                    <a:lnTo>
                      <a:pt x="1294" y="194"/>
                    </a:lnTo>
                    <a:lnTo>
                      <a:pt x="1302" y="211"/>
                    </a:lnTo>
                    <a:lnTo>
                      <a:pt x="1314" y="226"/>
                    </a:lnTo>
                    <a:lnTo>
                      <a:pt x="1328" y="238"/>
                    </a:lnTo>
                    <a:lnTo>
                      <a:pt x="1345" y="245"/>
                    </a:lnTo>
                    <a:lnTo>
                      <a:pt x="1365" y="248"/>
                    </a:lnTo>
                    <a:lnTo>
                      <a:pt x="1442" y="248"/>
                    </a:lnTo>
                    <a:lnTo>
                      <a:pt x="1472" y="251"/>
                    </a:lnTo>
                    <a:lnTo>
                      <a:pt x="1499" y="260"/>
                    </a:lnTo>
                    <a:lnTo>
                      <a:pt x="1524" y="274"/>
                    </a:lnTo>
                    <a:lnTo>
                      <a:pt x="1547" y="291"/>
                    </a:lnTo>
                    <a:lnTo>
                      <a:pt x="1564" y="312"/>
                    </a:lnTo>
                    <a:lnTo>
                      <a:pt x="1578" y="338"/>
                    </a:lnTo>
                    <a:lnTo>
                      <a:pt x="1587" y="366"/>
                    </a:lnTo>
                    <a:lnTo>
                      <a:pt x="1590" y="396"/>
                    </a:lnTo>
                    <a:lnTo>
                      <a:pt x="1590" y="399"/>
                    </a:lnTo>
                    <a:lnTo>
                      <a:pt x="1587" y="428"/>
                    </a:lnTo>
                    <a:lnTo>
                      <a:pt x="1578" y="456"/>
                    </a:lnTo>
                    <a:lnTo>
                      <a:pt x="1564" y="481"/>
                    </a:lnTo>
                    <a:lnTo>
                      <a:pt x="1547" y="503"/>
                    </a:lnTo>
                    <a:lnTo>
                      <a:pt x="1524" y="521"/>
                    </a:lnTo>
                    <a:lnTo>
                      <a:pt x="1499" y="534"/>
                    </a:lnTo>
                    <a:lnTo>
                      <a:pt x="1472" y="543"/>
                    </a:lnTo>
                    <a:lnTo>
                      <a:pt x="1442" y="546"/>
                    </a:lnTo>
                    <a:lnTo>
                      <a:pt x="793" y="546"/>
                    </a:lnTo>
                    <a:lnTo>
                      <a:pt x="764" y="543"/>
                    </a:lnTo>
                    <a:lnTo>
                      <a:pt x="736" y="534"/>
                    </a:lnTo>
                    <a:lnTo>
                      <a:pt x="711" y="521"/>
                    </a:lnTo>
                    <a:lnTo>
                      <a:pt x="689" y="503"/>
                    </a:lnTo>
                    <a:lnTo>
                      <a:pt x="671" y="481"/>
                    </a:lnTo>
                    <a:lnTo>
                      <a:pt x="657" y="456"/>
                    </a:lnTo>
                    <a:lnTo>
                      <a:pt x="649" y="428"/>
                    </a:lnTo>
                    <a:lnTo>
                      <a:pt x="646" y="399"/>
                    </a:lnTo>
                    <a:lnTo>
                      <a:pt x="646" y="396"/>
                    </a:lnTo>
                    <a:lnTo>
                      <a:pt x="649" y="366"/>
                    </a:lnTo>
                    <a:lnTo>
                      <a:pt x="657" y="338"/>
                    </a:lnTo>
                    <a:lnTo>
                      <a:pt x="671" y="312"/>
                    </a:lnTo>
                    <a:lnTo>
                      <a:pt x="689" y="291"/>
                    </a:lnTo>
                    <a:lnTo>
                      <a:pt x="711" y="274"/>
                    </a:lnTo>
                    <a:lnTo>
                      <a:pt x="736" y="260"/>
                    </a:lnTo>
                    <a:lnTo>
                      <a:pt x="764" y="251"/>
                    </a:lnTo>
                    <a:lnTo>
                      <a:pt x="793" y="248"/>
                    </a:lnTo>
                    <a:lnTo>
                      <a:pt x="870" y="248"/>
                    </a:lnTo>
                    <a:lnTo>
                      <a:pt x="889" y="245"/>
                    </a:lnTo>
                    <a:lnTo>
                      <a:pt x="907" y="238"/>
                    </a:lnTo>
                    <a:lnTo>
                      <a:pt x="922" y="226"/>
                    </a:lnTo>
                    <a:lnTo>
                      <a:pt x="933" y="211"/>
                    </a:lnTo>
                    <a:lnTo>
                      <a:pt x="941" y="194"/>
                    </a:lnTo>
                    <a:lnTo>
                      <a:pt x="944" y="174"/>
                    </a:lnTo>
                    <a:lnTo>
                      <a:pt x="944" y="171"/>
                    </a:lnTo>
                    <a:lnTo>
                      <a:pt x="947" y="141"/>
                    </a:lnTo>
                    <a:lnTo>
                      <a:pt x="954" y="112"/>
                    </a:lnTo>
                    <a:lnTo>
                      <a:pt x="967" y="85"/>
                    </a:lnTo>
                    <a:lnTo>
                      <a:pt x="984" y="61"/>
                    </a:lnTo>
                    <a:lnTo>
                      <a:pt x="1005" y="40"/>
                    </a:lnTo>
                    <a:lnTo>
                      <a:pt x="1029" y="23"/>
                    </a:lnTo>
                    <a:lnTo>
                      <a:pt x="1056" y="11"/>
                    </a:lnTo>
                    <a:lnTo>
                      <a:pt x="1085" y="3"/>
                    </a:lnTo>
                    <a:lnTo>
                      <a:pt x="1116"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27" name="椭圆 26"/>
              <p:cNvSpPr/>
              <p:nvPr/>
            </p:nvSpPr>
            <p:spPr>
              <a:xfrm>
                <a:off x="2418701" y="4675290"/>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nvGrpSpPr>
            <p:cNvPr id="20" name="组合 19"/>
            <p:cNvGrpSpPr/>
            <p:nvPr/>
          </p:nvGrpSpPr>
          <p:grpSpPr>
            <a:xfrm>
              <a:off x="3064811" y="4782240"/>
              <a:ext cx="848538" cy="848538"/>
              <a:chOff x="3601296" y="4737148"/>
              <a:chExt cx="848538" cy="848538"/>
            </a:xfrm>
          </p:grpSpPr>
          <p:sp>
            <p:nvSpPr>
              <p:cNvPr id="21" name="자유형 60"/>
              <p:cNvSpPr/>
              <p:nvPr/>
            </p:nvSpPr>
            <p:spPr bwMode="auto">
              <a:xfrm flipV="1">
                <a:off x="3843099" y="5001724"/>
                <a:ext cx="364932" cy="319387"/>
              </a:xfrm>
              <a:custGeom>
                <a:avLst/>
                <a:gdLst>
                  <a:gd name="connsiteX0" fmla="*/ 149021 w 448462"/>
                  <a:gd name="connsiteY0" fmla="*/ 328125 h 392491"/>
                  <a:gd name="connsiteX1" fmla="*/ 210588 w 448462"/>
                  <a:gd name="connsiteY1" fmla="*/ 357224 h 392491"/>
                  <a:gd name="connsiteX2" fmla="*/ 160375 w 448462"/>
                  <a:gd name="connsiteY2" fmla="*/ 391211 h 392491"/>
                  <a:gd name="connsiteX3" fmla="*/ 158502 w 448462"/>
                  <a:gd name="connsiteY3" fmla="*/ 392025 h 392491"/>
                  <a:gd name="connsiteX4" fmla="*/ 156629 w 448462"/>
                  <a:gd name="connsiteY4" fmla="*/ 392491 h 392491"/>
                  <a:gd name="connsiteX5" fmla="*/ 154757 w 448462"/>
                  <a:gd name="connsiteY5" fmla="*/ 392375 h 392491"/>
                  <a:gd name="connsiteX6" fmla="*/ 153001 w 448462"/>
                  <a:gd name="connsiteY6" fmla="*/ 391676 h 392491"/>
                  <a:gd name="connsiteX7" fmla="*/ 151362 w 448462"/>
                  <a:gd name="connsiteY7" fmla="*/ 390396 h 392491"/>
                  <a:gd name="connsiteX8" fmla="*/ 150075 w 448462"/>
                  <a:gd name="connsiteY8" fmla="*/ 388883 h 392491"/>
                  <a:gd name="connsiteX9" fmla="*/ 149255 w 448462"/>
                  <a:gd name="connsiteY9" fmla="*/ 387137 h 392491"/>
                  <a:gd name="connsiteX10" fmla="*/ 149021 w 448462"/>
                  <a:gd name="connsiteY10" fmla="*/ 385158 h 392491"/>
                  <a:gd name="connsiteX11" fmla="*/ 441235 w 448462"/>
                  <a:gd name="connsiteY11" fmla="*/ 0 h 392491"/>
                  <a:gd name="connsiteX12" fmla="*/ 442983 w 448462"/>
                  <a:gd name="connsiteY12" fmla="*/ 233 h 392491"/>
                  <a:gd name="connsiteX13" fmla="*/ 444615 w 448462"/>
                  <a:gd name="connsiteY13" fmla="*/ 816 h 392491"/>
                  <a:gd name="connsiteX14" fmla="*/ 446131 w 448462"/>
                  <a:gd name="connsiteY14" fmla="*/ 1866 h 392491"/>
                  <a:gd name="connsiteX15" fmla="*/ 447530 w 448462"/>
                  <a:gd name="connsiteY15" fmla="*/ 3615 h 392491"/>
                  <a:gd name="connsiteX16" fmla="*/ 448346 w 448462"/>
                  <a:gd name="connsiteY16" fmla="*/ 5714 h 392491"/>
                  <a:gd name="connsiteX17" fmla="*/ 448462 w 448462"/>
                  <a:gd name="connsiteY17" fmla="*/ 7696 h 392491"/>
                  <a:gd name="connsiteX18" fmla="*/ 447879 w 448462"/>
                  <a:gd name="connsiteY18" fmla="*/ 9911 h 392491"/>
                  <a:gd name="connsiteX19" fmla="*/ 307990 w 448462"/>
                  <a:gd name="connsiteY19" fmla="*/ 362641 h 392491"/>
                  <a:gd name="connsiteX20" fmla="*/ 306708 w 448462"/>
                  <a:gd name="connsiteY20" fmla="*/ 364973 h 392491"/>
                  <a:gd name="connsiteX21" fmla="*/ 305076 w 448462"/>
                  <a:gd name="connsiteY21" fmla="*/ 366955 h 392491"/>
                  <a:gd name="connsiteX22" fmla="*/ 303094 w 448462"/>
                  <a:gd name="connsiteY22" fmla="*/ 368588 h 392491"/>
                  <a:gd name="connsiteX23" fmla="*/ 300646 w 448462"/>
                  <a:gd name="connsiteY23" fmla="*/ 369870 h 392491"/>
                  <a:gd name="connsiteX24" fmla="*/ 298314 w 448462"/>
                  <a:gd name="connsiteY24" fmla="*/ 370570 h 392491"/>
                  <a:gd name="connsiteX25" fmla="*/ 295983 w 448462"/>
                  <a:gd name="connsiteY25" fmla="*/ 370803 h 392491"/>
                  <a:gd name="connsiteX26" fmla="*/ 293068 w 448462"/>
                  <a:gd name="connsiteY26" fmla="*/ 370453 h 392491"/>
                  <a:gd name="connsiteX27" fmla="*/ 290387 w 448462"/>
                  <a:gd name="connsiteY27" fmla="*/ 369404 h 392491"/>
                  <a:gd name="connsiteX28" fmla="*/ 148982 w 448462"/>
                  <a:gd name="connsiteY28" fmla="*/ 302123 h 392491"/>
                  <a:gd name="connsiteX29" fmla="*/ 347858 w 448462"/>
                  <a:gd name="connsiteY29" fmla="*/ 102379 h 392491"/>
                  <a:gd name="connsiteX30" fmla="*/ 120771 w 448462"/>
                  <a:gd name="connsiteY30" fmla="*/ 288830 h 392491"/>
                  <a:gd name="connsiteX31" fmla="*/ 7344 w 448462"/>
                  <a:gd name="connsiteY31" fmla="*/ 234842 h 392491"/>
                  <a:gd name="connsiteX32" fmla="*/ 4896 w 448462"/>
                  <a:gd name="connsiteY32" fmla="*/ 233209 h 392491"/>
                  <a:gd name="connsiteX33" fmla="*/ 2798 w 448462"/>
                  <a:gd name="connsiteY33" fmla="*/ 231227 h 392491"/>
                  <a:gd name="connsiteX34" fmla="*/ 1282 w 448462"/>
                  <a:gd name="connsiteY34" fmla="*/ 228895 h 392491"/>
                  <a:gd name="connsiteX35" fmla="*/ 349 w 448462"/>
                  <a:gd name="connsiteY35" fmla="*/ 226213 h 392491"/>
                  <a:gd name="connsiteX36" fmla="*/ 0 w 448462"/>
                  <a:gd name="connsiteY36" fmla="*/ 223298 h 392491"/>
                  <a:gd name="connsiteX37" fmla="*/ 233 w 448462"/>
                  <a:gd name="connsiteY37" fmla="*/ 220499 h 392491"/>
                  <a:gd name="connsiteX38" fmla="*/ 1165 w 448462"/>
                  <a:gd name="connsiteY38" fmla="*/ 217701 h 392491"/>
                  <a:gd name="connsiteX39" fmla="*/ 2681 w 448462"/>
                  <a:gd name="connsiteY39" fmla="*/ 215252 h 392491"/>
                  <a:gd name="connsiteX40" fmla="*/ 4779 w 448462"/>
                  <a:gd name="connsiteY40" fmla="*/ 213270 h 392491"/>
                  <a:gd name="connsiteX41" fmla="*/ 7227 w 448462"/>
                  <a:gd name="connsiteY41" fmla="*/ 211754 h 392491"/>
                  <a:gd name="connsiteX42" fmla="*/ 437971 w 448462"/>
                  <a:gd name="connsiteY42" fmla="*/ 583 h 392491"/>
                  <a:gd name="connsiteX43" fmla="*/ 439603 w 448462"/>
                  <a:gd name="connsiteY43" fmla="*/ 117 h 392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48462" h="392491">
                    <a:moveTo>
                      <a:pt x="149021" y="328125"/>
                    </a:moveTo>
                    <a:lnTo>
                      <a:pt x="210588" y="357224"/>
                    </a:lnTo>
                    <a:lnTo>
                      <a:pt x="160375" y="391211"/>
                    </a:lnTo>
                    <a:lnTo>
                      <a:pt x="158502" y="392025"/>
                    </a:lnTo>
                    <a:lnTo>
                      <a:pt x="156629" y="392491"/>
                    </a:lnTo>
                    <a:lnTo>
                      <a:pt x="154757" y="392375"/>
                    </a:lnTo>
                    <a:lnTo>
                      <a:pt x="153001" y="391676"/>
                    </a:lnTo>
                    <a:lnTo>
                      <a:pt x="151362" y="390396"/>
                    </a:lnTo>
                    <a:lnTo>
                      <a:pt x="150075" y="388883"/>
                    </a:lnTo>
                    <a:lnTo>
                      <a:pt x="149255" y="387137"/>
                    </a:lnTo>
                    <a:lnTo>
                      <a:pt x="149021" y="385158"/>
                    </a:lnTo>
                    <a:close/>
                    <a:moveTo>
                      <a:pt x="441235" y="0"/>
                    </a:moveTo>
                    <a:lnTo>
                      <a:pt x="442983" y="233"/>
                    </a:lnTo>
                    <a:lnTo>
                      <a:pt x="444615" y="816"/>
                    </a:lnTo>
                    <a:lnTo>
                      <a:pt x="446131" y="1866"/>
                    </a:lnTo>
                    <a:lnTo>
                      <a:pt x="447530" y="3615"/>
                    </a:lnTo>
                    <a:lnTo>
                      <a:pt x="448346" y="5714"/>
                    </a:lnTo>
                    <a:lnTo>
                      <a:pt x="448462" y="7696"/>
                    </a:lnTo>
                    <a:lnTo>
                      <a:pt x="447879" y="9911"/>
                    </a:lnTo>
                    <a:lnTo>
                      <a:pt x="307990" y="362641"/>
                    </a:lnTo>
                    <a:lnTo>
                      <a:pt x="306708" y="364973"/>
                    </a:lnTo>
                    <a:lnTo>
                      <a:pt x="305076" y="366955"/>
                    </a:lnTo>
                    <a:lnTo>
                      <a:pt x="303094" y="368588"/>
                    </a:lnTo>
                    <a:lnTo>
                      <a:pt x="300646" y="369870"/>
                    </a:lnTo>
                    <a:lnTo>
                      <a:pt x="298314" y="370570"/>
                    </a:lnTo>
                    <a:lnTo>
                      <a:pt x="295983" y="370803"/>
                    </a:lnTo>
                    <a:lnTo>
                      <a:pt x="293068" y="370453"/>
                    </a:lnTo>
                    <a:lnTo>
                      <a:pt x="290387" y="369404"/>
                    </a:lnTo>
                    <a:lnTo>
                      <a:pt x="148982" y="302123"/>
                    </a:lnTo>
                    <a:lnTo>
                      <a:pt x="347858" y="102379"/>
                    </a:lnTo>
                    <a:lnTo>
                      <a:pt x="120771" y="288830"/>
                    </a:lnTo>
                    <a:lnTo>
                      <a:pt x="7344" y="234842"/>
                    </a:lnTo>
                    <a:lnTo>
                      <a:pt x="4896" y="233209"/>
                    </a:lnTo>
                    <a:lnTo>
                      <a:pt x="2798" y="231227"/>
                    </a:lnTo>
                    <a:lnTo>
                      <a:pt x="1282" y="228895"/>
                    </a:lnTo>
                    <a:lnTo>
                      <a:pt x="349" y="226213"/>
                    </a:lnTo>
                    <a:lnTo>
                      <a:pt x="0" y="223298"/>
                    </a:lnTo>
                    <a:lnTo>
                      <a:pt x="233" y="220499"/>
                    </a:lnTo>
                    <a:lnTo>
                      <a:pt x="1165" y="217701"/>
                    </a:lnTo>
                    <a:lnTo>
                      <a:pt x="2681" y="215252"/>
                    </a:lnTo>
                    <a:lnTo>
                      <a:pt x="4779" y="213270"/>
                    </a:lnTo>
                    <a:lnTo>
                      <a:pt x="7227" y="211754"/>
                    </a:lnTo>
                    <a:lnTo>
                      <a:pt x="437971" y="583"/>
                    </a:lnTo>
                    <a:lnTo>
                      <a:pt x="439603" y="117"/>
                    </a:lnTo>
                    <a:close/>
                  </a:path>
                </a:pathLst>
              </a:custGeom>
              <a:solidFill>
                <a:schemeClr val="accent2"/>
              </a:solidFill>
              <a:ln w="0">
                <a:noFill/>
                <a:prstDash val="solid"/>
                <a:round/>
              </a:ln>
            </p:spPr>
            <p:txBody>
              <a:bodyPr vert="horz" wrap="square" lIns="91440" tIns="45720" rIns="91440" bIns="45720" numCol="1" anchor="t" anchorCtr="0" compatLnSpc="1">
                <a:noAutofit/>
              </a:bodyPr>
              <a:lstStyle/>
              <a:p>
                <a:endParaRPr lang="ko-KR" altLang="en-US">
                  <a:solidFill>
                    <a:schemeClr val="accent2"/>
                  </a:solidFill>
                </a:endParaRPr>
              </a:p>
            </p:txBody>
          </p:sp>
          <p:sp>
            <p:nvSpPr>
              <p:cNvPr id="22" name="椭圆 21"/>
              <p:cNvSpPr/>
              <p:nvPr/>
            </p:nvSpPr>
            <p:spPr>
              <a:xfrm>
                <a:off x="3601296" y="4737148"/>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sp>
        <p:nvSpPr>
          <p:cNvPr id="43" name="PA_矩形 29"/>
          <p:cNvSpPr/>
          <p:nvPr>
            <p:custDataLst>
              <p:tags r:id="rId5"/>
            </p:custDataLst>
          </p:nvPr>
        </p:nvSpPr>
        <p:spPr>
          <a:xfrm>
            <a:off x="762002" y="904466"/>
            <a:ext cx="1134533" cy="461665"/>
          </a:xfrm>
          <a:prstGeom prst="rect">
            <a:avLst/>
          </a:prstGeom>
          <a:ln>
            <a:noFill/>
          </a:ln>
          <a:effectLst/>
        </p:spPr>
        <p:txBody>
          <a:bodyPr wrap="square">
            <a:spAutoFit/>
          </a:bodyPr>
          <a:lstStyle/>
          <a:p>
            <a:pPr algn="dist"/>
            <a:r>
              <a:rPr lang="en-US" altLang="zh-CN" sz="2400" b="1" dirty="0">
                <a:latin typeface="思源宋体 CN Heavy" panose="02020900000000000000" pitchFamily="18" charset="-122"/>
                <a:ea typeface="思源宋体 CN Heavy" panose="02020900000000000000" pitchFamily="18" charset="-122"/>
                <a:cs typeface="Open Sans" panose="020B0606030504020204" pitchFamily="34" charset="0"/>
                <a:sym typeface="Arial" panose="020B0604020202020204"/>
              </a:rPr>
              <a:t>LOGO</a:t>
            </a:r>
            <a:endParaRPr lang="zh-CN" altLang="en-US" sz="2400" b="1" dirty="0">
              <a:latin typeface="思源宋体 CN Heavy" panose="02020900000000000000" pitchFamily="18" charset="-122"/>
              <a:ea typeface="思源宋体 CN Heavy" panose="02020900000000000000" pitchFamily="18" charset="-122"/>
              <a:cs typeface="Open Sans" panose="020B0606030504020204" pitchFamily="34" charset="0"/>
              <a:sym typeface="Arial" panose="020B0604020202020204"/>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afterEffect">
                                  <p:stCondLst>
                                    <p:cond delay="0"/>
                                  </p:stCondLst>
                                  <p:iterate type="lt">
                                    <p:tmPct val="10000"/>
                                  </p:iterate>
                                  <p:childTnLst>
                                    <p:set>
                                      <p:cBhvr>
                                        <p:cTn id="6" dur="1" fill="hold">
                                          <p:stCondLst>
                                            <p:cond delay="0"/>
                                          </p:stCondLst>
                                        </p:cTn>
                                        <p:tgtEl>
                                          <p:spTgt spid="10"/>
                                        </p:tgtEl>
                                        <p:attrNameLst>
                                          <p:attrName>style.visibility</p:attrName>
                                        </p:attrNameLst>
                                      </p:cBhvr>
                                      <p:to>
                                        <p:strVal val="visible"/>
                                      </p:to>
                                    </p:set>
                                    <p:anim to="" calcmode="lin" valueType="num">
                                      <p:cBhvr>
                                        <p:cTn id="7" dur="700" fill="hold">
                                          <p:stCondLst>
                                            <p:cond delay="0"/>
                                          </p:stCondLst>
                                        </p:cTn>
                                        <p:tgtEl>
                                          <p:spTgt spid="10"/>
                                        </p:tgtEl>
                                        <p:attrNameLst>
                                          <p:attrName>ppt_y</p:attrName>
                                        </p:attrNameLst>
                                      </p:cBhvr>
                                      <p:tavLst>
                                        <p:tav tm="0" fmla="#ppt_y+#ppt_h/2*((1.5-1.5*$)^3-(1.5-1.5*$)^2)*8/9">
                                          <p:val>
                                            <p:fltVal val="0"/>
                                          </p:val>
                                        </p:tav>
                                        <p:tav tm="100000">
                                          <p:val>
                                            <p:fltVal val="1"/>
                                          </p:val>
                                        </p:tav>
                                      </p:tavLst>
                                    </p:anim>
                                    <p:anim to="" calcmode="lin" valueType="num">
                                      <p:cBhvr>
                                        <p:cTn id="8" dur="700" fill="hold">
                                          <p:stCondLst>
                                            <p:cond delay="0"/>
                                          </p:stCondLst>
                                        </p:cTn>
                                        <p:tgtEl>
                                          <p:spTgt spid="10"/>
                                        </p:tgtEl>
                                        <p:attrNameLst>
                                          <p:attrName>ppt_h</p:attrName>
                                        </p:attrNameLst>
                                      </p:cBhvr>
                                      <p:tavLst>
                                        <p:tav tm="0" fmla="#ppt_h-#ppt_h*((1.5-1.5*$)^3-(1.5-1.5*$)^2)">
                                          <p:val>
                                            <p:fltVal val="0"/>
                                          </p:val>
                                        </p:tav>
                                        <p:tav tm="100000">
                                          <p:val>
                                            <p:fltVal val="1"/>
                                          </p:val>
                                        </p:tav>
                                      </p:tavLst>
                                    </p:anim>
                                    <p:animEffect filter="fade">
                                      <p:cBhvr>
                                        <p:cTn id="9" dur="700">
                                          <p:stCondLst>
                                            <p:cond delay="0"/>
                                          </p:stCondLst>
                                        </p:cTn>
                                        <p:tgtEl>
                                          <p:spTgt spid="10"/>
                                        </p:tgtEl>
                                      </p:cBhvr>
                                    </p:animEffect>
                                  </p:childTnLst>
                                </p:cTn>
                              </p:par>
                            </p:childTnLst>
                          </p:cTn>
                        </p:par>
                        <p:par>
                          <p:cTn id="10" fill="hold">
                            <p:stCondLst>
                              <p:cond delay="1679"/>
                            </p:stCondLst>
                            <p:childTnLst>
                              <p:par>
                                <p:cTn id="11" presetID="0" presetClass="entr" presetSubtype="0" fill="hold" grpId="0" nodeType="afterEffect">
                                  <p:stCondLst>
                                    <p:cond delay="0"/>
                                  </p:stCondLst>
                                  <p:iterate type="lt">
                                    <p:tmPct val="10000"/>
                                  </p:iterate>
                                  <p:childTnLst>
                                    <p:set>
                                      <p:cBhvr>
                                        <p:cTn id="12" dur="1" fill="hold">
                                          <p:stCondLst>
                                            <p:cond delay="0"/>
                                          </p:stCondLst>
                                        </p:cTn>
                                        <p:tgtEl>
                                          <p:spTgt spid="8"/>
                                        </p:tgtEl>
                                        <p:attrNameLst>
                                          <p:attrName>style.visibility</p:attrName>
                                        </p:attrNameLst>
                                      </p:cBhvr>
                                      <p:to>
                                        <p:strVal val="visible"/>
                                      </p:to>
                                    </p:set>
                                    <p:anim to="" calcmode="lin" valueType="num">
                                      <p:cBhvr>
                                        <p:cTn id="13" dur="700" fill="hold">
                                          <p:stCondLst>
                                            <p:cond delay="0"/>
                                          </p:stCondLst>
                                        </p:cTn>
                                        <p:tgtEl>
                                          <p:spTgt spid="8"/>
                                        </p:tgtEl>
                                        <p:attrNameLst>
                                          <p:attrName>ppt_y</p:attrName>
                                        </p:attrNameLst>
                                      </p:cBhvr>
                                      <p:tavLst>
                                        <p:tav tm="0" fmla="#ppt_y+#ppt_h/2*((1.5-1.5*$)^3-(1.5-1.5*$)^2)*8/9">
                                          <p:val>
                                            <p:fltVal val="0"/>
                                          </p:val>
                                        </p:tav>
                                        <p:tav tm="100000">
                                          <p:val>
                                            <p:fltVal val="1"/>
                                          </p:val>
                                        </p:tav>
                                      </p:tavLst>
                                    </p:anim>
                                    <p:anim to="" calcmode="lin" valueType="num">
                                      <p:cBhvr>
                                        <p:cTn id="14" dur="700" fill="hold">
                                          <p:stCondLst>
                                            <p:cond delay="0"/>
                                          </p:stCondLst>
                                        </p:cTn>
                                        <p:tgtEl>
                                          <p:spTgt spid="8"/>
                                        </p:tgtEl>
                                        <p:attrNameLst>
                                          <p:attrName>ppt_h</p:attrName>
                                        </p:attrNameLst>
                                      </p:cBhvr>
                                      <p:tavLst>
                                        <p:tav tm="0" fmla="#ppt_h-#ppt_h*((1.5-1.5*$)^3-(1.5-1.5*$)^2)">
                                          <p:val>
                                            <p:fltVal val="0"/>
                                          </p:val>
                                        </p:tav>
                                        <p:tav tm="100000">
                                          <p:val>
                                            <p:fltVal val="1"/>
                                          </p:val>
                                        </p:tav>
                                      </p:tavLst>
                                    </p:anim>
                                    <p:animEffect filter="fade">
                                      <p:cBhvr>
                                        <p:cTn id="15" dur="700">
                                          <p:stCondLst>
                                            <p:cond delay="0"/>
                                          </p:stCondLst>
                                        </p:cTn>
                                        <p:tgtEl>
                                          <p:spTgt spid="8"/>
                                        </p:tgtEl>
                                      </p:cBhvr>
                                    </p:animEffect>
                                  </p:childTnLst>
                                </p:cTn>
                              </p:par>
                            </p:childTnLst>
                          </p:cTn>
                        </p:par>
                        <p:par>
                          <p:cTn id="16" fill="hold">
                            <p:stCondLst>
                              <p:cond delay="2869"/>
                            </p:stCondLst>
                            <p:childTnLst>
                              <p:par>
                                <p:cTn id="17" presetID="22" presetClass="entr" presetSubtype="8"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3369"/>
                            </p:stCondLst>
                            <p:childTnLst>
                              <p:par>
                                <p:cTn id="21" presetID="22" presetClass="entr" presetSubtype="8"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3869"/>
                            </p:stCondLst>
                            <p:childTnLst>
                              <p:par>
                                <p:cTn id="25" presetID="0" presetClass="entr" presetSubtype="0" fill="hold" grpId="0" nodeType="afterEffect">
                                  <p:stCondLst>
                                    <p:cond delay="0"/>
                                  </p:stCondLst>
                                  <p:iterate type="lt">
                                    <p:tmPct val="10000"/>
                                  </p:iterate>
                                  <p:childTnLst>
                                    <p:set>
                                      <p:cBhvr>
                                        <p:cTn id="26" dur="1" fill="hold">
                                          <p:stCondLst>
                                            <p:cond delay="0"/>
                                          </p:stCondLst>
                                        </p:cTn>
                                        <p:tgtEl>
                                          <p:spTgt spid="43"/>
                                        </p:tgtEl>
                                        <p:attrNameLst>
                                          <p:attrName>style.visibility</p:attrName>
                                        </p:attrNameLst>
                                      </p:cBhvr>
                                      <p:to>
                                        <p:strVal val="visible"/>
                                      </p:to>
                                    </p:set>
                                    <p:anim to="" calcmode="lin" valueType="num">
                                      <p:cBhvr>
                                        <p:cTn id="27" dur="700" fill="hold">
                                          <p:stCondLst>
                                            <p:cond delay="0"/>
                                          </p:stCondLst>
                                        </p:cTn>
                                        <p:tgtEl>
                                          <p:spTgt spid="43"/>
                                        </p:tgtEl>
                                        <p:attrNameLst>
                                          <p:attrName>ppt_y</p:attrName>
                                        </p:attrNameLst>
                                      </p:cBhvr>
                                      <p:tavLst>
                                        <p:tav tm="0" fmla="#ppt_y+#ppt_h/2*((1.5-1.5*$)^3-(1.5-1.5*$)^2)*8/9">
                                          <p:val>
                                            <p:fltVal val="0"/>
                                          </p:val>
                                        </p:tav>
                                        <p:tav tm="100000">
                                          <p:val>
                                            <p:fltVal val="1"/>
                                          </p:val>
                                        </p:tav>
                                      </p:tavLst>
                                    </p:anim>
                                    <p:anim to="" calcmode="lin" valueType="num">
                                      <p:cBhvr>
                                        <p:cTn id="28" dur="700" fill="hold">
                                          <p:stCondLst>
                                            <p:cond delay="0"/>
                                          </p:stCondLst>
                                        </p:cTn>
                                        <p:tgtEl>
                                          <p:spTgt spid="43"/>
                                        </p:tgtEl>
                                        <p:attrNameLst>
                                          <p:attrName>ppt_h</p:attrName>
                                        </p:attrNameLst>
                                      </p:cBhvr>
                                      <p:tavLst>
                                        <p:tav tm="0" fmla="#ppt_h-#ppt_h*((1.5-1.5*$)^3-(1.5-1.5*$)^2)">
                                          <p:val>
                                            <p:fltVal val="0"/>
                                          </p:val>
                                        </p:tav>
                                        <p:tav tm="100000">
                                          <p:val>
                                            <p:fltVal val="1"/>
                                          </p:val>
                                        </p:tav>
                                      </p:tavLst>
                                    </p:anim>
                                    <p:animEffect filter="fade">
                                      <p:cBhvr>
                                        <p:cTn id="29" dur="700">
                                          <p:stCondLst>
                                            <p:cond delay="0"/>
                                          </p:stCondLst>
                                        </p:cTn>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13" grpId="0" animBg="1"/>
      <p:bldP spid="4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13442" y="3165709"/>
            <a:ext cx="11171546" cy="1996974"/>
            <a:chOff x="497113" y="3157846"/>
            <a:chExt cx="11171546" cy="1996974"/>
          </a:xfrm>
        </p:grpSpPr>
        <p:sp>
          <p:nvSpPr>
            <p:cNvPr id="4" name="文本框 3"/>
            <p:cNvSpPr txBox="1"/>
            <p:nvPr/>
          </p:nvSpPr>
          <p:spPr>
            <a:xfrm>
              <a:off x="497113" y="4138722"/>
              <a:ext cx="2575915" cy="523220"/>
            </a:xfrm>
            <a:prstGeom prst="rect">
              <a:avLst/>
            </a:prstGeom>
            <a:noFill/>
          </p:spPr>
          <p:txBody>
            <a:bodyPr wrap="square" rtlCol="0">
              <a:spAutoFit/>
            </a:bodyPr>
            <a:lstStyle/>
            <a:p>
              <a:pPr algn="ctr"/>
              <a:r>
                <a:rPr kumimoji="0" lang="zh-CN" altLang="en-US" sz="2800" i="0" u="none" strike="noStrike" kern="1200" cap="none" spc="0" normalizeH="0" baseline="0" noProof="0" dirty="0">
                  <a:ln>
                    <a:noFill/>
                  </a:ln>
                  <a:effectLst/>
                  <a:uLnTx/>
                  <a:uFillTx/>
                  <a:latin typeface="思源宋体 CN Heavy" panose="02020900000000000000" pitchFamily="18" charset="-122"/>
                  <a:ea typeface="思源宋体 CN Heavy" panose="02020900000000000000" pitchFamily="18" charset="-122"/>
                </a:rPr>
                <a:t>论文选题背景</a:t>
              </a:r>
            </a:p>
          </p:txBody>
        </p:sp>
        <p:sp>
          <p:nvSpPr>
            <p:cNvPr id="5" name="文本框 4"/>
            <p:cNvSpPr txBox="1"/>
            <p:nvPr/>
          </p:nvSpPr>
          <p:spPr>
            <a:xfrm>
              <a:off x="660400" y="4678151"/>
              <a:ext cx="2295525" cy="476669"/>
            </a:xfrm>
            <a:prstGeom prst="rect">
              <a:avLst/>
            </a:prstGeom>
            <a:noFill/>
          </p:spPr>
          <p:txBody>
            <a:bodyPr wrap="square" rtlCol="0">
              <a:spAutoFit/>
            </a:bodyPr>
            <a:lstStyle/>
            <a:p>
              <a:pPr algn="ctr">
                <a:lnSpc>
                  <a:spcPct val="130000"/>
                </a:lnSpc>
              </a:pPr>
              <a:r>
                <a:rPr kumimoji="0" lang="en-US" altLang="zh-CN" sz="1000" b="0" i="0" u="none" strike="noStrike" kern="1200" cap="none" spc="0" normalizeH="0" baseline="0" noProof="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rPr>
                <a:t>Theme color makes PPT more convenient to change.</a:t>
              </a:r>
            </a:p>
          </p:txBody>
        </p:sp>
        <p:sp>
          <p:nvSpPr>
            <p:cNvPr id="6" name="文本框 5"/>
            <p:cNvSpPr txBox="1"/>
            <p:nvPr/>
          </p:nvSpPr>
          <p:spPr>
            <a:xfrm>
              <a:off x="1372786" y="3157846"/>
              <a:ext cx="870751" cy="769441"/>
            </a:xfrm>
            <a:prstGeom prst="rect">
              <a:avLst/>
            </a:prstGeom>
            <a:noFill/>
          </p:spPr>
          <p:txBody>
            <a:bodyPr wrap="none" rtlCol="0">
              <a:spAutoFit/>
            </a:bodyPr>
            <a:lstStyle/>
            <a:p>
              <a:pPr algn="ctr"/>
              <a:r>
                <a:rPr lang="en-US" altLang="zh-CN" sz="4400" b="1" dirty="0">
                  <a:solidFill>
                    <a:schemeClr val="accent1"/>
                  </a:solidFill>
                  <a:latin typeface="思源宋体 CN Heavy" panose="02020900000000000000" pitchFamily="18" charset="-122"/>
                  <a:ea typeface="思源宋体 CN Heavy" panose="02020900000000000000" pitchFamily="18" charset="-122"/>
                </a:rPr>
                <a:t>01</a:t>
              </a:r>
              <a:endParaRPr lang="zh-CN" altLang="en-US" sz="4400" b="1" dirty="0">
                <a:solidFill>
                  <a:schemeClr val="accent1"/>
                </a:solidFill>
                <a:latin typeface="思源宋体 CN Heavy" panose="02020900000000000000" pitchFamily="18" charset="-122"/>
                <a:ea typeface="思源宋体 CN Heavy" panose="02020900000000000000" pitchFamily="18" charset="-122"/>
              </a:endParaRPr>
            </a:p>
          </p:txBody>
        </p:sp>
        <p:sp>
          <p:nvSpPr>
            <p:cNvPr id="7" name="矩形 6"/>
            <p:cNvSpPr/>
            <p:nvPr/>
          </p:nvSpPr>
          <p:spPr>
            <a:xfrm>
              <a:off x="1256242" y="3927287"/>
              <a:ext cx="1103841" cy="79200"/>
            </a:xfrm>
            <a:prstGeom prst="rect">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3765"/>
              <a:endParaRPr lang="zh-CN" altLang="en-US" sz="2000" b="1">
                <a:solidFill>
                  <a:schemeClr val="bg1"/>
                </a:solidFill>
              </a:endParaRPr>
            </a:p>
          </p:txBody>
        </p:sp>
        <p:sp>
          <p:nvSpPr>
            <p:cNvPr id="8" name="矩形 7"/>
            <p:cNvSpPr/>
            <p:nvPr/>
          </p:nvSpPr>
          <p:spPr>
            <a:xfrm>
              <a:off x="4110567" y="3927287"/>
              <a:ext cx="1103841" cy="79200"/>
            </a:xfrm>
            <a:prstGeom prst="rect">
              <a:avLst/>
            </a:prstGeom>
            <a:gradFill>
              <a:gsLst>
                <a:gs pos="0">
                  <a:schemeClr val="accent2">
                    <a:lumMod val="60000"/>
                    <a:lumOff val="40000"/>
                  </a:schemeClr>
                </a:gs>
                <a:gs pos="60000">
                  <a:schemeClr val="accent2"/>
                </a:gs>
              </a:gsLst>
              <a:lin ang="2700000" scaled="0"/>
            </a:gradFill>
            <a:ln w="57150" cap="rnd">
              <a:noFill/>
              <a:prstDash val="solid"/>
              <a:round/>
            </a:ln>
            <a:effectLst>
              <a:outerShdw blurRad="762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3765"/>
              <a:endParaRPr lang="zh-CN" altLang="en-US" sz="2000" b="1">
                <a:solidFill>
                  <a:schemeClr val="bg1"/>
                </a:solidFill>
              </a:endParaRPr>
            </a:p>
          </p:txBody>
        </p:sp>
        <p:sp>
          <p:nvSpPr>
            <p:cNvPr id="9" name="文本框 8"/>
            <p:cNvSpPr txBox="1"/>
            <p:nvPr/>
          </p:nvSpPr>
          <p:spPr>
            <a:xfrm>
              <a:off x="3374529" y="4138722"/>
              <a:ext cx="2575915" cy="523220"/>
            </a:xfrm>
            <a:prstGeom prst="rect">
              <a:avLst/>
            </a:prstGeom>
            <a:noFill/>
          </p:spPr>
          <p:txBody>
            <a:bodyPr wrap="square" rtlCol="0">
              <a:spAutoFit/>
            </a:bodyPr>
            <a:lstStyle/>
            <a:p>
              <a:pPr algn="ctr"/>
              <a:r>
                <a:rPr kumimoji="0" lang="zh-CN" altLang="en-US" sz="2800" i="0" u="none" strike="noStrike" kern="1200" cap="none" spc="0" normalizeH="0" baseline="0" noProof="0" dirty="0">
                  <a:ln>
                    <a:noFill/>
                  </a:ln>
                  <a:effectLst/>
                  <a:uLnTx/>
                  <a:uFillTx/>
                  <a:latin typeface="思源宋体 CN Heavy" panose="02020900000000000000" pitchFamily="18" charset="-122"/>
                  <a:ea typeface="思源宋体 CN Heavy" panose="02020900000000000000" pitchFamily="18" charset="-122"/>
                </a:rPr>
                <a:t>论文研究过程</a:t>
              </a:r>
            </a:p>
          </p:txBody>
        </p:sp>
        <p:sp>
          <p:nvSpPr>
            <p:cNvPr id="10" name="文本框 9"/>
            <p:cNvSpPr txBox="1"/>
            <p:nvPr/>
          </p:nvSpPr>
          <p:spPr>
            <a:xfrm>
              <a:off x="3514725" y="4678151"/>
              <a:ext cx="2295525" cy="476669"/>
            </a:xfrm>
            <a:prstGeom prst="rect">
              <a:avLst/>
            </a:prstGeom>
            <a:noFill/>
          </p:spPr>
          <p:txBody>
            <a:bodyPr wrap="square" rtlCol="0">
              <a:spAutoFit/>
            </a:bodyPr>
            <a:lstStyle/>
            <a:p>
              <a:pPr algn="ctr">
                <a:lnSpc>
                  <a:spcPct val="130000"/>
                </a:lnSpc>
              </a:pPr>
              <a:r>
                <a:rPr kumimoji="0" lang="en-US" altLang="zh-CN" sz="1000" b="0" i="0" u="none" strike="noStrike" kern="1200" cap="none" spc="0" normalizeH="0" baseline="0" noProof="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rPr>
                <a:t>Theme color makes PPT more convenient to change.</a:t>
              </a:r>
            </a:p>
          </p:txBody>
        </p:sp>
        <p:sp>
          <p:nvSpPr>
            <p:cNvPr id="11" name="文本框 10"/>
            <p:cNvSpPr txBox="1"/>
            <p:nvPr/>
          </p:nvSpPr>
          <p:spPr>
            <a:xfrm>
              <a:off x="4227111" y="3157846"/>
              <a:ext cx="870751" cy="769441"/>
            </a:xfrm>
            <a:prstGeom prst="rect">
              <a:avLst/>
            </a:prstGeom>
            <a:noFill/>
          </p:spPr>
          <p:txBody>
            <a:bodyPr wrap="none" rtlCol="0">
              <a:spAutoFit/>
            </a:bodyPr>
            <a:lstStyle/>
            <a:p>
              <a:pPr algn="ctr"/>
              <a:r>
                <a:rPr lang="en-US" altLang="zh-CN" sz="4400" b="1" dirty="0">
                  <a:solidFill>
                    <a:schemeClr val="accent2"/>
                  </a:solidFill>
                  <a:latin typeface="思源宋体 CN Heavy" panose="02020900000000000000" pitchFamily="18" charset="-122"/>
                  <a:ea typeface="思源宋体 CN Heavy" panose="02020900000000000000" pitchFamily="18" charset="-122"/>
                </a:rPr>
                <a:t>02</a:t>
              </a:r>
              <a:endParaRPr lang="zh-CN" altLang="en-US" sz="4400" b="1" dirty="0">
                <a:solidFill>
                  <a:schemeClr val="accent2"/>
                </a:solidFill>
                <a:latin typeface="思源宋体 CN Heavy" panose="02020900000000000000" pitchFamily="18" charset="-122"/>
                <a:ea typeface="思源宋体 CN Heavy" panose="02020900000000000000" pitchFamily="18" charset="-122"/>
              </a:endParaRPr>
            </a:p>
          </p:txBody>
        </p:sp>
        <p:sp>
          <p:nvSpPr>
            <p:cNvPr id="12" name="矩形 11"/>
            <p:cNvSpPr/>
            <p:nvPr/>
          </p:nvSpPr>
          <p:spPr>
            <a:xfrm>
              <a:off x="6964892" y="3927287"/>
              <a:ext cx="1103841" cy="79200"/>
            </a:xfrm>
            <a:prstGeom prst="rect">
              <a:avLst/>
            </a:prstGeom>
            <a:gradFill>
              <a:gsLst>
                <a:gs pos="0">
                  <a:schemeClr val="accent3">
                    <a:lumMod val="60000"/>
                    <a:lumOff val="40000"/>
                  </a:schemeClr>
                </a:gs>
                <a:gs pos="60000">
                  <a:schemeClr val="accent3"/>
                </a:gs>
              </a:gsLst>
              <a:lin ang="2700000" scaled="0"/>
            </a:gradFill>
            <a:ln w="57150" cap="rnd">
              <a:noFill/>
              <a:prstDash val="solid"/>
              <a:round/>
            </a:ln>
            <a:effectLst>
              <a:outerShdw blurRad="76200" dist="50800" dir="5400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3765"/>
              <a:endParaRPr lang="zh-CN" altLang="en-US" sz="2000" b="1">
                <a:solidFill>
                  <a:schemeClr val="bg1"/>
                </a:solidFill>
              </a:endParaRPr>
            </a:p>
          </p:txBody>
        </p:sp>
        <p:sp>
          <p:nvSpPr>
            <p:cNvPr id="13" name="文本框 12"/>
            <p:cNvSpPr txBox="1"/>
            <p:nvPr/>
          </p:nvSpPr>
          <p:spPr>
            <a:xfrm>
              <a:off x="6096000" y="4138722"/>
              <a:ext cx="2770414" cy="523220"/>
            </a:xfrm>
            <a:prstGeom prst="rect">
              <a:avLst/>
            </a:prstGeom>
            <a:noFill/>
          </p:spPr>
          <p:txBody>
            <a:bodyPr wrap="square" rtlCol="0">
              <a:spAutoFit/>
            </a:bodyPr>
            <a:lstStyle/>
            <a:p>
              <a:pPr algn="ctr"/>
              <a:r>
                <a:rPr kumimoji="0" lang="zh-CN" altLang="en-US" sz="2800" i="0" u="none" strike="noStrike" kern="1200" cap="none" spc="0" normalizeH="0" baseline="0" noProof="0" dirty="0">
                  <a:ln>
                    <a:noFill/>
                  </a:ln>
                  <a:effectLst/>
                  <a:uLnTx/>
                  <a:uFillTx/>
                  <a:latin typeface="思源宋体 CN Heavy" panose="02020900000000000000" pitchFamily="18" charset="-122"/>
                  <a:ea typeface="思源宋体 CN Heavy" panose="02020900000000000000" pitchFamily="18" charset="-122"/>
                </a:rPr>
                <a:t>论文成果运用</a:t>
              </a:r>
            </a:p>
          </p:txBody>
        </p:sp>
        <p:sp>
          <p:nvSpPr>
            <p:cNvPr id="14" name="文本框 13"/>
            <p:cNvSpPr txBox="1"/>
            <p:nvPr/>
          </p:nvSpPr>
          <p:spPr>
            <a:xfrm>
              <a:off x="6369050" y="4678151"/>
              <a:ext cx="2295525" cy="476669"/>
            </a:xfrm>
            <a:prstGeom prst="rect">
              <a:avLst/>
            </a:prstGeom>
            <a:noFill/>
          </p:spPr>
          <p:txBody>
            <a:bodyPr wrap="square" rtlCol="0">
              <a:spAutoFit/>
            </a:bodyPr>
            <a:lstStyle/>
            <a:p>
              <a:pPr algn="ctr">
                <a:lnSpc>
                  <a:spcPct val="130000"/>
                </a:lnSpc>
              </a:pPr>
              <a:r>
                <a:rPr kumimoji="0" lang="en-US" altLang="zh-CN" sz="1000" b="0" i="0" u="none" strike="noStrike" kern="1200" cap="none" spc="0" normalizeH="0" baseline="0" noProof="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rPr>
                <a:t>Theme color makes PPT more convenient to change.</a:t>
              </a:r>
            </a:p>
          </p:txBody>
        </p:sp>
        <p:sp>
          <p:nvSpPr>
            <p:cNvPr id="15" name="文本框 14"/>
            <p:cNvSpPr txBox="1"/>
            <p:nvPr/>
          </p:nvSpPr>
          <p:spPr>
            <a:xfrm>
              <a:off x="7081436" y="3157846"/>
              <a:ext cx="870751" cy="769441"/>
            </a:xfrm>
            <a:prstGeom prst="rect">
              <a:avLst/>
            </a:prstGeom>
            <a:noFill/>
          </p:spPr>
          <p:txBody>
            <a:bodyPr wrap="none" rtlCol="0">
              <a:spAutoFit/>
            </a:bodyPr>
            <a:lstStyle/>
            <a:p>
              <a:pPr algn="ctr"/>
              <a:r>
                <a:rPr lang="en-US" altLang="zh-CN" sz="4400" b="1" dirty="0">
                  <a:solidFill>
                    <a:schemeClr val="accent3"/>
                  </a:solidFill>
                  <a:latin typeface="思源宋体 CN Heavy" panose="02020900000000000000" pitchFamily="18" charset="-122"/>
                  <a:ea typeface="思源宋体 CN Heavy" panose="02020900000000000000" pitchFamily="18" charset="-122"/>
                </a:rPr>
                <a:t>03</a:t>
              </a:r>
              <a:endParaRPr lang="zh-CN" altLang="en-US" sz="4400" b="1" dirty="0">
                <a:solidFill>
                  <a:schemeClr val="accent3"/>
                </a:solidFill>
                <a:latin typeface="思源宋体 CN Heavy" panose="02020900000000000000" pitchFamily="18" charset="-122"/>
                <a:ea typeface="思源宋体 CN Heavy" panose="02020900000000000000" pitchFamily="18" charset="-122"/>
              </a:endParaRPr>
            </a:p>
          </p:txBody>
        </p:sp>
        <p:sp>
          <p:nvSpPr>
            <p:cNvPr id="16" name="矩形 15"/>
            <p:cNvSpPr/>
            <p:nvPr/>
          </p:nvSpPr>
          <p:spPr>
            <a:xfrm>
              <a:off x="9819217" y="3927287"/>
              <a:ext cx="1103841" cy="79200"/>
            </a:xfrm>
            <a:prstGeom prst="rect">
              <a:avLst/>
            </a:prstGeom>
            <a:gradFill>
              <a:gsLst>
                <a:gs pos="0">
                  <a:schemeClr val="accent4">
                    <a:lumMod val="60000"/>
                    <a:lumOff val="40000"/>
                  </a:schemeClr>
                </a:gs>
                <a:gs pos="60000">
                  <a:schemeClr val="accent4"/>
                </a:gs>
              </a:gsLst>
              <a:lin ang="2700000" scaled="0"/>
            </a:gradFill>
            <a:ln w="57150" cap="rnd">
              <a:noFill/>
              <a:prstDash val="solid"/>
              <a:round/>
            </a:ln>
            <a:effectLst>
              <a:outerShdw blurRad="76200" dist="50800" dir="5400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3765"/>
              <a:endParaRPr lang="zh-CN" altLang="en-US" sz="2000" b="1">
                <a:solidFill>
                  <a:schemeClr val="bg1"/>
                </a:solidFill>
              </a:endParaRPr>
            </a:p>
          </p:txBody>
        </p:sp>
        <p:sp>
          <p:nvSpPr>
            <p:cNvPr id="17" name="文本框 16"/>
            <p:cNvSpPr txBox="1"/>
            <p:nvPr/>
          </p:nvSpPr>
          <p:spPr>
            <a:xfrm>
              <a:off x="9092744" y="4138722"/>
              <a:ext cx="2575915" cy="523220"/>
            </a:xfrm>
            <a:prstGeom prst="rect">
              <a:avLst/>
            </a:prstGeom>
            <a:noFill/>
          </p:spPr>
          <p:txBody>
            <a:bodyPr wrap="square" rtlCol="0">
              <a:spAutoFit/>
            </a:bodyPr>
            <a:lstStyle/>
            <a:p>
              <a:pPr algn="ctr"/>
              <a:r>
                <a:rPr kumimoji="0" lang="zh-CN" altLang="en-US" sz="2800" i="0" u="none" strike="noStrike" kern="1200" cap="none" spc="0" normalizeH="0" baseline="0" noProof="0" dirty="0">
                  <a:ln>
                    <a:noFill/>
                  </a:ln>
                  <a:effectLst/>
                  <a:uLnTx/>
                  <a:uFillTx/>
                  <a:latin typeface="思源宋体 CN Heavy" panose="02020900000000000000" pitchFamily="18" charset="-122"/>
                  <a:ea typeface="思源宋体 CN Heavy" panose="02020900000000000000" pitchFamily="18" charset="-122"/>
                </a:rPr>
                <a:t>论文归纳总结</a:t>
              </a:r>
            </a:p>
          </p:txBody>
        </p:sp>
        <p:sp>
          <p:nvSpPr>
            <p:cNvPr id="18" name="文本框 17"/>
            <p:cNvSpPr txBox="1"/>
            <p:nvPr/>
          </p:nvSpPr>
          <p:spPr>
            <a:xfrm>
              <a:off x="9223375" y="4678151"/>
              <a:ext cx="2295525" cy="476669"/>
            </a:xfrm>
            <a:prstGeom prst="rect">
              <a:avLst/>
            </a:prstGeom>
            <a:noFill/>
          </p:spPr>
          <p:txBody>
            <a:bodyPr wrap="square" rtlCol="0">
              <a:spAutoFit/>
            </a:bodyPr>
            <a:lstStyle/>
            <a:p>
              <a:pPr algn="ctr">
                <a:lnSpc>
                  <a:spcPct val="130000"/>
                </a:lnSpc>
              </a:pPr>
              <a:r>
                <a:rPr kumimoji="0" lang="en-US" altLang="zh-CN" sz="1000" b="0" i="0" u="none" strike="noStrike" kern="1200" cap="none" spc="0" normalizeH="0" baseline="0" noProof="0">
                  <a:ln>
                    <a:noFill/>
                  </a:ln>
                  <a:solidFill>
                    <a:schemeClr val="tx1">
                      <a:lumMod val="50000"/>
                      <a:lumOff val="50000"/>
                    </a:schemeClr>
                  </a:solidFill>
                  <a:effectLst/>
                  <a:uLnTx/>
                  <a:uFillTx/>
                  <a:latin typeface="思源黑体 CN Light" panose="020B0300000000000000" pitchFamily="34" charset="-122"/>
                  <a:ea typeface="思源黑体 CN Light" panose="020B0300000000000000" pitchFamily="34" charset="-122"/>
                </a:rPr>
                <a:t>Theme color makes PPT more convenient to change.</a:t>
              </a:r>
            </a:p>
          </p:txBody>
        </p:sp>
        <p:sp>
          <p:nvSpPr>
            <p:cNvPr id="19" name="文本框 18"/>
            <p:cNvSpPr txBox="1"/>
            <p:nvPr/>
          </p:nvSpPr>
          <p:spPr>
            <a:xfrm>
              <a:off x="9935761" y="3157846"/>
              <a:ext cx="870751" cy="769441"/>
            </a:xfrm>
            <a:prstGeom prst="rect">
              <a:avLst/>
            </a:prstGeom>
            <a:noFill/>
          </p:spPr>
          <p:txBody>
            <a:bodyPr wrap="none" rtlCol="0">
              <a:spAutoFit/>
            </a:bodyPr>
            <a:lstStyle/>
            <a:p>
              <a:pPr algn="ctr"/>
              <a:r>
                <a:rPr lang="en-US" altLang="zh-CN" sz="4400" b="1" dirty="0">
                  <a:solidFill>
                    <a:schemeClr val="accent4"/>
                  </a:solidFill>
                  <a:latin typeface="思源宋体 CN Heavy" panose="02020900000000000000" pitchFamily="18" charset="-122"/>
                  <a:ea typeface="思源宋体 CN Heavy" panose="02020900000000000000" pitchFamily="18" charset="-122"/>
                </a:rPr>
                <a:t>04</a:t>
              </a:r>
              <a:endParaRPr lang="zh-CN" altLang="en-US" sz="4400" b="1" dirty="0">
                <a:solidFill>
                  <a:schemeClr val="accent4"/>
                </a:solidFill>
                <a:latin typeface="思源宋体 CN Heavy" panose="02020900000000000000" pitchFamily="18" charset="-122"/>
                <a:ea typeface="思源宋体 CN Heavy" panose="02020900000000000000" pitchFamily="18" charset="-122"/>
              </a:endParaRPr>
            </a:p>
          </p:txBody>
        </p:sp>
      </p:grpSp>
      <p:sp>
        <p:nvSpPr>
          <p:cNvPr id="21" name="矩形 20"/>
          <p:cNvSpPr/>
          <p:nvPr/>
        </p:nvSpPr>
        <p:spPr>
          <a:xfrm>
            <a:off x="2961748" y="1144704"/>
            <a:ext cx="2575915" cy="821326"/>
          </a:xfrm>
          <a:prstGeom prst="rect">
            <a:avLst/>
          </a:prstGeom>
        </p:spPr>
        <p:txBody>
          <a:bodyPr wrap="none" anchor="b" anchorCtr="0">
            <a:noAutofit/>
          </a:bodyPr>
          <a:lstStyle/>
          <a:p>
            <a:pPr>
              <a:buSzPct val="25000"/>
            </a:pPr>
            <a:r>
              <a:rPr lang="en-US" altLang="zh-CN" sz="3200" b="1" dirty="0">
                <a:solidFill>
                  <a:schemeClr val="accent3"/>
                </a:solidFill>
                <a:latin typeface="微软雅黑" panose="020B0503020204020204" pitchFamily="34" charset="-122"/>
                <a:ea typeface="微软雅黑" panose="020B0503020204020204" pitchFamily="34" charset="-122"/>
              </a:rPr>
              <a:t>CONTENTS</a:t>
            </a:r>
          </a:p>
        </p:txBody>
      </p:sp>
      <p:sp>
        <p:nvSpPr>
          <p:cNvPr id="22" name="矩形 21"/>
          <p:cNvSpPr/>
          <p:nvPr/>
        </p:nvSpPr>
        <p:spPr>
          <a:xfrm>
            <a:off x="1089027" y="949978"/>
            <a:ext cx="1872721" cy="1089415"/>
          </a:xfrm>
          <a:prstGeom prst="rect">
            <a:avLst/>
          </a:prstGeom>
        </p:spPr>
        <p:txBody>
          <a:bodyPr wrap="none" anchor="b" anchorCtr="0">
            <a:noAutofit/>
          </a:bodyPr>
          <a:lstStyle/>
          <a:p>
            <a:pPr algn="dist">
              <a:buSzPct val="25000"/>
            </a:pPr>
            <a:r>
              <a:rPr lang="zh-CN" altLang="en-US" sz="6600" b="1" dirty="0">
                <a:latin typeface="思源宋体 CN Heavy" panose="02020900000000000000" pitchFamily="18" charset="-122"/>
                <a:ea typeface="思源宋体 CN Heavy" panose="02020900000000000000" pitchFamily="18" charset="-122"/>
              </a:rPr>
              <a:t>目录</a:t>
            </a:r>
            <a:endParaRPr lang="en-US" altLang="zh-CN" sz="6600" b="1" dirty="0">
              <a:latin typeface="思源宋体 CN Heavy" panose="02020900000000000000" pitchFamily="18" charset="-122"/>
              <a:ea typeface="思源宋体 CN Heavy" panose="02020900000000000000" pitchFamily="18" charset="-122"/>
            </a:endParaRPr>
          </a:p>
        </p:txBody>
      </p:sp>
      <p:sp>
        <p:nvSpPr>
          <p:cNvPr id="2" name="矩形 1"/>
          <p:cNvSpPr/>
          <p:nvPr/>
        </p:nvSpPr>
        <p:spPr>
          <a:xfrm>
            <a:off x="404420" y="457200"/>
            <a:ext cx="11413067" cy="594359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flipH="1">
            <a:off x="6999329" y="0"/>
            <a:ext cx="5192671" cy="2782957"/>
          </a:xfrm>
          <a:prstGeom prst="rect">
            <a:avLst/>
          </a:prstGeom>
        </p:spPr>
      </p:pic>
    </p:spTree>
    <p:custDataLst>
      <p:tags r:id="rId1"/>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ïSļiḓé"/>
          <p:cNvSpPr txBox="1"/>
          <p:nvPr/>
        </p:nvSpPr>
        <p:spPr>
          <a:xfrm>
            <a:off x="3826840" y="2092550"/>
            <a:ext cx="4527806" cy="646331"/>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gn="ctr">
              <a:buSzPct val="25000"/>
            </a:pPr>
            <a:r>
              <a:rPr lang="zh-CN" altLang="en-US" sz="3600" dirty="0">
                <a:solidFill>
                  <a:schemeClr val="accent1"/>
                </a:solidFill>
                <a:effectLst/>
                <a:latin typeface="微软雅黑" panose="020B0503020204020204" pitchFamily="34" charset="-122"/>
                <a:ea typeface="微软雅黑" panose="020B0503020204020204" pitchFamily="34" charset="-122"/>
              </a:rPr>
              <a:t>第一部分</a:t>
            </a:r>
          </a:p>
        </p:txBody>
      </p:sp>
      <p:sp>
        <p:nvSpPr>
          <p:cNvPr id="51" name="í$ľiďé"/>
          <p:cNvSpPr txBox="1"/>
          <p:nvPr/>
        </p:nvSpPr>
        <p:spPr>
          <a:xfrm>
            <a:off x="3621650" y="4330037"/>
            <a:ext cx="4938187" cy="491994"/>
          </a:xfrm>
          <a:prstGeom prst="rect">
            <a:avLst/>
          </a:prstGeom>
          <a:noFill/>
        </p:spPr>
        <p:txBody>
          <a:bodyPr wrap="square" rtlCol="0">
            <a:spAutoFit/>
          </a:bodyPr>
          <a:lstStyle>
            <a:defPPr>
              <a:defRPr lang="zh-CN"/>
            </a:defPPr>
            <a:lvl1pPr>
              <a:lnSpc>
                <a:spcPts val="1500"/>
              </a:lnSpc>
              <a:defRPr sz="900"/>
            </a:lvl1pPr>
          </a:lstStyle>
          <a:p>
            <a:pPr algn="ctr">
              <a:lnSpc>
                <a:spcPct val="13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Adjust the spacing to adapt to Chinese typesetting, use the reference line in PPT. Adjust the spacing to adapt to Chinese typesetting. </a:t>
            </a:r>
          </a:p>
        </p:txBody>
      </p:sp>
      <p:sp>
        <p:nvSpPr>
          <p:cNvPr id="17" name="ïSļiḓé"/>
          <p:cNvSpPr txBox="1"/>
          <p:nvPr/>
        </p:nvSpPr>
        <p:spPr>
          <a:xfrm>
            <a:off x="3621650" y="2719582"/>
            <a:ext cx="4938187" cy="1015663"/>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gn="ctr">
              <a:buSzPct val="25000"/>
            </a:pPr>
            <a:r>
              <a:rPr lang="zh-CN" altLang="en-US" sz="6000" dirty="0">
                <a:solidFill>
                  <a:schemeClr val="tx1"/>
                </a:solidFill>
                <a:effectLst/>
                <a:latin typeface="思源宋体 CN Heavy" panose="02020900000000000000" pitchFamily="18" charset="-122"/>
                <a:ea typeface="思源宋体 CN Heavy" panose="02020900000000000000" pitchFamily="18" charset="-122"/>
              </a:rPr>
              <a:t>论文选题背景</a:t>
            </a:r>
          </a:p>
        </p:txBody>
      </p:sp>
      <p:grpSp>
        <p:nvGrpSpPr>
          <p:cNvPr id="35" name="组合 34"/>
          <p:cNvGrpSpPr/>
          <p:nvPr/>
        </p:nvGrpSpPr>
        <p:grpSpPr>
          <a:xfrm>
            <a:off x="677558" y="5768065"/>
            <a:ext cx="1178224" cy="307831"/>
            <a:chOff x="665566" y="4782240"/>
            <a:chExt cx="3247783" cy="848538"/>
          </a:xfrm>
        </p:grpSpPr>
        <p:grpSp>
          <p:nvGrpSpPr>
            <p:cNvPr id="36" name="组合 35"/>
            <p:cNvGrpSpPr/>
            <p:nvPr/>
          </p:nvGrpSpPr>
          <p:grpSpPr>
            <a:xfrm>
              <a:off x="665566" y="4782240"/>
              <a:ext cx="848538" cy="848538"/>
              <a:chOff x="809944" y="4637862"/>
              <a:chExt cx="848538" cy="848538"/>
            </a:xfrm>
          </p:grpSpPr>
          <p:grpSp>
            <p:nvGrpSpPr>
              <p:cNvPr id="43" name="Group 20"/>
              <p:cNvGrpSpPr>
                <a:grpSpLocks noChangeAspect="1"/>
              </p:cNvGrpSpPr>
              <p:nvPr/>
            </p:nvGrpSpPr>
            <p:grpSpPr>
              <a:xfrm>
                <a:off x="1090315" y="4865848"/>
                <a:ext cx="287796" cy="392567"/>
                <a:chOff x="2597" y="4163"/>
                <a:chExt cx="217" cy="296"/>
              </a:xfrm>
              <a:solidFill>
                <a:schemeClr val="accent1"/>
              </a:solidFill>
            </p:grpSpPr>
            <p:sp>
              <p:nvSpPr>
                <p:cNvPr id="45" name="Freeform 22"/>
                <p:cNvSpPr>
                  <a:spLocks noEditPoints="1"/>
                </p:cNvSpPr>
                <p:nvPr/>
              </p:nvSpPr>
              <p:spPr bwMode="auto">
                <a:xfrm>
                  <a:off x="2630" y="4163"/>
                  <a:ext cx="151" cy="176"/>
                </a:xfrm>
                <a:custGeom>
                  <a:avLst/>
                  <a:gdLst>
                    <a:gd name="T0" fmla="*/ 410 w 1662"/>
                    <a:gd name="T1" fmla="*/ 645 h 1942"/>
                    <a:gd name="T2" fmla="*/ 309 w 1662"/>
                    <a:gd name="T3" fmla="*/ 847 h 1942"/>
                    <a:gd name="T4" fmla="*/ 255 w 1662"/>
                    <a:gd name="T5" fmla="*/ 1023 h 1942"/>
                    <a:gd name="T6" fmla="*/ 263 w 1662"/>
                    <a:gd name="T7" fmla="*/ 1206 h 1942"/>
                    <a:gd name="T8" fmla="*/ 347 w 1662"/>
                    <a:gd name="T9" fmla="*/ 1429 h 1942"/>
                    <a:gd name="T10" fmla="*/ 476 w 1662"/>
                    <a:gd name="T11" fmla="*/ 1620 h 1942"/>
                    <a:gd name="T12" fmla="*/ 638 w 1662"/>
                    <a:gd name="T13" fmla="*/ 1753 h 1942"/>
                    <a:gd name="T14" fmla="*/ 825 w 1662"/>
                    <a:gd name="T15" fmla="*/ 1803 h 1942"/>
                    <a:gd name="T16" fmla="*/ 1013 w 1662"/>
                    <a:gd name="T17" fmla="*/ 1753 h 1942"/>
                    <a:gd name="T18" fmla="*/ 1176 w 1662"/>
                    <a:gd name="T19" fmla="*/ 1619 h 1942"/>
                    <a:gd name="T20" fmla="*/ 1305 w 1662"/>
                    <a:gd name="T21" fmla="*/ 1428 h 1942"/>
                    <a:gd name="T22" fmla="*/ 1388 w 1662"/>
                    <a:gd name="T23" fmla="*/ 1205 h 1942"/>
                    <a:gd name="T24" fmla="*/ 1418 w 1662"/>
                    <a:gd name="T25" fmla="*/ 974 h 1942"/>
                    <a:gd name="T26" fmla="*/ 1266 w 1662"/>
                    <a:gd name="T27" fmla="*/ 836 h 1942"/>
                    <a:gd name="T28" fmla="*/ 1012 w 1662"/>
                    <a:gd name="T29" fmla="*/ 794 h 1942"/>
                    <a:gd name="T30" fmla="*/ 806 w 1662"/>
                    <a:gd name="T31" fmla="*/ 713 h 1942"/>
                    <a:gd name="T32" fmla="*/ 646 w 1662"/>
                    <a:gd name="T33" fmla="*/ 610 h 1942"/>
                    <a:gd name="T34" fmla="*/ 526 w 1662"/>
                    <a:gd name="T35" fmla="*/ 499 h 1942"/>
                    <a:gd name="T36" fmla="*/ 944 w 1662"/>
                    <a:gd name="T37" fmla="*/ 23 h 1942"/>
                    <a:gd name="T38" fmla="*/ 1152 w 1662"/>
                    <a:gd name="T39" fmla="*/ 118 h 1942"/>
                    <a:gd name="T40" fmla="*/ 1271 w 1662"/>
                    <a:gd name="T41" fmla="*/ 205 h 1942"/>
                    <a:gd name="T42" fmla="*/ 1388 w 1662"/>
                    <a:gd name="T43" fmla="*/ 323 h 1942"/>
                    <a:gd name="T44" fmla="*/ 1455 w 1662"/>
                    <a:gd name="T45" fmla="*/ 429 h 1942"/>
                    <a:gd name="T46" fmla="*/ 1524 w 1662"/>
                    <a:gd name="T47" fmla="*/ 626 h 1942"/>
                    <a:gd name="T48" fmla="*/ 1555 w 1662"/>
                    <a:gd name="T49" fmla="*/ 892 h 1942"/>
                    <a:gd name="T50" fmla="*/ 1619 w 1662"/>
                    <a:gd name="T51" fmla="*/ 939 h 1942"/>
                    <a:gd name="T52" fmla="*/ 1657 w 1662"/>
                    <a:gd name="T53" fmla="*/ 1032 h 1942"/>
                    <a:gd name="T54" fmla="*/ 1655 w 1662"/>
                    <a:gd name="T55" fmla="*/ 1183 h 1942"/>
                    <a:gd name="T56" fmla="*/ 1611 w 1662"/>
                    <a:gd name="T57" fmla="*/ 1304 h 1942"/>
                    <a:gd name="T58" fmla="*/ 1537 w 1662"/>
                    <a:gd name="T59" fmla="*/ 1372 h 1942"/>
                    <a:gd name="T60" fmla="*/ 1445 w 1662"/>
                    <a:gd name="T61" fmla="*/ 1454 h 1942"/>
                    <a:gd name="T62" fmla="*/ 1313 w 1662"/>
                    <a:gd name="T63" fmla="*/ 1670 h 1942"/>
                    <a:gd name="T64" fmla="*/ 1141 w 1662"/>
                    <a:gd name="T65" fmla="*/ 1836 h 1942"/>
                    <a:gd name="T66" fmla="*/ 937 w 1662"/>
                    <a:gd name="T67" fmla="*/ 1930 h 1942"/>
                    <a:gd name="T68" fmla="*/ 714 w 1662"/>
                    <a:gd name="T69" fmla="*/ 1930 h 1942"/>
                    <a:gd name="T70" fmla="*/ 510 w 1662"/>
                    <a:gd name="T71" fmla="*/ 1836 h 1942"/>
                    <a:gd name="T72" fmla="*/ 337 w 1662"/>
                    <a:gd name="T73" fmla="*/ 1669 h 1942"/>
                    <a:gd name="T74" fmla="*/ 205 w 1662"/>
                    <a:gd name="T75" fmla="*/ 1452 h 1942"/>
                    <a:gd name="T76" fmla="*/ 111 w 1662"/>
                    <a:gd name="T77" fmla="*/ 1364 h 1942"/>
                    <a:gd name="T78" fmla="*/ 39 w 1662"/>
                    <a:gd name="T79" fmla="*/ 1284 h 1942"/>
                    <a:gd name="T80" fmla="*/ 2 w 1662"/>
                    <a:gd name="T81" fmla="*/ 1143 h 1942"/>
                    <a:gd name="T82" fmla="*/ 9 w 1662"/>
                    <a:gd name="T83" fmla="*/ 1009 h 1942"/>
                    <a:gd name="T84" fmla="*/ 50 w 1662"/>
                    <a:gd name="T85" fmla="*/ 930 h 1942"/>
                    <a:gd name="T86" fmla="*/ 98 w 1662"/>
                    <a:gd name="T87" fmla="*/ 851 h 1942"/>
                    <a:gd name="T88" fmla="*/ 85 w 1662"/>
                    <a:gd name="T89" fmla="*/ 643 h 1942"/>
                    <a:gd name="T90" fmla="*/ 120 w 1662"/>
                    <a:gd name="T91" fmla="*/ 487 h 1942"/>
                    <a:gd name="T92" fmla="*/ 183 w 1662"/>
                    <a:gd name="T93" fmla="*/ 377 h 1942"/>
                    <a:gd name="T94" fmla="*/ 257 w 1662"/>
                    <a:gd name="T95" fmla="*/ 305 h 1942"/>
                    <a:gd name="T96" fmla="*/ 319 w 1662"/>
                    <a:gd name="T97" fmla="*/ 266 h 1942"/>
                    <a:gd name="T98" fmla="*/ 352 w 1662"/>
                    <a:gd name="T99" fmla="*/ 246 h 1942"/>
                    <a:gd name="T100" fmla="*/ 390 w 1662"/>
                    <a:gd name="T101" fmla="*/ 196 h 1942"/>
                    <a:gd name="T102" fmla="*/ 459 w 1662"/>
                    <a:gd name="T103" fmla="*/ 127 h 1942"/>
                    <a:gd name="T104" fmla="*/ 559 w 1662"/>
                    <a:gd name="T105" fmla="*/ 57 h 1942"/>
                    <a:gd name="T106" fmla="*/ 690 w 1662"/>
                    <a:gd name="T107" fmla="*/ 10 h 19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62" h="1942">
                      <a:moveTo>
                        <a:pt x="526" y="499"/>
                      </a:moveTo>
                      <a:lnTo>
                        <a:pt x="484" y="546"/>
                      </a:lnTo>
                      <a:lnTo>
                        <a:pt x="445" y="595"/>
                      </a:lnTo>
                      <a:lnTo>
                        <a:pt x="410" y="645"/>
                      </a:lnTo>
                      <a:lnTo>
                        <a:pt x="379" y="696"/>
                      </a:lnTo>
                      <a:lnTo>
                        <a:pt x="352" y="747"/>
                      </a:lnTo>
                      <a:lnTo>
                        <a:pt x="329" y="797"/>
                      </a:lnTo>
                      <a:lnTo>
                        <a:pt x="309" y="847"/>
                      </a:lnTo>
                      <a:lnTo>
                        <a:pt x="291" y="895"/>
                      </a:lnTo>
                      <a:lnTo>
                        <a:pt x="277" y="941"/>
                      </a:lnTo>
                      <a:lnTo>
                        <a:pt x="264" y="984"/>
                      </a:lnTo>
                      <a:lnTo>
                        <a:pt x="255" y="1023"/>
                      </a:lnTo>
                      <a:lnTo>
                        <a:pt x="247" y="1059"/>
                      </a:lnTo>
                      <a:lnTo>
                        <a:pt x="241" y="1091"/>
                      </a:lnTo>
                      <a:lnTo>
                        <a:pt x="250" y="1148"/>
                      </a:lnTo>
                      <a:lnTo>
                        <a:pt x="263" y="1206"/>
                      </a:lnTo>
                      <a:lnTo>
                        <a:pt x="280" y="1263"/>
                      </a:lnTo>
                      <a:lnTo>
                        <a:pt x="299" y="1320"/>
                      </a:lnTo>
                      <a:lnTo>
                        <a:pt x="322" y="1375"/>
                      </a:lnTo>
                      <a:lnTo>
                        <a:pt x="347" y="1429"/>
                      </a:lnTo>
                      <a:lnTo>
                        <a:pt x="375" y="1480"/>
                      </a:lnTo>
                      <a:lnTo>
                        <a:pt x="406" y="1530"/>
                      </a:lnTo>
                      <a:lnTo>
                        <a:pt x="440" y="1576"/>
                      </a:lnTo>
                      <a:lnTo>
                        <a:pt x="476" y="1620"/>
                      </a:lnTo>
                      <a:lnTo>
                        <a:pt x="513" y="1659"/>
                      </a:lnTo>
                      <a:lnTo>
                        <a:pt x="553" y="1695"/>
                      </a:lnTo>
                      <a:lnTo>
                        <a:pt x="594" y="1726"/>
                      </a:lnTo>
                      <a:lnTo>
                        <a:pt x="638" y="1753"/>
                      </a:lnTo>
                      <a:lnTo>
                        <a:pt x="683" y="1774"/>
                      </a:lnTo>
                      <a:lnTo>
                        <a:pt x="729" y="1789"/>
                      </a:lnTo>
                      <a:lnTo>
                        <a:pt x="777" y="1800"/>
                      </a:lnTo>
                      <a:lnTo>
                        <a:pt x="825" y="1803"/>
                      </a:lnTo>
                      <a:lnTo>
                        <a:pt x="875" y="1800"/>
                      </a:lnTo>
                      <a:lnTo>
                        <a:pt x="922" y="1789"/>
                      </a:lnTo>
                      <a:lnTo>
                        <a:pt x="968" y="1774"/>
                      </a:lnTo>
                      <a:lnTo>
                        <a:pt x="1013" y="1753"/>
                      </a:lnTo>
                      <a:lnTo>
                        <a:pt x="1056" y="1726"/>
                      </a:lnTo>
                      <a:lnTo>
                        <a:pt x="1099" y="1695"/>
                      </a:lnTo>
                      <a:lnTo>
                        <a:pt x="1139" y="1659"/>
                      </a:lnTo>
                      <a:lnTo>
                        <a:pt x="1176" y="1619"/>
                      </a:lnTo>
                      <a:lnTo>
                        <a:pt x="1212" y="1576"/>
                      </a:lnTo>
                      <a:lnTo>
                        <a:pt x="1245" y="1529"/>
                      </a:lnTo>
                      <a:lnTo>
                        <a:pt x="1276" y="1480"/>
                      </a:lnTo>
                      <a:lnTo>
                        <a:pt x="1305" y="1428"/>
                      </a:lnTo>
                      <a:lnTo>
                        <a:pt x="1330" y="1374"/>
                      </a:lnTo>
                      <a:lnTo>
                        <a:pt x="1353" y="1319"/>
                      </a:lnTo>
                      <a:lnTo>
                        <a:pt x="1372" y="1262"/>
                      </a:lnTo>
                      <a:lnTo>
                        <a:pt x="1388" y="1205"/>
                      </a:lnTo>
                      <a:lnTo>
                        <a:pt x="1401" y="1147"/>
                      </a:lnTo>
                      <a:lnTo>
                        <a:pt x="1411" y="1089"/>
                      </a:lnTo>
                      <a:lnTo>
                        <a:pt x="1416" y="1032"/>
                      </a:lnTo>
                      <a:lnTo>
                        <a:pt x="1418" y="974"/>
                      </a:lnTo>
                      <a:lnTo>
                        <a:pt x="1417" y="904"/>
                      </a:lnTo>
                      <a:lnTo>
                        <a:pt x="1414" y="838"/>
                      </a:lnTo>
                      <a:lnTo>
                        <a:pt x="1339" y="839"/>
                      </a:lnTo>
                      <a:lnTo>
                        <a:pt x="1266" y="836"/>
                      </a:lnTo>
                      <a:lnTo>
                        <a:pt x="1198" y="830"/>
                      </a:lnTo>
                      <a:lnTo>
                        <a:pt x="1133" y="820"/>
                      </a:lnTo>
                      <a:lnTo>
                        <a:pt x="1070" y="808"/>
                      </a:lnTo>
                      <a:lnTo>
                        <a:pt x="1012" y="794"/>
                      </a:lnTo>
                      <a:lnTo>
                        <a:pt x="956" y="777"/>
                      </a:lnTo>
                      <a:lnTo>
                        <a:pt x="903" y="757"/>
                      </a:lnTo>
                      <a:lnTo>
                        <a:pt x="853" y="737"/>
                      </a:lnTo>
                      <a:lnTo>
                        <a:pt x="806" y="713"/>
                      </a:lnTo>
                      <a:lnTo>
                        <a:pt x="762" y="690"/>
                      </a:lnTo>
                      <a:lnTo>
                        <a:pt x="721" y="664"/>
                      </a:lnTo>
                      <a:lnTo>
                        <a:pt x="682" y="638"/>
                      </a:lnTo>
                      <a:lnTo>
                        <a:pt x="646" y="610"/>
                      </a:lnTo>
                      <a:lnTo>
                        <a:pt x="612" y="583"/>
                      </a:lnTo>
                      <a:lnTo>
                        <a:pt x="581" y="555"/>
                      </a:lnTo>
                      <a:lnTo>
                        <a:pt x="552" y="527"/>
                      </a:lnTo>
                      <a:lnTo>
                        <a:pt x="526" y="499"/>
                      </a:lnTo>
                      <a:close/>
                      <a:moveTo>
                        <a:pt x="808" y="0"/>
                      </a:moveTo>
                      <a:lnTo>
                        <a:pt x="851" y="3"/>
                      </a:lnTo>
                      <a:lnTo>
                        <a:pt x="897" y="11"/>
                      </a:lnTo>
                      <a:lnTo>
                        <a:pt x="944" y="23"/>
                      </a:lnTo>
                      <a:lnTo>
                        <a:pt x="993" y="39"/>
                      </a:lnTo>
                      <a:lnTo>
                        <a:pt x="1044" y="60"/>
                      </a:lnTo>
                      <a:lnTo>
                        <a:pt x="1097" y="86"/>
                      </a:lnTo>
                      <a:lnTo>
                        <a:pt x="1152" y="118"/>
                      </a:lnTo>
                      <a:lnTo>
                        <a:pt x="1179" y="135"/>
                      </a:lnTo>
                      <a:lnTo>
                        <a:pt x="1208" y="155"/>
                      </a:lnTo>
                      <a:lnTo>
                        <a:pt x="1239" y="179"/>
                      </a:lnTo>
                      <a:lnTo>
                        <a:pt x="1271" y="205"/>
                      </a:lnTo>
                      <a:lnTo>
                        <a:pt x="1304" y="233"/>
                      </a:lnTo>
                      <a:lnTo>
                        <a:pt x="1334" y="261"/>
                      </a:lnTo>
                      <a:lnTo>
                        <a:pt x="1363" y="292"/>
                      </a:lnTo>
                      <a:lnTo>
                        <a:pt x="1388" y="323"/>
                      </a:lnTo>
                      <a:lnTo>
                        <a:pt x="1409" y="353"/>
                      </a:lnTo>
                      <a:lnTo>
                        <a:pt x="1409" y="353"/>
                      </a:lnTo>
                      <a:lnTo>
                        <a:pt x="1433" y="389"/>
                      </a:lnTo>
                      <a:lnTo>
                        <a:pt x="1455" y="429"/>
                      </a:lnTo>
                      <a:lnTo>
                        <a:pt x="1475" y="472"/>
                      </a:lnTo>
                      <a:lnTo>
                        <a:pt x="1493" y="519"/>
                      </a:lnTo>
                      <a:lnTo>
                        <a:pt x="1509" y="570"/>
                      </a:lnTo>
                      <a:lnTo>
                        <a:pt x="1524" y="626"/>
                      </a:lnTo>
                      <a:lnTo>
                        <a:pt x="1535" y="685"/>
                      </a:lnTo>
                      <a:lnTo>
                        <a:pt x="1545" y="749"/>
                      </a:lnTo>
                      <a:lnTo>
                        <a:pt x="1551" y="817"/>
                      </a:lnTo>
                      <a:lnTo>
                        <a:pt x="1555" y="892"/>
                      </a:lnTo>
                      <a:lnTo>
                        <a:pt x="1573" y="900"/>
                      </a:lnTo>
                      <a:lnTo>
                        <a:pt x="1590" y="910"/>
                      </a:lnTo>
                      <a:lnTo>
                        <a:pt x="1605" y="922"/>
                      </a:lnTo>
                      <a:lnTo>
                        <a:pt x="1619" y="939"/>
                      </a:lnTo>
                      <a:lnTo>
                        <a:pt x="1632" y="957"/>
                      </a:lnTo>
                      <a:lnTo>
                        <a:pt x="1642" y="979"/>
                      </a:lnTo>
                      <a:lnTo>
                        <a:pt x="1651" y="1003"/>
                      </a:lnTo>
                      <a:lnTo>
                        <a:pt x="1657" y="1032"/>
                      </a:lnTo>
                      <a:lnTo>
                        <a:pt x="1661" y="1064"/>
                      </a:lnTo>
                      <a:lnTo>
                        <a:pt x="1662" y="1102"/>
                      </a:lnTo>
                      <a:lnTo>
                        <a:pt x="1660" y="1143"/>
                      </a:lnTo>
                      <a:lnTo>
                        <a:pt x="1655" y="1183"/>
                      </a:lnTo>
                      <a:lnTo>
                        <a:pt x="1648" y="1218"/>
                      </a:lnTo>
                      <a:lnTo>
                        <a:pt x="1638" y="1250"/>
                      </a:lnTo>
                      <a:lnTo>
                        <a:pt x="1625" y="1278"/>
                      </a:lnTo>
                      <a:lnTo>
                        <a:pt x="1611" y="1304"/>
                      </a:lnTo>
                      <a:lnTo>
                        <a:pt x="1595" y="1325"/>
                      </a:lnTo>
                      <a:lnTo>
                        <a:pt x="1577" y="1344"/>
                      </a:lnTo>
                      <a:lnTo>
                        <a:pt x="1558" y="1360"/>
                      </a:lnTo>
                      <a:lnTo>
                        <a:pt x="1537" y="1372"/>
                      </a:lnTo>
                      <a:lnTo>
                        <a:pt x="1515" y="1382"/>
                      </a:lnTo>
                      <a:lnTo>
                        <a:pt x="1493" y="1390"/>
                      </a:lnTo>
                      <a:lnTo>
                        <a:pt x="1471" y="1395"/>
                      </a:lnTo>
                      <a:lnTo>
                        <a:pt x="1445" y="1454"/>
                      </a:lnTo>
                      <a:lnTo>
                        <a:pt x="1416" y="1512"/>
                      </a:lnTo>
                      <a:lnTo>
                        <a:pt x="1385" y="1567"/>
                      </a:lnTo>
                      <a:lnTo>
                        <a:pt x="1350" y="1620"/>
                      </a:lnTo>
                      <a:lnTo>
                        <a:pt x="1313" y="1670"/>
                      </a:lnTo>
                      <a:lnTo>
                        <a:pt x="1273" y="1717"/>
                      </a:lnTo>
                      <a:lnTo>
                        <a:pt x="1231" y="1761"/>
                      </a:lnTo>
                      <a:lnTo>
                        <a:pt x="1187" y="1801"/>
                      </a:lnTo>
                      <a:lnTo>
                        <a:pt x="1141" y="1836"/>
                      </a:lnTo>
                      <a:lnTo>
                        <a:pt x="1092" y="1868"/>
                      </a:lnTo>
                      <a:lnTo>
                        <a:pt x="1042" y="1893"/>
                      </a:lnTo>
                      <a:lnTo>
                        <a:pt x="990" y="1915"/>
                      </a:lnTo>
                      <a:lnTo>
                        <a:pt x="937" y="1930"/>
                      </a:lnTo>
                      <a:lnTo>
                        <a:pt x="882" y="1939"/>
                      </a:lnTo>
                      <a:lnTo>
                        <a:pt x="825" y="1942"/>
                      </a:lnTo>
                      <a:lnTo>
                        <a:pt x="769" y="1939"/>
                      </a:lnTo>
                      <a:lnTo>
                        <a:pt x="714" y="1930"/>
                      </a:lnTo>
                      <a:lnTo>
                        <a:pt x="661" y="1915"/>
                      </a:lnTo>
                      <a:lnTo>
                        <a:pt x="608" y="1893"/>
                      </a:lnTo>
                      <a:lnTo>
                        <a:pt x="558" y="1867"/>
                      </a:lnTo>
                      <a:lnTo>
                        <a:pt x="510" y="1836"/>
                      </a:lnTo>
                      <a:lnTo>
                        <a:pt x="464" y="1800"/>
                      </a:lnTo>
                      <a:lnTo>
                        <a:pt x="419" y="1760"/>
                      </a:lnTo>
                      <a:lnTo>
                        <a:pt x="377" y="1716"/>
                      </a:lnTo>
                      <a:lnTo>
                        <a:pt x="337" y="1669"/>
                      </a:lnTo>
                      <a:lnTo>
                        <a:pt x="300" y="1618"/>
                      </a:lnTo>
                      <a:lnTo>
                        <a:pt x="266" y="1565"/>
                      </a:lnTo>
                      <a:lnTo>
                        <a:pt x="234" y="1510"/>
                      </a:lnTo>
                      <a:lnTo>
                        <a:pt x="205" y="1452"/>
                      </a:lnTo>
                      <a:lnTo>
                        <a:pt x="179" y="1392"/>
                      </a:lnTo>
                      <a:lnTo>
                        <a:pt x="156" y="1386"/>
                      </a:lnTo>
                      <a:lnTo>
                        <a:pt x="133" y="1376"/>
                      </a:lnTo>
                      <a:lnTo>
                        <a:pt x="111" y="1364"/>
                      </a:lnTo>
                      <a:lnTo>
                        <a:pt x="91" y="1349"/>
                      </a:lnTo>
                      <a:lnTo>
                        <a:pt x="72" y="1330"/>
                      </a:lnTo>
                      <a:lnTo>
                        <a:pt x="55" y="1309"/>
                      </a:lnTo>
                      <a:lnTo>
                        <a:pt x="39" y="1284"/>
                      </a:lnTo>
                      <a:lnTo>
                        <a:pt x="26" y="1254"/>
                      </a:lnTo>
                      <a:lnTo>
                        <a:pt x="15" y="1221"/>
                      </a:lnTo>
                      <a:lnTo>
                        <a:pt x="7" y="1184"/>
                      </a:lnTo>
                      <a:lnTo>
                        <a:pt x="2" y="1143"/>
                      </a:lnTo>
                      <a:lnTo>
                        <a:pt x="0" y="1104"/>
                      </a:lnTo>
                      <a:lnTo>
                        <a:pt x="1" y="1068"/>
                      </a:lnTo>
                      <a:lnTo>
                        <a:pt x="4" y="1038"/>
                      </a:lnTo>
                      <a:lnTo>
                        <a:pt x="9" y="1009"/>
                      </a:lnTo>
                      <a:lnTo>
                        <a:pt x="17" y="985"/>
                      </a:lnTo>
                      <a:lnTo>
                        <a:pt x="27" y="964"/>
                      </a:lnTo>
                      <a:lnTo>
                        <a:pt x="38" y="946"/>
                      </a:lnTo>
                      <a:lnTo>
                        <a:pt x="50" y="930"/>
                      </a:lnTo>
                      <a:lnTo>
                        <a:pt x="65" y="916"/>
                      </a:lnTo>
                      <a:lnTo>
                        <a:pt x="80" y="906"/>
                      </a:lnTo>
                      <a:lnTo>
                        <a:pt x="96" y="897"/>
                      </a:lnTo>
                      <a:lnTo>
                        <a:pt x="98" y="851"/>
                      </a:lnTo>
                      <a:lnTo>
                        <a:pt x="89" y="794"/>
                      </a:lnTo>
                      <a:lnTo>
                        <a:pt x="85" y="740"/>
                      </a:lnTo>
                      <a:lnTo>
                        <a:pt x="83" y="690"/>
                      </a:lnTo>
                      <a:lnTo>
                        <a:pt x="85" y="643"/>
                      </a:lnTo>
                      <a:lnTo>
                        <a:pt x="90" y="599"/>
                      </a:lnTo>
                      <a:lnTo>
                        <a:pt x="98" y="559"/>
                      </a:lnTo>
                      <a:lnTo>
                        <a:pt x="108" y="522"/>
                      </a:lnTo>
                      <a:lnTo>
                        <a:pt x="120" y="487"/>
                      </a:lnTo>
                      <a:lnTo>
                        <a:pt x="134" y="455"/>
                      </a:lnTo>
                      <a:lnTo>
                        <a:pt x="149" y="427"/>
                      </a:lnTo>
                      <a:lnTo>
                        <a:pt x="166" y="400"/>
                      </a:lnTo>
                      <a:lnTo>
                        <a:pt x="183" y="377"/>
                      </a:lnTo>
                      <a:lnTo>
                        <a:pt x="202" y="355"/>
                      </a:lnTo>
                      <a:lnTo>
                        <a:pt x="220" y="337"/>
                      </a:lnTo>
                      <a:lnTo>
                        <a:pt x="239" y="320"/>
                      </a:lnTo>
                      <a:lnTo>
                        <a:pt x="257" y="305"/>
                      </a:lnTo>
                      <a:lnTo>
                        <a:pt x="274" y="293"/>
                      </a:lnTo>
                      <a:lnTo>
                        <a:pt x="290" y="282"/>
                      </a:lnTo>
                      <a:lnTo>
                        <a:pt x="305" y="273"/>
                      </a:lnTo>
                      <a:lnTo>
                        <a:pt x="319" y="266"/>
                      </a:lnTo>
                      <a:lnTo>
                        <a:pt x="331" y="260"/>
                      </a:lnTo>
                      <a:lnTo>
                        <a:pt x="341" y="255"/>
                      </a:lnTo>
                      <a:lnTo>
                        <a:pt x="348" y="253"/>
                      </a:lnTo>
                      <a:lnTo>
                        <a:pt x="352" y="246"/>
                      </a:lnTo>
                      <a:lnTo>
                        <a:pt x="359" y="237"/>
                      </a:lnTo>
                      <a:lnTo>
                        <a:pt x="367" y="225"/>
                      </a:lnTo>
                      <a:lnTo>
                        <a:pt x="377" y="212"/>
                      </a:lnTo>
                      <a:lnTo>
                        <a:pt x="390" y="196"/>
                      </a:lnTo>
                      <a:lnTo>
                        <a:pt x="404" y="180"/>
                      </a:lnTo>
                      <a:lnTo>
                        <a:pt x="421" y="163"/>
                      </a:lnTo>
                      <a:lnTo>
                        <a:pt x="439" y="145"/>
                      </a:lnTo>
                      <a:lnTo>
                        <a:pt x="459" y="127"/>
                      </a:lnTo>
                      <a:lnTo>
                        <a:pt x="481" y="108"/>
                      </a:lnTo>
                      <a:lnTo>
                        <a:pt x="505" y="91"/>
                      </a:lnTo>
                      <a:lnTo>
                        <a:pt x="531" y="74"/>
                      </a:lnTo>
                      <a:lnTo>
                        <a:pt x="559" y="57"/>
                      </a:lnTo>
                      <a:lnTo>
                        <a:pt x="589" y="43"/>
                      </a:lnTo>
                      <a:lnTo>
                        <a:pt x="620" y="30"/>
                      </a:lnTo>
                      <a:lnTo>
                        <a:pt x="655" y="19"/>
                      </a:lnTo>
                      <a:lnTo>
                        <a:pt x="690" y="10"/>
                      </a:lnTo>
                      <a:lnTo>
                        <a:pt x="728" y="3"/>
                      </a:lnTo>
                      <a:lnTo>
                        <a:pt x="767" y="0"/>
                      </a:lnTo>
                      <a:lnTo>
                        <a:pt x="808"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8" name="Freeform 23"/>
                <p:cNvSpPr>
                  <a:spLocks noEditPoints="1"/>
                </p:cNvSpPr>
                <p:nvPr/>
              </p:nvSpPr>
              <p:spPr bwMode="auto">
                <a:xfrm>
                  <a:off x="2664" y="4250"/>
                  <a:ext cx="83" cy="27"/>
                </a:xfrm>
                <a:custGeom>
                  <a:avLst/>
                  <a:gdLst>
                    <a:gd name="T0" fmla="*/ 613 w 916"/>
                    <a:gd name="T1" fmla="*/ 78 h 300"/>
                    <a:gd name="T2" fmla="*/ 561 w 916"/>
                    <a:gd name="T3" fmla="*/ 109 h 300"/>
                    <a:gd name="T4" fmla="*/ 554 w 916"/>
                    <a:gd name="T5" fmla="*/ 165 h 300"/>
                    <a:gd name="T6" fmla="*/ 579 w 916"/>
                    <a:gd name="T7" fmla="*/ 210 h 300"/>
                    <a:gd name="T8" fmla="*/ 665 w 916"/>
                    <a:gd name="T9" fmla="*/ 229 h 300"/>
                    <a:gd name="T10" fmla="*/ 787 w 916"/>
                    <a:gd name="T11" fmla="*/ 223 h 300"/>
                    <a:gd name="T12" fmla="*/ 839 w 916"/>
                    <a:gd name="T13" fmla="*/ 191 h 300"/>
                    <a:gd name="T14" fmla="*/ 846 w 916"/>
                    <a:gd name="T15" fmla="*/ 135 h 300"/>
                    <a:gd name="T16" fmla="*/ 820 w 916"/>
                    <a:gd name="T17" fmla="*/ 90 h 300"/>
                    <a:gd name="T18" fmla="*/ 734 w 916"/>
                    <a:gd name="T19" fmla="*/ 72 h 300"/>
                    <a:gd name="T20" fmla="*/ 153 w 916"/>
                    <a:gd name="T21" fmla="*/ 74 h 300"/>
                    <a:gd name="T22" fmla="*/ 85 w 916"/>
                    <a:gd name="T23" fmla="*/ 99 h 300"/>
                    <a:gd name="T24" fmla="*/ 70 w 916"/>
                    <a:gd name="T25" fmla="*/ 150 h 300"/>
                    <a:gd name="T26" fmla="*/ 85 w 916"/>
                    <a:gd name="T27" fmla="*/ 201 h 300"/>
                    <a:gd name="T28" fmla="*/ 153 w 916"/>
                    <a:gd name="T29" fmla="*/ 227 h 300"/>
                    <a:gd name="T30" fmla="*/ 280 w 916"/>
                    <a:gd name="T31" fmla="*/ 227 h 300"/>
                    <a:gd name="T32" fmla="*/ 348 w 916"/>
                    <a:gd name="T33" fmla="*/ 201 h 300"/>
                    <a:gd name="T34" fmla="*/ 363 w 916"/>
                    <a:gd name="T35" fmla="*/ 150 h 300"/>
                    <a:gd name="T36" fmla="*/ 348 w 916"/>
                    <a:gd name="T37" fmla="*/ 99 h 300"/>
                    <a:gd name="T38" fmla="*/ 280 w 916"/>
                    <a:gd name="T39" fmla="*/ 74 h 300"/>
                    <a:gd name="T40" fmla="*/ 234 w 916"/>
                    <a:gd name="T41" fmla="*/ 0 h 300"/>
                    <a:gd name="T42" fmla="*/ 321 w 916"/>
                    <a:gd name="T43" fmla="*/ 9 h 300"/>
                    <a:gd name="T44" fmla="*/ 400 w 916"/>
                    <a:gd name="T45" fmla="*/ 53 h 300"/>
                    <a:gd name="T46" fmla="*/ 574 w 916"/>
                    <a:gd name="T47" fmla="*/ 17 h 300"/>
                    <a:gd name="T48" fmla="*/ 662 w 916"/>
                    <a:gd name="T49" fmla="*/ 1 h 300"/>
                    <a:gd name="T50" fmla="*/ 732 w 916"/>
                    <a:gd name="T51" fmla="*/ 0 h 300"/>
                    <a:gd name="T52" fmla="*/ 806 w 916"/>
                    <a:gd name="T53" fmla="*/ 10 h 300"/>
                    <a:gd name="T54" fmla="*/ 875 w 916"/>
                    <a:gd name="T55" fmla="*/ 45 h 300"/>
                    <a:gd name="T56" fmla="*/ 914 w 916"/>
                    <a:gd name="T57" fmla="*/ 123 h 300"/>
                    <a:gd name="T58" fmla="*/ 900 w 916"/>
                    <a:gd name="T59" fmla="*/ 223 h 300"/>
                    <a:gd name="T60" fmla="*/ 843 w 916"/>
                    <a:gd name="T61" fmla="*/ 277 h 300"/>
                    <a:gd name="T62" fmla="*/ 768 w 916"/>
                    <a:gd name="T63" fmla="*/ 297 h 300"/>
                    <a:gd name="T64" fmla="*/ 699 w 916"/>
                    <a:gd name="T65" fmla="*/ 300 h 300"/>
                    <a:gd name="T66" fmla="*/ 632 w 916"/>
                    <a:gd name="T67" fmla="*/ 297 h 300"/>
                    <a:gd name="T68" fmla="*/ 557 w 916"/>
                    <a:gd name="T69" fmla="*/ 277 h 300"/>
                    <a:gd name="T70" fmla="*/ 500 w 916"/>
                    <a:gd name="T71" fmla="*/ 224 h 300"/>
                    <a:gd name="T72" fmla="*/ 485 w 916"/>
                    <a:gd name="T73" fmla="*/ 137 h 300"/>
                    <a:gd name="T74" fmla="*/ 432 w 916"/>
                    <a:gd name="T75" fmla="*/ 150 h 300"/>
                    <a:gd name="T76" fmla="*/ 405 w 916"/>
                    <a:gd name="T77" fmla="*/ 241 h 300"/>
                    <a:gd name="T78" fmla="*/ 342 w 916"/>
                    <a:gd name="T79" fmla="*/ 284 h 300"/>
                    <a:gd name="T80" fmla="*/ 266 w 916"/>
                    <a:gd name="T81" fmla="*/ 298 h 300"/>
                    <a:gd name="T82" fmla="*/ 201 w 916"/>
                    <a:gd name="T83" fmla="*/ 299 h 300"/>
                    <a:gd name="T84" fmla="*/ 129 w 916"/>
                    <a:gd name="T85" fmla="*/ 294 h 300"/>
                    <a:gd name="T86" fmla="*/ 57 w 916"/>
                    <a:gd name="T87" fmla="*/ 267 h 300"/>
                    <a:gd name="T88" fmla="*/ 7 w 916"/>
                    <a:gd name="T89" fmla="*/ 202 h 300"/>
                    <a:gd name="T90" fmla="*/ 7 w 916"/>
                    <a:gd name="T91" fmla="*/ 98 h 300"/>
                    <a:gd name="T92" fmla="*/ 57 w 916"/>
                    <a:gd name="T93" fmla="*/ 33 h 300"/>
                    <a:gd name="T94" fmla="*/ 129 w 916"/>
                    <a:gd name="T95" fmla="*/ 6 h 300"/>
                    <a:gd name="T96" fmla="*/ 201 w 916"/>
                    <a:gd name="T97"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16" h="300">
                      <a:moveTo>
                        <a:pt x="699" y="71"/>
                      </a:moveTo>
                      <a:lnTo>
                        <a:pt x="665" y="72"/>
                      </a:lnTo>
                      <a:lnTo>
                        <a:pt x="636" y="74"/>
                      </a:lnTo>
                      <a:lnTo>
                        <a:pt x="613" y="78"/>
                      </a:lnTo>
                      <a:lnTo>
                        <a:pt x="594" y="83"/>
                      </a:lnTo>
                      <a:lnTo>
                        <a:pt x="579" y="90"/>
                      </a:lnTo>
                      <a:lnTo>
                        <a:pt x="569" y="99"/>
                      </a:lnTo>
                      <a:lnTo>
                        <a:pt x="561" y="109"/>
                      </a:lnTo>
                      <a:lnTo>
                        <a:pt x="556" y="122"/>
                      </a:lnTo>
                      <a:lnTo>
                        <a:pt x="554" y="135"/>
                      </a:lnTo>
                      <a:lnTo>
                        <a:pt x="553" y="150"/>
                      </a:lnTo>
                      <a:lnTo>
                        <a:pt x="554" y="165"/>
                      </a:lnTo>
                      <a:lnTo>
                        <a:pt x="556" y="179"/>
                      </a:lnTo>
                      <a:lnTo>
                        <a:pt x="561" y="191"/>
                      </a:lnTo>
                      <a:lnTo>
                        <a:pt x="569" y="201"/>
                      </a:lnTo>
                      <a:lnTo>
                        <a:pt x="579" y="210"/>
                      </a:lnTo>
                      <a:lnTo>
                        <a:pt x="594" y="216"/>
                      </a:lnTo>
                      <a:lnTo>
                        <a:pt x="613" y="223"/>
                      </a:lnTo>
                      <a:lnTo>
                        <a:pt x="636" y="227"/>
                      </a:lnTo>
                      <a:lnTo>
                        <a:pt x="665" y="229"/>
                      </a:lnTo>
                      <a:lnTo>
                        <a:pt x="699" y="230"/>
                      </a:lnTo>
                      <a:lnTo>
                        <a:pt x="734" y="229"/>
                      </a:lnTo>
                      <a:lnTo>
                        <a:pt x="763" y="227"/>
                      </a:lnTo>
                      <a:lnTo>
                        <a:pt x="787" y="223"/>
                      </a:lnTo>
                      <a:lnTo>
                        <a:pt x="805" y="216"/>
                      </a:lnTo>
                      <a:lnTo>
                        <a:pt x="820" y="210"/>
                      </a:lnTo>
                      <a:lnTo>
                        <a:pt x="831" y="201"/>
                      </a:lnTo>
                      <a:lnTo>
                        <a:pt x="839" y="191"/>
                      </a:lnTo>
                      <a:lnTo>
                        <a:pt x="843" y="179"/>
                      </a:lnTo>
                      <a:lnTo>
                        <a:pt x="846" y="165"/>
                      </a:lnTo>
                      <a:lnTo>
                        <a:pt x="847" y="150"/>
                      </a:lnTo>
                      <a:lnTo>
                        <a:pt x="846" y="135"/>
                      </a:lnTo>
                      <a:lnTo>
                        <a:pt x="843" y="122"/>
                      </a:lnTo>
                      <a:lnTo>
                        <a:pt x="839" y="109"/>
                      </a:lnTo>
                      <a:lnTo>
                        <a:pt x="831" y="99"/>
                      </a:lnTo>
                      <a:lnTo>
                        <a:pt x="820" y="90"/>
                      </a:lnTo>
                      <a:lnTo>
                        <a:pt x="805" y="83"/>
                      </a:lnTo>
                      <a:lnTo>
                        <a:pt x="787" y="78"/>
                      </a:lnTo>
                      <a:lnTo>
                        <a:pt x="763" y="74"/>
                      </a:lnTo>
                      <a:lnTo>
                        <a:pt x="734" y="72"/>
                      </a:lnTo>
                      <a:lnTo>
                        <a:pt x="699" y="71"/>
                      </a:lnTo>
                      <a:close/>
                      <a:moveTo>
                        <a:pt x="216" y="71"/>
                      </a:moveTo>
                      <a:lnTo>
                        <a:pt x="182" y="72"/>
                      </a:lnTo>
                      <a:lnTo>
                        <a:pt x="153" y="74"/>
                      </a:lnTo>
                      <a:lnTo>
                        <a:pt x="130" y="78"/>
                      </a:lnTo>
                      <a:lnTo>
                        <a:pt x="111" y="83"/>
                      </a:lnTo>
                      <a:lnTo>
                        <a:pt x="96" y="90"/>
                      </a:lnTo>
                      <a:lnTo>
                        <a:pt x="85" y="99"/>
                      </a:lnTo>
                      <a:lnTo>
                        <a:pt x="78" y="109"/>
                      </a:lnTo>
                      <a:lnTo>
                        <a:pt x="73" y="122"/>
                      </a:lnTo>
                      <a:lnTo>
                        <a:pt x="70" y="135"/>
                      </a:lnTo>
                      <a:lnTo>
                        <a:pt x="70" y="150"/>
                      </a:lnTo>
                      <a:lnTo>
                        <a:pt x="70" y="165"/>
                      </a:lnTo>
                      <a:lnTo>
                        <a:pt x="73" y="179"/>
                      </a:lnTo>
                      <a:lnTo>
                        <a:pt x="78" y="191"/>
                      </a:lnTo>
                      <a:lnTo>
                        <a:pt x="85" y="201"/>
                      </a:lnTo>
                      <a:lnTo>
                        <a:pt x="96" y="210"/>
                      </a:lnTo>
                      <a:lnTo>
                        <a:pt x="111" y="216"/>
                      </a:lnTo>
                      <a:lnTo>
                        <a:pt x="130" y="223"/>
                      </a:lnTo>
                      <a:lnTo>
                        <a:pt x="153" y="227"/>
                      </a:lnTo>
                      <a:lnTo>
                        <a:pt x="182" y="229"/>
                      </a:lnTo>
                      <a:lnTo>
                        <a:pt x="216" y="230"/>
                      </a:lnTo>
                      <a:lnTo>
                        <a:pt x="250" y="229"/>
                      </a:lnTo>
                      <a:lnTo>
                        <a:pt x="280" y="227"/>
                      </a:lnTo>
                      <a:lnTo>
                        <a:pt x="304" y="223"/>
                      </a:lnTo>
                      <a:lnTo>
                        <a:pt x="322" y="216"/>
                      </a:lnTo>
                      <a:lnTo>
                        <a:pt x="337" y="210"/>
                      </a:lnTo>
                      <a:lnTo>
                        <a:pt x="348" y="201"/>
                      </a:lnTo>
                      <a:lnTo>
                        <a:pt x="355" y="191"/>
                      </a:lnTo>
                      <a:lnTo>
                        <a:pt x="360" y="179"/>
                      </a:lnTo>
                      <a:lnTo>
                        <a:pt x="363" y="165"/>
                      </a:lnTo>
                      <a:lnTo>
                        <a:pt x="363" y="150"/>
                      </a:lnTo>
                      <a:lnTo>
                        <a:pt x="363" y="135"/>
                      </a:lnTo>
                      <a:lnTo>
                        <a:pt x="360" y="122"/>
                      </a:lnTo>
                      <a:lnTo>
                        <a:pt x="355" y="109"/>
                      </a:lnTo>
                      <a:lnTo>
                        <a:pt x="348" y="99"/>
                      </a:lnTo>
                      <a:lnTo>
                        <a:pt x="337" y="90"/>
                      </a:lnTo>
                      <a:lnTo>
                        <a:pt x="322" y="83"/>
                      </a:lnTo>
                      <a:lnTo>
                        <a:pt x="304" y="78"/>
                      </a:lnTo>
                      <a:lnTo>
                        <a:pt x="280" y="74"/>
                      </a:lnTo>
                      <a:lnTo>
                        <a:pt x="250" y="72"/>
                      </a:lnTo>
                      <a:lnTo>
                        <a:pt x="216" y="71"/>
                      </a:lnTo>
                      <a:close/>
                      <a:moveTo>
                        <a:pt x="216" y="0"/>
                      </a:moveTo>
                      <a:lnTo>
                        <a:pt x="234" y="0"/>
                      </a:lnTo>
                      <a:lnTo>
                        <a:pt x="254" y="1"/>
                      </a:lnTo>
                      <a:lnTo>
                        <a:pt x="276" y="2"/>
                      </a:lnTo>
                      <a:lnTo>
                        <a:pt x="298" y="5"/>
                      </a:lnTo>
                      <a:lnTo>
                        <a:pt x="321" y="9"/>
                      </a:lnTo>
                      <a:lnTo>
                        <a:pt x="343" y="17"/>
                      </a:lnTo>
                      <a:lnTo>
                        <a:pt x="364" y="26"/>
                      </a:lnTo>
                      <a:lnTo>
                        <a:pt x="383" y="37"/>
                      </a:lnTo>
                      <a:lnTo>
                        <a:pt x="400" y="53"/>
                      </a:lnTo>
                      <a:lnTo>
                        <a:pt x="516" y="53"/>
                      </a:lnTo>
                      <a:lnTo>
                        <a:pt x="533" y="37"/>
                      </a:lnTo>
                      <a:lnTo>
                        <a:pt x="553" y="26"/>
                      </a:lnTo>
                      <a:lnTo>
                        <a:pt x="574" y="17"/>
                      </a:lnTo>
                      <a:lnTo>
                        <a:pt x="596" y="9"/>
                      </a:lnTo>
                      <a:lnTo>
                        <a:pt x="618" y="5"/>
                      </a:lnTo>
                      <a:lnTo>
                        <a:pt x="640" y="2"/>
                      </a:lnTo>
                      <a:lnTo>
                        <a:pt x="662" y="1"/>
                      </a:lnTo>
                      <a:lnTo>
                        <a:pt x="682" y="0"/>
                      </a:lnTo>
                      <a:lnTo>
                        <a:pt x="699" y="0"/>
                      </a:lnTo>
                      <a:lnTo>
                        <a:pt x="715" y="0"/>
                      </a:lnTo>
                      <a:lnTo>
                        <a:pt x="732" y="0"/>
                      </a:lnTo>
                      <a:lnTo>
                        <a:pt x="749" y="1"/>
                      </a:lnTo>
                      <a:lnTo>
                        <a:pt x="768" y="3"/>
                      </a:lnTo>
                      <a:lnTo>
                        <a:pt x="787" y="6"/>
                      </a:lnTo>
                      <a:lnTo>
                        <a:pt x="806" y="10"/>
                      </a:lnTo>
                      <a:lnTo>
                        <a:pt x="825" y="16"/>
                      </a:lnTo>
                      <a:lnTo>
                        <a:pt x="843" y="24"/>
                      </a:lnTo>
                      <a:lnTo>
                        <a:pt x="860" y="33"/>
                      </a:lnTo>
                      <a:lnTo>
                        <a:pt x="875" y="45"/>
                      </a:lnTo>
                      <a:lnTo>
                        <a:pt x="889" y="59"/>
                      </a:lnTo>
                      <a:lnTo>
                        <a:pt x="900" y="77"/>
                      </a:lnTo>
                      <a:lnTo>
                        <a:pt x="908" y="98"/>
                      </a:lnTo>
                      <a:lnTo>
                        <a:pt x="914" y="123"/>
                      </a:lnTo>
                      <a:lnTo>
                        <a:pt x="916" y="150"/>
                      </a:lnTo>
                      <a:lnTo>
                        <a:pt x="914" y="178"/>
                      </a:lnTo>
                      <a:lnTo>
                        <a:pt x="908" y="202"/>
                      </a:lnTo>
                      <a:lnTo>
                        <a:pt x="900" y="223"/>
                      </a:lnTo>
                      <a:lnTo>
                        <a:pt x="889" y="241"/>
                      </a:lnTo>
                      <a:lnTo>
                        <a:pt x="875" y="255"/>
                      </a:lnTo>
                      <a:lnTo>
                        <a:pt x="860" y="267"/>
                      </a:lnTo>
                      <a:lnTo>
                        <a:pt x="843" y="277"/>
                      </a:lnTo>
                      <a:lnTo>
                        <a:pt x="825" y="285"/>
                      </a:lnTo>
                      <a:lnTo>
                        <a:pt x="806" y="290"/>
                      </a:lnTo>
                      <a:lnTo>
                        <a:pt x="787" y="294"/>
                      </a:lnTo>
                      <a:lnTo>
                        <a:pt x="768" y="297"/>
                      </a:lnTo>
                      <a:lnTo>
                        <a:pt x="749" y="298"/>
                      </a:lnTo>
                      <a:lnTo>
                        <a:pt x="732" y="299"/>
                      </a:lnTo>
                      <a:lnTo>
                        <a:pt x="715" y="299"/>
                      </a:lnTo>
                      <a:lnTo>
                        <a:pt x="699" y="300"/>
                      </a:lnTo>
                      <a:lnTo>
                        <a:pt x="685" y="299"/>
                      </a:lnTo>
                      <a:lnTo>
                        <a:pt x="668" y="299"/>
                      </a:lnTo>
                      <a:lnTo>
                        <a:pt x="650" y="298"/>
                      </a:lnTo>
                      <a:lnTo>
                        <a:pt x="632" y="297"/>
                      </a:lnTo>
                      <a:lnTo>
                        <a:pt x="613" y="294"/>
                      </a:lnTo>
                      <a:lnTo>
                        <a:pt x="593" y="290"/>
                      </a:lnTo>
                      <a:lnTo>
                        <a:pt x="575" y="285"/>
                      </a:lnTo>
                      <a:lnTo>
                        <a:pt x="557" y="277"/>
                      </a:lnTo>
                      <a:lnTo>
                        <a:pt x="540" y="267"/>
                      </a:lnTo>
                      <a:lnTo>
                        <a:pt x="524" y="255"/>
                      </a:lnTo>
                      <a:lnTo>
                        <a:pt x="511" y="241"/>
                      </a:lnTo>
                      <a:lnTo>
                        <a:pt x="500" y="224"/>
                      </a:lnTo>
                      <a:lnTo>
                        <a:pt x="491" y="202"/>
                      </a:lnTo>
                      <a:lnTo>
                        <a:pt x="486" y="179"/>
                      </a:lnTo>
                      <a:lnTo>
                        <a:pt x="484" y="150"/>
                      </a:lnTo>
                      <a:lnTo>
                        <a:pt x="485" y="137"/>
                      </a:lnTo>
                      <a:lnTo>
                        <a:pt x="486" y="125"/>
                      </a:lnTo>
                      <a:lnTo>
                        <a:pt x="430" y="125"/>
                      </a:lnTo>
                      <a:lnTo>
                        <a:pt x="432" y="137"/>
                      </a:lnTo>
                      <a:lnTo>
                        <a:pt x="432" y="150"/>
                      </a:lnTo>
                      <a:lnTo>
                        <a:pt x="430" y="179"/>
                      </a:lnTo>
                      <a:lnTo>
                        <a:pt x="425" y="202"/>
                      </a:lnTo>
                      <a:lnTo>
                        <a:pt x="416" y="224"/>
                      </a:lnTo>
                      <a:lnTo>
                        <a:pt x="405" y="241"/>
                      </a:lnTo>
                      <a:lnTo>
                        <a:pt x="392" y="255"/>
                      </a:lnTo>
                      <a:lnTo>
                        <a:pt x="377" y="267"/>
                      </a:lnTo>
                      <a:lnTo>
                        <a:pt x="360" y="277"/>
                      </a:lnTo>
                      <a:lnTo>
                        <a:pt x="342" y="284"/>
                      </a:lnTo>
                      <a:lnTo>
                        <a:pt x="323" y="290"/>
                      </a:lnTo>
                      <a:lnTo>
                        <a:pt x="304" y="294"/>
                      </a:lnTo>
                      <a:lnTo>
                        <a:pt x="285" y="296"/>
                      </a:lnTo>
                      <a:lnTo>
                        <a:pt x="266" y="298"/>
                      </a:lnTo>
                      <a:lnTo>
                        <a:pt x="248" y="299"/>
                      </a:lnTo>
                      <a:lnTo>
                        <a:pt x="231" y="299"/>
                      </a:lnTo>
                      <a:lnTo>
                        <a:pt x="216" y="299"/>
                      </a:lnTo>
                      <a:lnTo>
                        <a:pt x="201" y="299"/>
                      </a:lnTo>
                      <a:lnTo>
                        <a:pt x="185" y="299"/>
                      </a:lnTo>
                      <a:lnTo>
                        <a:pt x="167" y="298"/>
                      </a:lnTo>
                      <a:lnTo>
                        <a:pt x="148" y="296"/>
                      </a:lnTo>
                      <a:lnTo>
                        <a:pt x="129" y="294"/>
                      </a:lnTo>
                      <a:lnTo>
                        <a:pt x="110" y="290"/>
                      </a:lnTo>
                      <a:lnTo>
                        <a:pt x="91" y="284"/>
                      </a:lnTo>
                      <a:lnTo>
                        <a:pt x="73" y="277"/>
                      </a:lnTo>
                      <a:lnTo>
                        <a:pt x="57" y="267"/>
                      </a:lnTo>
                      <a:lnTo>
                        <a:pt x="41" y="255"/>
                      </a:lnTo>
                      <a:lnTo>
                        <a:pt x="27" y="240"/>
                      </a:lnTo>
                      <a:lnTo>
                        <a:pt x="16" y="223"/>
                      </a:lnTo>
                      <a:lnTo>
                        <a:pt x="7" y="202"/>
                      </a:lnTo>
                      <a:lnTo>
                        <a:pt x="2" y="178"/>
                      </a:lnTo>
                      <a:lnTo>
                        <a:pt x="0" y="150"/>
                      </a:lnTo>
                      <a:lnTo>
                        <a:pt x="2" y="122"/>
                      </a:lnTo>
                      <a:lnTo>
                        <a:pt x="7" y="98"/>
                      </a:lnTo>
                      <a:lnTo>
                        <a:pt x="16" y="77"/>
                      </a:lnTo>
                      <a:lnTo>
                        <a:pt x="27" y="59"/>
                      </a:lnTo>
                      <a:lnTo>
                        <a:pt x="41" y="45"/>
                      </a:lnTo>
                      <a:lnTo>
                        <a:pt x="57" y="33"/>
                      </a:lnTo>
                      <a:lnTo>
                        <a:pt x="73" y="23"/>
                      </a:lnTo>
                      <a:lnTo>
                        <a:pt x="91" y="16"/>
                      </a:lnTo>
                      <a:lnTo>
                        <a:pt x="110" y="10"/>
                      </a:lnTo>
                      <a:lnTo>
                        <a:pt x="129" y="6"/>
                      </a:lnTo>
                      <a:lnTo>
                        <a:pt x="148" y="3"/>
                      </a:lnTo>
                      <a:lnTo>
                        <a:pt x="167" y="1"/>
                      </a:lnTo>
                      <a:lnTo>
                        <a:pt x="185" y="0"/>
                      </a:lnTo>
                      <a:lnTo>
                        <a:pt x="201" y="0"/>
                      </a:lnTo>
                      <a:lnTo>
                        <a:pt x="216"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9" name="Freeform 24"/>
                <p:cNvSpPr>
                  <a:spLocks noEditPoints="1"/>
                </p:cNvSpPr>
                <p:nvPr/>
              </p:nvSpPr>
              <p:spPr bwMode="auto">
                <a:xfrm>
                  <a:off x="2597" y="4335"/>
                  <a:ext cx="217" cy="124"/>
                </a:xfrm>
                <a:custGeom>
                  <a:avLst/>
                  <a:gdLst>
                    <a:gd name="T0" fmla="*/ 1796 w 2393"/>
                    <a:gd name="T1" fmla="*/ 704 h 1360"/>
                    <a:gd name="T2" fmla="*/ 1761 w 2393"/>
                    <a:gd name="T3" fmla="*/ 720 h 1360"/>
                    <a:gd name="T4" fmla="*/ 1590 w 2393"/>
                    <a:gd name="T5" fmla="*/ 904 h 1360"/>
                    <a:gd name="T6" fmla="*/ 1882 w 2393"/>
                    <a:gd name="T7" fmla="*/ 733 h 1360"/>
                    <a:gd name="T8" fmla="*/ 1851 w 2393"/>
                    <a:gd name="T9" fmla="*/ 709 h 1360"/>
                    <a:gd name="T10" fmla="*/ 1814 w 2393"/>
                    <a:gd name="T11" fmla="*/ 702 h 1360"/>
                    <a:gd name="T12" fmla="*/ 1831 w 2393"/>
                    <a:gd name="T13" fmla="*/ 20 h 1360"/>
                    <a:gd name="T14" fmla="*/ 1950 w 2393"/>
                    <a:gd name="T15" fmla="*/ 61 h 1360"/>
                    <a:gd name="T16" fmla="*/ 2057 w 2393"/>
                    <a:gd name="T17" fmla="*/ 121 h 1360"/>
                    <a:gd name="T18" fmla="*/ 2154 w 2393"/>
                    <a:gd name="T19" fmla="*/ 196 h 1360"/>
                    <a:gd name="T20" fmla="*/ 2235 w 2393"/>
                    <a:gd name="T21" fmla="*/ 286 h 1360"/>
                    <a:gd name="T22" fmla="*/ 2301 w 2393"/>
                    <a:gd name="T23" fmla="*/ 388 h 1360"/>
                    <a:gd name="T24" fmla="*/ 2352 w 2393"/>
                    <a:gd name="T25" fmla="*/ 501 h 1360"/>
                    <a:gd name="T26" fmla="*/ 2382 w 2393"/>
                    <a:gd name="T27" fmla="*/ 622 h 1360"/>
                    <a:gd name="T28" fmla="*/ 2393 w 2393"/>
                    <a:gd name="T29" fmla="*/ 748 h 1360"/>
                    <a:gd name="T30" fmla="*/ 2390 w 2393"/>
                    <a:gd name="T31" fmla="*/ 1230 h 1360"/>
                    <a:gd name="T32" fmla="*/ 2370 w 2393"/>
                    <a:gd name="T33" fmla="*/ 1282 h 1360"/>
                    <a:gd name="T34" fmla="*/ 2335 w 2393"/>
                    <a:gd name="T35" fmla="*/ 1324 h 1360"/>
                    <a:gd name="T36" fmla="*/ 2286 w 2393"/>
                    <a:gd name="T37" fmla="*/ 1351 h 1360"/>
                    <a:gd name="T38" fmla="*/ 2230 w 2393"/>
                    <a:gd name="T39" fmla="*/ 1360 h 1360"/>
                    <a:gd name="T40" fmla="*/ 129 w 2393"/>
                    <a:gd name="T41" fmla="*/ 1358 h 1360"/>
                    <a:gd name="T42" fmla="*/ 77 w 2393"/>
                    <a:gd name="T43" fmla="*/ 1339 h 1360"/>
                    <a:gd name="T44" fmla="*/ 36 w 2393"/>
                    <a:gd name="T45" fmla="*/ 1304 h 1360"/>
                    <a:gd name="T46" fmla="*/ 10 w 2393"/>
                    <a:gd name="T47" fmla="*/ 1256 h 1360"/>
                    <a:gd name="T48" fmla="*/ 0 w 2393"/>
                    <a:gd name="T49" fmla="*/ 1200 h 1360"/>
                    <a:gd name="T50" fmla="*/ 3 w 2393"/>
                    <a:gd name="T51" fmla="*/ 684 h 1360"/>
                    <a:gd name="T52" fmla="*/ 23 w 2393"/>
                    <a:gd name="T53" fmla="*/ 561 h 1360"/>
                    <a:gd name="T54" fmla="*/ 63 w 2393"/>
                    <a:gd name="T55" fmla="*/ 443 h 1360"/>
                    <a:gd name="T56" fmla="*/ 122 w 2393"/>
                    <a:gd name="T57" fmla="*/ 336 h 1360"/>
                    <a:gd name="T58" fmla="*/ 195 w 2393"/>
                    <a:gd name="T59" fmla="*/ 240 h 1360"/>
                    <a:gd name="T60" fmla="*/ 283 w 2393"/>
                    <a:gd name="T61" fmla="*/ 157 h 1360"/>
                    <a:gd name="T62" fmla="*/ 385 w 2393"/>
                    <a:gd name="T63" fmla="*/ 89 h 1360"/>
                    <a:gd name="T64" fmla="*/ 498 w 2393"/>
                    <a:gd name="T65" fmla="*/ 38 h 1360"/>
                    <a:gd name="T66" fmla="*/ 640 w 2393"/>
                    <a:gd name="T67" fmla="*/ 0 h 1360"/>
                    <a:gd name="T68" fmla="*/ 1748 w 2393"/>
                    <a:gd name="T69" fmla="*/ 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93" h="1360">
                      <a:moveTo>
                        <a:pt x="1814" y="702"/>
                      </a:moveTo>
                      <a:lnTo>
                        <a:pt x="1796" y="704"/>
                      </a:lnTo>
                      <a:lnTo>
                        <a:pt x="1778" y="709"/>
                      </a:lnTo>
                      <a:lnTo>
                        <a:pt x="1761" y="720"/>
                      </a:lnTo>
                      <a:lnTo>
                        <a:pt x="1746" y="733"/>
                      </a:lnTo>
                      <a:lnTo>
                        <a:pt x="1590" y="904"/>
                      </a:lnTo>
                      <a:lnTo>
                        <a:pt x="2038" y="904"/>
                      </a:lnTo>
                      <a:lnTo>
                        <a:pt x="1882" y="733"/>
                      </a:lnTo>
                      <a:lnTo>
                        <a:pt x="1867" y="719"/>
                      </a:lnTo>
                      <a:lnTo>
                        <a:pt x="1851" y="709"/>
                      </a:lnTo>
                      <a:lnTo>
                        <a:pt x="1833" y="703"/>
                      </a:lnTo>
                      <a:lnTo>
                        <a:pt x="1814" y="702"/>
                      </a:lnTo>
                      <a:close/>
                      <a:moveTo>
                        <a:pt x="1748" y="0"/>
                      </a:moveTo>
                      <a:lnTo>
                        <a:pt x="1831" y="20"/>
                      </a:lnTo>
                      <a:lnTo>
                        <a:pt x="1892" y="38"/>
                      </a:lnTo>
                      <a:lnTo>
                        <a:pt x="1950" y="61"/>
                      </a:lnTo>
                      <a:lnTo>
                        <a:pt x="2005" y="88"/>
                      </a:lnTo>
                      <a:lnTo>
                        <a:pt x="2057" y="121"/>
                      </a:lnTo>
                      <a:lnTo>
                        <a:pt x="2107" y="157"/>
                      </a:lnTo>
                      <a:lnTo>
                        <a:pt x="2154" y="196"/>
                      </a:lnTo>
                      <a:lnTo>
                        <a:pt x="2196" y="239"/>
                      </a:lnTo>
                      <a:lnTo>
                        <a:pt x="2235" y="286"/>
                      </a:lnTo>
                      <a:lnTo>
                        <a:pt x="2270" y="336"/>
                      </a:lnTo>
                      <a:lnTo>
                        <a:pt x="2301" y="388"/>
                      </a:lnTo>
                      <a:lnTo>
                        <a:pt x="2328" y="443"/>
                      </a:lnTo>
                      <a:lnTo>
                        <a:pt x="2352" y="501"/>
                      </a:lnTo>
                      <a:lnTo>
                        <a:pt x="2369" y="561"/>
                      </a:lnTo>
                      <a:lnTo>
                        <a:pt x="2382" y="622"/>
                      </a:lnTo>
                      <a:lnTo>
                        <a:pt x="2390" y="684"/>
                      </a:lnTo>
                      <a:lnTo>
                        <a:pt x="2393" y="748"/>
                      </a:lnTo>
                      <a:lnTo>
                        <a:pt x="2393" y="1200"/>
                      </a:lnTo>
                      <a:lnTo>
                        <a:pt x="2390" y="1230"/>
                      </a:lnTo>
                      <a:lnTo>
                        <a:pt x="2383" y="1256"/>
                      </a:lnTo>
                      <a:lnTo>
                        <a:pt x="2370" y="1282"/>
                      </a:lnTo>
                      <a:lnTo>
                        <a:pt x="2354" y="1304"/>
                      </a:lnTo>
                      <a:lnTo>
                        <a:pt x="2335" y="1324"/>
                      </a:lnTo>
                      <a:lnTo>
                        <a:pt x="2311" y="1339"/>
                      </a:lnTo>
                      <a:lnTo>
                        <a:pt x="2286" y="1351"/>
                      </a:lnTo>
                      <a:lnTo>
                        <a:pt x="2259" y="1358"/>
                      </a:lnTo>
                      <a:lnTo>
                        <a:pt x="2230" y="1360"/>
                      </a:lnTo>
                      <a:lnTo>
                        <a:pt x="157" y="1360"/>
                      </a:lnTo>
                      <a:lnTo>
                        <a:pt x="129" y="1358"/>
                      </a:lnTo>
                      <a:lnTo>
                        <a:pt x="101" y="1351"/>
                      </a:lnTo>
                      <a:lnTo>
                        <a:pt x="77" y="1339"/>
                      </a:lnTo>
                      <a:lnTo>
                        <a:pt x="55" y="1324"/>
                      </a:lnTo>
                      <a:lnTo>
                        <a:pt x="36" y="1304"/>
                      </a:lnTo>
                      <a:lnTo>
                        <a:pt x="21" y="1282"/>
                      </a:lnTo>
                      <a:lnTo>
                        <a:pt x="10" y="1256"/>
                      </a:lnTo>
                      <a:lnTo>
                        <a:pt x="3" y="1230"/>
                      </a:lnTo>
                      <a:lnTo>
                        <a:pt x="0" y="1200"/>
                      </a:lnTo>
                      <a:lnTo>
                        <a:pt x="0" y="748"/>
                      </a:lnTo>
                      <a:lnTo>
                        <a:pt x="3" y="684"/>
                      </a:lnTo>
                      <a:lnTo>
                        <a:pt x="11" y="622"/>
                      </a:lnTo>
                      <a:lnTo>
                        <a:pt x="23" y="561"/>
                      </a:lnTo>
                      <a:lnTo>
                        <a:pt x="41" y="501"/>
                      </a:lnTo>
                      <a:lnTo>
                        <a:pt x="63" y="443"/>
                      </a:lnTo>
                      <a:lnTo>
                        <a:pt x="90" y="389"/>
                      </a:lnTo>
                      <a:lnTo>
                        <a:pt x="122" y="336"/>
                      </a:lnTo>
                      <a:lnTo>
                        <a:pt x="156" y="286"/>
                      </a:lnTo>
                      <a:lnTo>
                        <a:pt x="195" y="240"/>
                      </a:lnTo>
                      <a:lnTo>
                        <a:pt x="237" y="196"/>
                      </a:lnTo>
                      <a:lnTo>
                        <a:pt x="283" y="157"/>
                      </a:lnTo>
                      <a:lnTo>
                        <a:pt x="332" y="121"/>
                      </a:lnTo>
                      <a:lnTo>
                        <a:pt x="385" y="89"/>
                      </a:lnTo>
                      <a:lnTo>
                        <a:pt x="440" y="62"/>
                      </a:lnTo>
                      <a:lnTo>
                        <a:pt x="498" y="38"/>
                      </a:lnTo>
                      <a:lnTo>
                        <a:pt x="559" y="20"/>
                      </a:lnTo>
                      <a:lnTo>
                        <a:pt x="640" y="0"/>
                      </a:lnTo>
                      <a:lnTo>
                        <a:pt x="1193" y="1280"/>
                      </a:lnTo>
                      <a:lnTo>
                        <a:pt x="1748"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52" name="Freeform 25"/>
                <p:cNvSpPr/>
                <p:nvPr/>
              </p:nvSpPr>
              <p:spPr bwMode="auto">
                <a:xfrm>
                  <a:off x="2689" y="4347"/>
                  <a:ext cx="34" cy="83"/>
                </a:xfrm>
                <a:custGeom>
                  <a:avLst/>
                  <a:gdLst>
                    <a:gd name="T0" fmla="*/ 135 w 373"/>
                    <a:gd name="T1" fmla="*/ 0 h 915"/>
                    <a:gd name="T2" fmla="*/ 237 w 373"/>
                    <a:gd name="T3" fmla="*/ 0 h 915"/>
                    <a:gd name="T4" fmla="*/ 258 w 373"/>
                    <a:gd name="T5" fmla="*/ 2 h 915"/>
                    <a:gd name="T6" fmla="*/ 278 w 373"/>
                    <a:gd name="T7" fmla="*/ 9 h 915"/>
                    <a:gd name="T8" fmla="*/ 295 w 373"/>
                    <a:gd name="T9" fmla="*/ 21 h 915"/>
                    <a:gd name="T10" fmla="*/ 310 w 373"/>
                    <a:gd name="T11" fmla="*/ 36 h 915"/>
                    <a:gd name="T12" fmla="*/ 321 w 373"/>
                    <a:gd name="T13" fmla="*/ 53 h 915"/>
                    <a:gd name="T14" fmla="*/ 328 w 373"/>
                    <a:gd name="T15" fmla="*/ 74 h 915"/>
                    <a:gd name="T16" fmla="*/ 366 w 373"/>
                    <a:gd name="T17" fmla="*/ 234 h 915"/>
                    <a:gd name="T18" fmla="*/ 368 w 373"/>
                    <a:gd name="T19" fmla="*/ 257 h 915"/>
                    <a:gd name="T20" fmla="*/ 365 w 373"/>
                    <a:gd name="T21" fmla="*/ 281 h 915"/>
                    <a:gd name="T22" fmla="*/ 357 w 373"/>
                    <a:gd name="T23" fmla="*/ 301 h 915"/>
                    <a:gd name="T24" fmla="*/ 345 w 373"/>
                    <a:gd name="T25" fmla="*/ 319 h 915"/>
                    <a:gd name="T26" fmla="*/ 329 w 373"/>
                    <a:gd name="T27" fmla="*/ 334 h 915"/>
                    <a:gd name="T28" fmla="*/ 309 w 373"/>
                    <a:gd name="T29" fmla="*/ 345 h 915"/>
                    <a:gd name="T30" fmla="*/ 287 w 373"/>
                    <a:gd name="T31" fmla="*/ 351 h 915"/>
                    <a:gd name="T32" fmla="*/ 373 w 373"/>
                    <a:gd name="T33" fmla="*/ 438 h 915"/>
                    <a:gd name="T34" fmla="*/ 187 w 373"/>
                    <a:gd name="T35" fmla="*/ 915 h 915"/>
                    <a:gd name="T36" fmla="*/ 0 w 373"/>
                    <a:gd name="T37" fmla="*/ 438 h 915"/>
                    <a:gd name="T38" fmla="*/ 85 w 373"/>
                    <a:gd name="T39" fmla="*/ 351 h 915"/>
                    <a:gd name="T40" fmla="*/ 63 w 373"/>
                    <a:gd name="T41" fmla="*/ 345 h 915"/>
                    <a:gd name="T42" fmla="*/ 44 w 373"/>
                    <a:gd name="T43" fmla="*/ 334 h 915"/>
                    <a:gd name="T44" fmla="*/ 27 w 373"/>
                    <a:gd name="T45" fmla="*/ 319 h 915"/>
                    <a:gd name="T46" fmla="*/ 15 w 373"/>
                    <a:gd name="T47" fmla="*/ 301 h 915"/>
                    <a:gd name="T48" fmla="*/ 7 w 373"/>
                    <a:gd name="T49" fmla="*/ 281 h 915"/>
                    <a:gd name="T50" fmla="*/ 4 w 373"/>
                    <a:gd name="T51" fmla="*/ 257 h 915"/>
                    <a:gd name="T52" fmla="*/ 6 w 373"/>
                    <a:gd name="T53" fmla="*/ 234 h 915"/>
                    <a:gd name="T54" fmla="*/ 44 w 373"/>
                    <a:gd name="T55" fmla="*/ 74 h 915"/>
                    <a:gd name="T56" fmla="*/ 52 w 373"/>
                    <a:gd name="T57" fmla="*/ 53 h 915"/>
                    <a:gd name="T58" fmla="*/ 63 w 373"/>
                    <a:gd name="T59" fmla="*/ 36 h 915"/>
                    <a:gd name="T60" fmla="*/ 77 w 373"/>
                    <a:gd name="T61" fmla="*/ 21 h 915"/>
                    <a:gd name="T62" fmla="*/ 95 w 373"/>
                    <a:gd name="T63" fmla="*/ 9 h 915"/>
                    <a:gd name="T64" fmla="*/ 114 w 373"/>
                    <a:gd name="T65" fmla="*/ 2 h 915"/>
                    <a:gd name="T66" fmla="*/ 135 w 373"/>
                    <a:gd name="T67" fmla="*/ 0 h 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3" h="915">
                      <a:moveTo>
                        <a:pt x="135" y="0"/>
                      </a:moveTo>
                      <a:lnTo>
                        <a:pt x="237" y="0"/>
                      </a:lnTo>
                      <a:lnTo>
                        <a:pt x="258" y="2"/>
                      </a:lnTo>
                      <a:lnTo>
                        <a:pt x="278" y="9"/>
                      </a:lnTo>
                      <a:lnTo>
                        <a:pt x="295" y="21"/>
                      </a:lnTo>
                      <a:lnTo>
                        <a:pt x="310" y="36"/>
                      </a:lnTo>
                      <a:lnTo>
                        <a:pt x="321" y="53"/>
                      </a:lnTo>
                      <a:lnTo>
                        <a:pt x="328" y="74"/>
                      </a:lnTo>
                      <a:lnTo>
                        <a:pt x="366" y="234"/>
                      </a:lnTo>
                      <a:lnTo>
                        <a:pt x="368" y="257"/>
                      </a:lnTo>
                      <a:lnTo>
                        <a:pt x="365" y="281"/>
                      </a:lnTo>
                      <a:lnTo>
                        <a:pt x="357" y="301"/>
                      </a:lnTo>
                      <a:lnTo>
                        <a:pt x="345" y="319"/>
                      </a:lnTo>
                      <a:lnTo>
                        <a:pt x="329" y="334"/>
                      </a:lnTo>
                      <a:lnTo>
                        <a:pt x="309" y="345"/>
                      </a:lnTo>
                      <a:lnTo>
                        <a:pt x="287" y="351"/>
                      </a:lnTo>
                      <a:lnTo>
                        <a:pt x="373" y="438"/>
                      </a:lnTo>
                      <a:lnTo>
                        <a:pt x="187" y="915"/>
                      </a:lnTo>
                      <a:lnTo>
                        <a:pt x="0" y="438"/>
                      </a:lnTo>
                      <a:lnTo>
                        <a:pt x="85" y="351"/>
                      </a:lnTo>
                      <a:lnTo>
                        <a:pt x="63" y="345"/>
                      </a:lnTo>
                      <a:lnTo>
                        <a:pt x="44" y="334"/>
                      </a:lnTo>
                      <a:lnTo>
                        <a:pt x="27" y="319"/>
                      </a:lnTo>
                      <a:lnTo>
                        <a:pt x="15" y="301"/>
                      </a:lnTo>
                      <a:lnTo>
                        <a:pt x="7" y="281"/>
                      </a:lnTo>
                      <a:lnTo>
                        <a:pt x="4" y="257"/>
                      </a:lnTo>
                      <a:lnTo>
                        <a:pt x="6" y="234"/>
                      </a:lnTo>
                      <a:lnTo>
                        <a:pt x="44" y="74"/>
                      </a:lnTo>
                      <a:lnTo>
                        <a:pt x="52" y="53"/>
                      </a:lnTo>
                      <a:lnTo>
                        <a:pt x="63" y="36"/>
                      </a:lnTo>
                      <a:lnTo>
                        <a:pt x="77" y="21"/>
                      </a:lnTo>
                      <a:lnTo>
                        <a:pt x="95" y="9"/>
                      </a:lnTo>
                      <a:lnTo>
                        <a:pt x="114" y="2"/>
                      </a:lnTo>
                      <a:lnTo>
                        <a:pt x="135"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grpSp>
          <p:sp>
            <p:nvSpPr>
              <p:cNvPr id="44" name="椭圆 43"/>
              <p:cNvSpPr/>
              <p:nvPr/>
            </p:nvSpPr>
            <p:spPr>
              <a:xfrm>
                <a:off x="809944" y="4637862"/>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nvGrpSpPr>
            <p:cNvPr id="37" name="组合 36"/>
            <p:cNvGrpSpPr/>
            <p:nvPr/>
          </p:nvGrpSpPr>
          <p:grpSpPr>
            <a:xfrm>
              <a:off x="1865189" y="4782240"/>
              <a:ext cx="848538" cy="848538"/>
              <a:chOff x="2418701" y="4675290"/>
              <a:chExt cx="848538" cy="848538"/>
            </a:xfrm>
          </p:grpSpPr>
          <p:sp>
            <p:nvSpPr>
              <p:cNvPr id="41" name="Freeform 11"/>
              <p:cNvSpPr>
                <a:spLocks noEditPoints="1"/>
              </p:cNvSpPr>
              <p:nvPr/>
            </p:nvSpPr>
            <p:spPr bwMode="auto">
              <a:xfrm flipH="1">
                <a:off x="2635681" y="4884457"/>
                <a:ext cx="350410" cy="430205"/>
              </a:xfrm>
              <a:custGeom>
                <a:avLst/>
                <a:gdLst>
                  <a:gd name="T0" fmla="*/ 1930 w 2831"/>
                  <a:gd name="T1" fmla="*/ 2787 h 3472"/>
                  <a:gd name="T2" fmla="*/ 1791 w 2831"/>
                  <a:gd name="T3" fmla="*/ 2855 h 3472"/>
                  <a:gd name="T4" fmla="*/ 2114 w 2831"/>
                  <a:gd name="T5" fmla="*/ 3172 h 3472"/>
                  <a:gd name="T6" fmla="*/ 2628 w 2831"/>
                  <a:gd name="T7" fmla="*/ 2656 h 3472"/>
                  <a:gd name="T8" fmla="*/ 2538 w 2831"/>
                  <a:gd name="T9" fmla="*/ 2529 h 3472"/>
                  <a:gd name="T10" fmla="*/ 1440 w 2831"/>
                  <a:gd name="T11" fmla="*/ 2529 h 3472"/>
                  <a:gd name="T12" fmla="*/ 914 w 2831"/>
                  <a:gd name="T13" fmla="*/ 2569 h 3472"/>
                  <a:gd name="T14" fmla="*/ 928 w 2831"/>
                  <a:gd name="T15" fmla="*/ 2433 h 3472"/>
                  <a:gd name="T16" fmla="*/ 807 w 2831"/>
                  <a:gd name="T17" fmla="*/ 2382 h 3472"/>
                  <a:gd name="T18" fmla="*/ 439 w 2831"/>
                  <a:gd name="T19" fmla="*/ 2514 h 3472"/>
                  <a:gd name="T20" fmla="*/ 470 w 2831"/>
                  <a:gd name="T21" fmla="*/ 2433 h 3472"/>
                  <a:gd name="T22" fmla="*/ 2186 w 2831"/>
                  <a:gd name="T23" fmla="*/ 2182 h 3472"/>
                  <a:gd name="T24" fmla="*/ 2642 w 2831"/>
                  <a:gd name="T25" fmla="*/ 2371 h 3472"/>
                  <a:gd name="T26" fmla="*/ 2831 w 2831"/>
                  <a:gd name="T27" fmla="*/ 2827 h 3472"/>
                  <a:gd name="T28" fmla="*/ 2642 w 2831"/>
                  <a:gd name="T29" fmla="*/ 3283 h 3472"/>
                  <a:gd name="T30" fmla="*/ 2186 w 2831"/>
                  <a:gd name="T31" fmla="*/ 3472 h 3472"/>
                  <a:gd name="T32" fmla="*/ 1729 w 2831"/>
                  <a:gd name="T33" fmla="*/ 3283 h 3472"/>
                  <a:gd name="T34" fmla="*/ 1540 w 2831"/>
                  <a:gd name="T35" fmla="*/ 2827 h 3472"/>
                  <a:gd name="T36" fmla="*/ 1729 w 2831"/>
                  <a:gd name="T37" fmla="*/ 2371 h 3472"/>
                  <a:gd name="T38" fmla="*/ 2186 w 2831"/>
                  <a:gd name="T39" fmla="*/ 2182 h 3472"/>
                  <a:gd name="T40" fmla="*/ 1540 w 2831"/>
                  <a:gd name="T41" fmla="*/ 2083 h 3472"/>
                  <a:gd name="T42" fmla="*/ 914 w 2831"/>
                  <a:gd name="T43" fmla="*/ 2123 h 3472"/>
                  <a:gd name="T44" fmla="*/ 928 w 2831"/>
                  <a:gd name="T45" fmla="*/ 1986 h 3472"/>
                  <a:gd name="T46" fmla="*/ 807 w 2831"/>
                  <a:gd name="T47" fmla="*/ 1957 h 3472"/>
                  <a:gd name="T48" fmla="*/ 439 w 2831"/>
                  <a:gd name="T49" fmla="*/ 2088 h 3472"/>
                  <a:gd name="T50" fmla="*/ 470 w 2831"/>
                  <a:gd name="T51" fmla="*/ 2007 h 3472"/>
                  <a:gd name="T52" fmla="*/ 944 w 2831"/>
                  <a:gd name="T53" fmla="*/ 1588 h 3472"/>
                  <a:gd name="T54" fmla="*/ 1786 w 2831"/>
                  <a:gd name="T55" fmla="*/ 1702 h 3472"/>
                  <a:gd name="T56" fmla="*/ 904 w 2831"/>
                  <a:gd name="T57" fmla="*/ 1716 h 3472"/>
                  <a:gd name="T58" fmla="*/ 944 w 2831"/>
                  <a:gd name="T59" fmla="*/ 1588 h 3472"/>
                  <a:gd name="T60" fmla="*/ 800 w 2831"/>
                  <a:gd name="T61" fmla="*/ 1548 h 3472"/>
                  <a:gd name="T62" fmla="*/ 430 w 2831"/>
                  <a:gd name="T63" fmla="*/ 1656 h 3472"/>
                  <a:gd name="T64" fmla="*/ 484 w 2831"/>
                  <a:gd name="T65" fmla="*/ 1589 h 3472"/>
                  <a:gd name="T66" fmla="*/ 1738 w 2831"/>
                  <a:gd name="T67" fmla="*/ 1140 h 3472"/>
                  <a:gd name="T68" fmla="*/ 1778 w 2831"/>
                  <a:gd name="T69" fmla="*/ 1269 h 3472"/>
                  <a:gd name="T70" fmla="*/ 896 w 2831"/>
                  <a:gd name="T71" fmla="*/ 1255 h 3472"/>
                  <a:gd name="T72" fmla="*/ 769 w 2831"/>
                  <a:gd name="T73" fmla="*/ 1030 h 3472"/>
                  <a:gd name="T74" fmla="*/ 616 w 2831"/>
                  <a:gd name="T75" fmla="*/ 1312 h 3472"/>
                  <a:gd name="T76" fmla="*/ 423 w 2831"/>
                  <a:gd name="T77" fmla="*/ 1202 h 3472"/>
                  <a:gd name="T78" fmla="*/ 496 w 2831"/>
                  <a:gd name="T79" fmla="*/ 1154 h 3472"/>
                  <a:gd name="T80" fmla="*/ 548 w 2831"/>
                  <a:gd name="T81" fmla="*/ 372 h 3472"/>
                  <a:gd name="T82" fmla="*/ 681 w 2831"/>
                  <a:gd name="T83" fmla="*/ 618 h 3472"/>
                  <a:gd name="T84" fmla="*/ 1588 w 2831"/>
                  <a:gd name="T85" fmla="*/ 597 h 3472"/>
                  <a:gd name="T86" fmla="*/ 1683 w 2831"/>
                  <a:gd name="T87" fmla="*/ 347 h 3472"/>
                  <a:gd name="T88" fmla="*/ 2201 w 2831"/>
                  <a:gd name="T89" fmla="*/ 438 h 3472"/>
                  <a:gd name="T90" fmla="*/ 2118 w 2831"/>
                  <a:gd name="T91" fmla="*/ 2037 h 3472"/>
                  <a:gd name="T92" fmla="*/ 1412 w 2831"/>
                  <a:gd name="T93" fmla="*/ 3005 h 3472"/>
                  <a:gd name="T94" fmla="*/ 47 w 2831"/>
                  <a:gd name="T95" fmla="*/ 3054 h 3472"/>
                  <a:gd name="T96" fmla="*/ 21 w 2831"/>
                  <a:gd name="T97" fmla="*/ 455 h 3472"/>
                  <a:gd name="T98" fmla="*/ 1118 w 2831"/>
                  <a:gd name="T99" fmla="*/ 99 h 3472"/>
                  <a:gd name="T100" fmla="*/ 1053 w 2831"/>
                  <a:gd name="T101" fmla="*/ 211 h 3472"/>
                  <a:gd name="T102" fmla="*/ 1182 w 2831"/>
                  <a:gd name="T103" fmla="*/ 211 h 3472"/>
                  <a:gd name="T104" fmla="*/ 1118 w 2831"/>
                  <a:gd name="T105" fmla="*/ 99 h 3472"/>
                  <a:gd name="T106" fmla="*/ 1268 w 2831"/>
                  <a:gd name="T107" fmla="*/ 85 h 3472"/>
                  <a:gd name="T108" fmla="*/ 1328 w 2831"/>
                  <a:gd name="T109" fmla="*/ 238 h 3472"/>
                  <a:gd name="T110" fmla="*/ 1564 w 2831"/>
                  <a:gd name="T111" fmla="*/ 312 h 3472"/>
                  <a:gd name="T112" fmla="*/ 1547 w 2831"/>
                  <a:gd name="T113" fmla="*/ 503 h 3472"/>
                  <a:gd name="T114" fmla="*/ 711 w 2831"/>
                  <a:gd name="T115" fmla="*/ 521 h 3472"/>
                  <a:gd name="T116" fmla="*/ 657 w 2831"/>
                  <a:gd name="T117" fmla="*/ 338 h 3472"/>
                  <a:gd name="T118" fmla="*/ 889 w 2831"/>
                  <a:gd name="T119" fmla="*/ 245 h 3472"/>
                  <a:gd name="T120" fmla="*/ 954 w 2831"/>
                  <a:gd name="T121" fmla="*/ 112 h 3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31" h="3471">
                    <a:moveTo>
                      <a:pt x="2538" y="2529"/>
                    </a:moveTo>
                    <a:lnTo>
                      <a:pt x="2517" y="2531"/>
                    </a:lnTo>
                    <a:lnTo>
                      <a:pt x="2496" y="2537"/>
                    </a:lnTo>
                    <a:lnTo>
                      <a:pt x="2476" y="2547"/>
                    </a:lnTo>
                    <a:lnTo>
                      <a:pt x="2459" y="2563"/>
                    </a:lnTo>
                    <a:lnTo>
                      <a:pt x="2124" y="2939"/>
                    </a:lnTo>
                    <a:lnTo>
                      <a:pt x="1950" y="2800"/>
                    </a:lnTo>
                    <a:lnTo>
                      <a:pt x="1930" y="2787"/>
                    </a:lnTo>
                    <a:lnTo>
                      <a:pt x="1909" y="2780"/>
                    </a:lnTo>
                    <a:lnTo>
                      <a:pt x="1888" y="2778"/>
                    </a:lnTo>
                    <a:lnTo>
                      <a:pt x="1866" y="2780"/>
                    </a:lnTo>
                    <a:lnTo>
                      <a:pt x="1845" y="2787"/>
                    </a:lnTo>
                    <a:lnTo>
                      <a:pt x="1826" y="2799"/>
                    </a:lnTo>
                    <a:lnTo>
                      <a:pt x="1810" y="2814"/>
                    </a:lnTo>
                    <a:lnTo>
                      <a:pt x="1797" y="2834"/>
                    </a:lnTo>
                    <a:lnTo>
                      <a:pt x="1791" y="2855"/>
                    </a:lnTo>
                    <a:lnTo>
                      <a:pt x="1788" y="2876"/>
                    </a:lnTo>
                    <a:lnTo>
                      <a:pt x="1791" y="2899"/>
                    </a:lnTo>
                    <a:lnTo>
                      <a:pt x="1797" y="2920"/>
                    </a:lnTo>
                    <a:lnTo>
                      <a:pt x="1809" y="2938"/>
                    </a:lnTo>
                    <a:lnTo>
                      <a:pt x="1826" y="2954"/>
                    </a:lnTo>
                    <a:lnTo>
                      <a:pt x="2073" y="3152"/>
                    </a:lnTo>
                    <a:lnTo>
                      <a:pt x="2093" y="3165"/>
                    </a:lnTo>
                    <a:lnTo>
                      <a:pt x="2114" y="3172"/>
                    </a:lnTo>
                    <a:lnTo>
                      <a:pt x="2135" y="3174"/>
                    </a:lnTo>
                    <a:lnTo>
                      <a:pt x="2156" y="3172"/>
                    </a:lnTo>
                    <a:lnTo>
                      <a:pt x="2175" y="3166"/>
                    </a:lnTo>
                    <a:lnTo>
                      <a:pt x="2194" y="3155"/>
                    </a:lnTo>
                    <a:lnTo>
                      <a:pt x="2210" y="3142"/>
                    </a:lnTo>
                    <a:lnTo>
                      <a:pt x="2607" y="2694"/>
                    </a:lnTo>
                    <a:lnTo>
                      <a:pt x="2620" y="2676"/>
                    </a:lnTo>
                    <a:lnTo>
                      <a:pt x="2628" y="2656"/>
                    </a:lnTo>
                    <a:lnTo>
                      <a:pt x="2633" y="2633"/>
                    </a:lnTo>
                    <a:lnTo>
                      <a:pt x="2631" y="2612"/>
                    </a:lnTo>
                    <a:lnTo>
                      <a:pt x="2625" y="2591"/>
                    </a:lnTo>
                    <a:lnTo>
                      <a:pt x="2615" y="2571"/>
                    </a:lnTo>
                    <a:lnTo>
                      <a:pt x="2599" y="2555"/>
                    </a:lnTo>
                    <a:lnTo>
                      <a:pt x="2580" y="2542"/>
                    </a:lnTo>
                    <a:lnTo>
                      <a:pt x="2560" y="2534"/>
                    </a:lnTo>
                    <a:lnTo>
                      <a:pt x="2538" y="2529"/>
                    </a:lnTo>
                    <a:close/>
                    <a:moveTo>
                      <a:pt x="944" y="2430"/>
                    </a:moveTo>
                    <a:lnTo>
                      <a:pt x="1391" y="2430"/>
                    </a:lnTo>
                    <a:lnTo>
                      <a:pt x="1406" y="2433"/>
                    </a:lnTo>
                    <a:lnTo>
                      <a:pt x="1420" y="2440"/>
                    </a:lnTo>
                    <a:lnTo>
                      <a:pt x="1431" y="2450"/>
                    </a:lnTo>
                    <a:lnTo>
                      <a:pt x="1438" y="2464"/>
                    </a:lnTo>
                    <a:lnTo>
                      <a:pt x="1440" y="2480"/>
                    </a:lnTo>
                    <a:lnTo>
                      <a:pt x="1440" y="2529"/>
                    </a:lnTo>
                    <a:lnTo>
                      <a:pt x="1438" y="2545"/>
                    </a:lnTo>
                    <a:lnTo>
                      <a:pt x="1431" y="2559"/>
                    </a:lnTo>
                    <a:lnTo>
                      <a:pt x="1420" y="2569"/>
                    </a:lnTo>
                    <a:lnTo>
                      <a:pt x="1406" y="2577"/>
                    </a:lnTo>
                    <a:lnTo>
                      <a:pt x="1391" y="2579"/>
                    </a:lnTo>
                    <a:lnTo>
                      <a:pt x="944" y="2579"/>
                    </a:lnTo>
                    <a:lnTo>
                      <a:pt x="928" y="2577"/>
                    </a:lnTo>
                    <a:lnTo>
                      <a:pt x="914" y="2569"/>
                    </a:lnTo>
                    <a:lnTo>
                      <a:pt x="904" y="2559"/>
                    </a:lnTo>
                    <a:lnTo>
                      <a:pt x="896" y="2545"/>
                    </a:lnTo>
                    <a:lnTo>
                      <a:pt x="894" y="2529"/>
                    </a:lnTo>
                    <a:lnTo>
                      <a:pt x="894" y="2480"/>
                    </a:lnTo>
                    <a:lnTo>
                      <a:pt x="896" y="2464"/>
                    </a:lnTo>
                    <a:lnTo>
                      <a:pt x="904" y="2450"/>
                    </a:lnTo>
                    <a:lnTo>
                      <a:pt x="914" y="2440"/>
                    </a:lnTo>
                    <a:lnTo>
                      <a:pt x="928" y="2433"/>
                    </a:lnTo>
                    <a:lnTo>
                      <a:pt x="944" y="2430"/>
                    </a:lnTo>
                    <a:close/>
                    <a:moveTo>
                      <a:pt x="769" y="2319"/>
                    </a:moveTo>
                    <a:lnTo>
                      <a:pt x="783" y="2322"/>
                    </a:lnTo>
                    <a:lnTo>
                      <a:pt x="795" y="2330"/>
                    </a:lnTo>
                    <a:lnTo>
                      <a:pt x="805" y="2341"/>
                    </a:lnTo>
                    <a:lnTo>
                      <a:pt x="810" y="2355"/>
                    </a:lnTo>
                    <a:lnTo>
                      <a:pt x="810" y="2368"/>
                    </a:lnTo>
                    <a:lnTo>
                      <a:pt x="807" y="2382"/>
                    </a:lnTo>
                    <a:lnTo>
                      <a:pt x="800" y="2395"/>
                    </a:lnTo>
                    <a:lnTo>
                      <a:pt x="616" y="2600"/>
                    </a:lnTo>
                    <a:lnTo>
                      <a:pt x="606" y="2608"/>
                    </a:lnTo>
                    <a:lnTo>
                      <a:pt x="594" y="2613"/>
                    </a:lnTo>
                    <a:lnTo>
                      <a:pt x="581" y="2616"/>
                    </a:lnTo>
                    <a:lnTo>
                      <a:pt x="567" y="2612"/>
                    </a:lnTo>
                    <a:lnTo>
                      <a:pt x="553" y="2605"/>
                    </a:lnTo>
                    <a:lnTo>
                      <a:pt x="439" y="2514"/>
                    </a:lnTo>
                    <a:lnTo>
                      <a:pt x="430" y="2503"/>
                    </a:lnTo>
                    <a:lnTo>
                      <a:pt x="423" y="2490"/>
                    </a:lnTo>
                    <a:lnTo>
                      <a:pt x="422" y="2477"/>
                    </a:lnTo>
                    <a:lnTo>
                      <a:pt x="425" y="2463"/>
                    </a:lnTo>
                    <a:lnTo>
                      <a:pt x="432" y="2449"/>
                    </a:lnTo>
                    <a:lnTo>
                      <a:pt x="442" y="2440"/>
                    </a:lnTo>
                    <a:lnTo>
                      <a:pt x="456" y="2435"/>
                    </a:lnTo>
                    <a:lnTo>
                      <a:pt x="470" y="2433"/>
                    </a:lnTo>
                    <a:lnTo>
                      <a:pt x="484" y="2436"/>
                    </a:lnTo>
                    <a:lnTo>
                      <a:pt x="496" y="2443"/>
                    </a:lnTo>
                    <a:lnTo>
                      <a:pt x="576" y="2507"/>
                    </a:lnTo>
                    <a:lnTo>
                      <a:pt x="731" y="2334"/>
                    </a:lnTo>
                    <a:lnTo>
                      <a:pt x="742" y="2324"/>
                    </a:lnTo>
                    <a:lnTo>
                      <a:pt x="755" y="2320"/>
                    </a:lnTo>
                    <a:lnTo>
                      <a:pt x="769" y="2319"/>
                    </a:lnTo>
                    <a:close/>
                    <a:moveTo>
                      <a:pt x="2186" y="2182"/>
                    </a:moveTo>
                    <a:lnTo>
                      <a:pt x="2251" y="2185"/>
                    </a:lnTo>
                    <a:lnTo>
                      <a:pt x="2316" y="2196"/>
                    </a:lnTo>
                    <a:lnTo>
                      <a:pt x="2378" y="2212"/>
                    </a:lnTo>
                    <a:lnTo>
                      <a:pt x="2437" y="2233"/>
                    </a:lnTo>
                    <a:lnTo>
                      <a:pt x="2494" y="2260"/>
                    </a:lnTo>
                    <a:lnTo>
                      <a:pt x="2546" y="2293"/>
                    </a:lnTo>
                    <a:lnTo>
                      <a:pt x="2596" y="2329"/>
                    </a:lnTo>
                    <a:lnTo>
                      <a:pt x="2642" y="2371"/>
                    </a:lnTo>
                    <a:lnTo>
                      <a:pt x="2683" y="2417"/>
                    </a:lnTo>
                    <a:lnTo>
                      <a:pt x="2721" y="2466"/>
                    </a:lnTo>
                    <a:lnTo>
                      <a:pt x="2753" y="2520"/>
                    </a:lnTo>
                    <a:lnTo>
                      <a:pt x="2780" y="2577"/>
                    </a:lnTo>
                    <a:lnTo>
                      <a:pt x="2802" y="2636"/>
                    </a:lnTo>
                    <a:lnTo>
                      <a:pt x="2818" y="2698"/>
                    </a:lnTo>
                    <a:lnTo>
                      <a:pt x="2828" y="2761"/>
                    </a:lnTo>
                    <a:lnTo>
                      <a:pt x="2831" y="2827"/>
                    </a:lnTo>
                    <a:lnTo>
                      <a:pt x="2828" y="2893"/>
                    </a:lnTo>
                    <a:lnTo>
                      <a:pt x="2818" y="2958"/>
                    </a:lnTo>
                    <a:lnTo>
                      <a:pt x="2802" y="3019"/>
                    </a:lnTo>
                    <a:lnTo>
                      <a:pt x="2780" y="3079"/>
                    </a:lnTo>
                    <a:lnTo>
                      <a:pt x="2753" y="3134"/>
                    </a:lnTo>
                    <a:lnTo>
                      <a:pt x="2721" y="3188"/>
                    </a:lnTo>
                    <a:lnTo>
                      <a:pt x="2683" y="3237"/>
                    </a:lnTo>
                    <a:lnTo>
                      <a:pt x="2642" y="3283"/>
                    </a:lnTo>
                    <a:lnTo>
                      <a:pt x="2596" y="3325"/>
                    </a:lnTo>
                    <a:lnTo>
                      <a:pt x="2546" y="3362"/>
                    </a:lnTo>
                    <a:lnTo>
                      <a:pt x="2494" y="3394"/>
                    </a:lnTo>
                    <a:lnTo>
                      <a:pt x="2437" y="3421"/>
                    </a:lnTo>
                    <a:lnTo>
                      <a:pt x="2378" y="3443"/>
                    </a:lnTo>
                    <a:lnTo>
                      <a:pt x="2316" y="3459"/>
                    </a:lnTo>
                    <a:lnTo>
                      <a:pt x="2251" y="3469"/>
                    </a:lnTo>
                    <a:lnTo>
                      <a:pt x="2186" y="3472"/>
                    </a:lnTo>
                    <a:lnTo>
                      <a:pt x="2120" y="3469"/>
                    </a:lnTo>
                    <a:lnTo>
                      <a:pt x="2055" y="3459"/>
                    </a:lnTo>
                    <a:lnTo>
                      <a:pt x="1993" y="3443"/>
                    </a:lnTo>
                    <a:lnTo>
                      <a:pt x="1934" y="3421"/>
                    </a:lnTo>
                    <a:lnTo>
                      <a:pt x="1877" y="3394"/>
                    </a:lnTo>
                    <a:lnTo>
                      <a:pt x="1825" y="3362"/>
                    </a:lnTo>
                    <a:lnTo>
                      <a:pt x="1775" y="3325"/>
                    </a:lnTo>
                    <a:lnTo>
                      <a:pt x="1729" y="3283"/>
                    </a:lnTo>
                    <a:lnTo>
                      <a:pt x="1688" y="3237"/>
                    </a:lnTo>
                    <a:lnTo>
                      <a:pt x="1650" y="3188"/>
                    </a:lnTo>
                    <a:lnTo>
                      <a:pt x="1618" y="3134"/>
                    </a:lnTo>
                    <a:lnTo>
                      <a:pt x="1591" y="3079"/>
                    </a:lnTo>
                    <a:lnTo>
                      <a:pt x="1569" y="3019"/>
                    </a:lnTo>
                    <a:lnTo>
                      <a:pt x="1553" y="2958"/>
                    </a:lnTo>
                    <a:lnTo>
                      <a:pt x="1543" y="2893"/>
                    </a:lnTo>
                    <a:lnTo>
                      <a:pt x="1540" y="2827"/>
                    </a:lnTo>
                    <a:lnTo>
                      <a:pt x="1543" y="2761"/>
                    </a:lnTo>
                    <a:lnTo>
                      <a:pt x="1553" y="2698"/>
                    </a:lnTo>
                    <a:lnTo>
                      <a:pt x="1569" y="2636"/>
                    </a:lnTo>
                    <a:lnTo>
                      <a:pt x="1591" y="2577"/>
                    </a:lnTo>
                    <a:lnTo>
                      <a:pt x="1618" y="2520"/>
                    </a:lnTo>
                    <a:lnTo>
                      <a:pt x="1650" y="2466"/>
                    </a:lnTo>
                    <a:lnTo>
                      <a:pt x="1688" y="2417"/>
                    </a:lnTo>
                    <a:lnTo>
                      <a:pt x="1729" y="2371"/>
                    </a:lnTo>
                    <a:lnTo>
                      <a:pt x="1775" y="2329"/>
                    </a:lnTo>
                    <a:lnTo>
                      <a:pt x="1825" y="2293"/>
                    </a:lnTo>
                    <a:lnTo>
                      <a:pt x="1877" y="2260"/>
                    </a:lnTo>
                    <a:lnTo>
                      <a:pt x="1934" y="2233"/>
                    </a:lnTo>
                    <a:lnTo>
                      <a:pt x="1993" y="2212"/>
                    </a:lnTo>
                    <a:lnTo>
                      <a:pt x="2055" y="2196"/>
                    </a:lnTo>
                    <a:lnTo>
                      <a:pt x="2120" y="2185"/>
                    </a:lnTo>
                    <a:lnTo>
                      <a:pt x="2186" y="2182"/>
                    </a:lnTo>
                    <a:close/>
                    <a:moveTo>
                      <a:pt x="944" y="1984"/>
                    </a:moveTo>
                    <a:lnTo>
                      <a:pt x="1491" y="1984"/>
                    </a:lnTo>
                    <a:lnTo>
                      <a:pt x="1505" y="1986"/>
                    </a:lnTo>
                    <a:lnTo>
                      <a:pt x="1519" y="1994"/>
                    </a:lnTo>
                    <a:lnTo>
                      <a:pt x="1531" y="2004"/>
                    </a:lnTo>
                    <a:lnTo>
                      <a:pt x="1537" y="2018"/>
                    </a:lnTo>
                    <a:lnTo>
                      <a:pt x="1540" y="2034"/>
                    </a:lnTo>
                    <a:lnTo>
                      <a:pt x="1540" y="2083"/>
                    </a:lnTo>
                    <a:lnTo>
                      <a:pt x="1537" y="2099"/>
                    </a:lnTo>
                    <a:lnTo>
                      <a:pt x="1531" y="2113"/>
                    </a:lnTo>
                    <a:lnTo>
                      <a:pt x="1519" y="2123"/>
                    </a:lnTo>
                    <a:lnTo>
                      <a:pt x="1505" y="2131"/>
                    </a:lnTo>
                    <a:lnTo>
                      <a:pt x="1491" y="2133"/>
                    </a:lnTo>
                    <a:lnTo>
                      <a:pt x="944" y="2133"/>
                    </a:lnTo>
                    <a:lnTo>
                      <a:pt x="928" y="2131"/>
                    </a:lnTo>
                    <a:lnTo>
                      <a:pt x="914" y="2123"/>
                    </a:lnTo>
                    <a:lnTo>
                      <a:pt x="904" y="2113"/>
                    </a:lnTo>
                    <a:lnTo>
                      <a:pt x="896" y="2099"/>
                    </a:lnTo>
                    <a:lnTo>
                      <a:pt x="894" y="2083"/>
                    </a:lnTo>
                    <a:lnTo>
                      <a:pt x="894" y="2034"/>
                    </a:lnTo>
                    <a:lnTo>
                      <a:pt x="896" y="2018"/>
                    </a:lnTo>
                    <a:lnTo>
                      <a:pt x="904" y="2004"/>
                    </a:lnTo>
                    <a:lnTo>
                      <a:pt x="914" y="1994"/>
                    </a:lnTo>
                    <a:lnTo>
                      <a:pt x="928" y="1986"/>
                    </a:lnTo>
                    <a:lnTo>
                      <a:pt x="944" y="1984"/>
                    </a:lnTo>
                    <a:close/>
                    <a:moveTo>
                      <a:pt x="769" y="1894"/>
                    </a:moveTo>
                    <a:lnTo>
                      <a:pt x="783" y="1897"/>
                    </a:lnTo>
                    <a:lnTo>
                      <a:pt x="795" y="1905"/>
                    </a:lnTo>
                    <a:lnTo>
                      <a:pt x="805" y="1916"/>
                    </a:lnTo>
                    <a:lnTo>
                      <a:pt x="810" y="1930"/>
                    </a:lnTo>
                    <a:lnTo>
                      <a:pt x="810" y="1943"/>
                    </a:lnTo>
                    <a:lnTo>
                      <a:pt x="807" y="1957"/>
                    </a:lnTo>
                    <a:lnTo>
                      <a:pt x="800" y="1970"/>
                    </a:lnTo>
                    <a:lnTo>
                      <a:pt x="616" y="2175"/>
                    </a:lnTo>
                    <a:lnTo>
                      <a:pt x="606" y="2183"/>
                    </a:lnTo>
                    <a:lnTo>
                      <a:pt x="594" y="2188"/>
                    </a:lnTo>
                    <a:lnTo>
                      <a:pt x="581" y="2191"/>
                    </a:lnTo>
                    <a:lnTo>
                      <a:pt x="567" y="2187"/>
                    </a:lnTo>
                    <a:lnTo>
                      <a:pt x="553" y="2180"/>
                    </a:lnTo>
                    <a:lnTo>
                      <a:pt x="439" y="2088"/>
                    </a:lnTo>
                    <a:lnTo>
                      <a:pt x="430" y="2078"/>
                    </a:lnTo>
                    <a:lnTo>
                      <a:pt x="423" y="2065"/>
                    </a:lnTo>
                    <a:lnTo>
                      <a:pt x="422" y="2052"/>
                    </a:lnTo>
                    <a:lnTo>
                      <a:pt x="425" y="2038"/>
                    </a:lnTo>
                    <a:lnTo>
                      <a:pt x="432" y="2024"/>
                    </a:lnTo>
                    <a:lnTo>
                      <a:pt x="442" y="2015"/>
                    </a:lnTo>
                    <a:lnTo>
                      <a:pt x="456" y="2010"/>
                    </a:lnTo>
                    <a:lnTo>
                      <a:pt x="470" y="2007"/>
                    </a:lnTo>
                    <a:lnTo>
                      <a:pt x="484" y="2011"/>
                    </a:lnTo>
                    <a:lnTo>
                      <a:pt x="496" y="2018"/>
                    </a:lnTo>
                    <a:lnTo>
                      <a:pt x="576" y="2082"/>
                    </a:lnTo>
                    <a:lnTo>
                      <a:pt x="731" y="1909"/>
                    </a:lnTo>
                    <a:lnTo>
                      <a:pt x="742" y="1899"/>
                    </a:lnTo>
                    <a:lnTo>
                      <a:pt x="755" y="1895"/>
                    </a:lnTo>
                    <a:lnTo>
                      <a:pt x="769" y="1894"/>
                    </a:lnTo>
                    <a:close/>
                    <a:moveTo>
                      <a:pt x="944" y="1588"/>
                    </a:moveTo>
                    <a:lnTo>
                      <a:pt x="1738" y="1588"/>
                    </a:lnTo>
                    <a:lnTo>
                      <a:pt x="1754" y="1590"/>
                    </a:lnTo>
                    <a:lnTo>
                      <a:pt x="1768" y="1597"/>
                    </a:lnTo>
                    <a:lnTo>
                      <a:pt x="1778" y="1608"/>
                    </a:lnTo>
                    <a:lnTo>
                      <a:pt x="1786" y="1621"/>
                    </a:lnTo>
                    <a:lnTo>
                      <a:pt x="1788" y="1637"/>
                    </a:lnTo>
                    <a:lnTo>
                      <a:pt x="1788" y="1687"/>
                    </a:lnTo>
                    <a:lnTo>
                      <a:pt x="1786" y="1702"/>
                    </a:lnTo>
                    <a:lnTo>
                      <a:pt x="1778" y="1716"/>
                    </a:lnTo>
                    <a:lnTo>
                      <a:pt x="1768" y="1727"/>
                    </a:lnTo>
                    <a:lnTo>
                      <a:pt x="1754" y="1734"/>
                    </a:lnTo>
                    <a:lnTo>
                      <a:pt x="1738" y="1736"/>
                    </a:lnTo>
                    <a:lnTo>
                      <a:pt x="944" y="1736"/>
                    </a:lnTo>
                    <a:lnTo>
                      <a:pt x="928" y="1734"/>
                    </a:lnTo>
                    <a:lnTo>
                      <a:pt x="914" y="1727"/>
                    </a:lnTo>
                    <a:lnTo>
                      <a:pt x="904" y="1716"/>
                    </a:lnTo>
                    <a:lnTo>
                      <a:pt x="896" y="1702"/>
                    </a:lnTo>
                    <a:lnTo>
                      <a:pt x="894" y="1687"/>
                    </a:lnTo>
                    <a:lnTo>
                      <a:pt x="894" y="1637"/>
                    </a:lnTo>
                    <a:lnTo>
                      <a:pt x="896" y="1621"/>
                    </a:lnTo>
                    <a:lnTo>
                      <a:pt x="904" y="1608"/>
                    </a:lnTo>
                    <a:lnTo>
                      <a:pt x="914" y="1597"/>
                    </a:lnTo>
                    <a:lnTo>
                      <a:pt x="928" y="1590"/>
                    </a:lnTo>
                    <a:lnTo>
                      <a:pt x="944" y="1588"/>
                    </a:lnTo>
                    <a:close/>
                    <a:moveTo>
                      <a:pt x="769" y="1472"/>
                    </a:moveTo>
                    <a:lnTo>
                      <a:pt x="783" y="1475"/>
                    </a:lnTo>
                    <a:lnTo>
                      <a:pt x="795" y="1483"/>
                    </a:lnTo>
                    <a:lnTo>
                      <a:pt x="805" y="1494"/>
                    </a:lnTo>
                    <a:lnTo>
                      <a:pt x="810" y="1508"/>
                    </a:lnTo>
                    <a:lnTo>
                      <a:pt x="810" y="1521"/>
                    </a:lnTo>
                    <a:lnTo>
                      <a:pt x="807" y="1535"/>
                    </a:lnTo>
                    <a:lnTo>
                      <a:pt x="800" y="1548"/>
                    </a:lnTo>
                    <a:lnTo>
                      <a:pt x="616" y="1753"/>
                    </a:lnTo>
                    <a:lnTo>
                      <a:pt x="606" y="1761"/>
                    </a:lnTo>
                    <a:lnTo>
                      <a:pt x="594" y="1767"/>
                    </a:lnTo>
                    <a:lnTo>
                      <a:pt x="581" y="1769"/>
                    </a:lnTo>
                    <a:lnTo>
                      <a:pt x="567" y="1765"/>
                    </a:lnTo>
                    <a:lnTo>
                      <a:pt x="553" y="1758"/>
                    </a:lnTo>
                    <a:lnTo>
                      <a:pt x="439" y="1667"/>
                    </a:lnTo>
                    <a:lnTo>
                      <a:pt x="430" y="1656"/>
                    </a:lnTo>
                    <a:lnTo>
                      <a:pt x="423" y="1643"/>
                    </a:lnTo>
                    <a:lnTo>
                      <a:pt x="422" y="1630"/>
                    </a:lnTo>
                    <a:lnTo>
                      <a:pt x="425" y="1615"/>
                    </a:lnTo>
                    <a:lnTo>
                      <a:pt x="432" y="1602"/>
                    </a:lnTo>
                    <a:lnTo>
                      <a:pt x="442" y="1593"/>
                    </a:lnTo>
                    <a:lnTo>
                      <a:pt x="456" y="1588"/>
                    </a:lnTo>
                    <a:lnTo>
                      <a:pt x="470" y="1586"/>
                    </a:lnTo>
                    <a:lnTo>
                      <a:pt x="484" y="1589"/>
                    </a:lnTo>
                    <a:lnTo>
                      <a:pt x="496" y="1596"/>
                    </a:lnTo>
                    <a:lnTo>
                      <a:pt x="576" y="1660"/>
                    </a:lnTo>
                    <a:lnTo>
                      <a:pt x="731" y="1487"/>
                    </a:lnTo>
                    <a:lnTo>
                      <a:pt x="742" y="1477"/>
                    </a:lnTo>
                    <a:lnTo>
                      <a:pt x="755" y="1473"/>
                    </a:lnTo>
                    <a:lnTo>
                      <a:pt x="769" y="1472"/>
                    </a:lnTo>
                    <a:close/>
                    <a:moveTo>
                      <a:pt x="944" y="1140"/>
                    </a:moveTo>
                    <a:lnTo>
                      <a:pt x="1738" y="1140"/>
                    </a:lnTo>
                    <a:lnTo>
                      <a:pt x="1754" y="1144"/>
                    </a:lnTo>
                    <a:lnTo>
                      <a:pt x="1768" y="1150"/>
                    </a:lnTo>
                    <a:lnTo>
                      <a:pt x="1778" y="1162"/>
                    </a:lnTo>
                    <a:lnTo>
                      <a:pt x="1786" y="1175"/>
                    </a:lnTo>
                    <a:lnTo>
                      <a:pt x="1788" y="1190"/>
                    </a:lnTo>
                    <a:lnTo>
                      <a:pt x="1788" y="1240"/>
                    </a:lnTo>
                    <a:lnTo>
                      <a:pt x="1786" y="1255"/>
                    </a:lnTo>
                    <a:lnTo>
                      <a:pt x="1778" y="1269"/>
                    </a:lnTo>
                    <a:lnTo>
                      <a:pt x="1768" y="1280"/>
                    </a:lnTo>
                    <a:lnTo>
                      <a:pt x="1754" y="1287"/>
                    </a:lnTo>
                    <a:lnTo>
                      <a:pt x="1738" y="1290"/>
                    </a:lnTo>
                    <a:lnTo>
                      <a:pt x="944" y="1290"/>
                    </a:lnTo>
                    <a:lnTo>
                      <a:pt x="928" y="1287"/>
                    </a:lnTo>
                    <a:lnTo>
                      <a:pt x="914" y="1280"/>
                    </a:lnTo>
                    <a:lnTo>
                      <a:pt x="904" y="1269"/>
                    </a:lnTo>
                    <a:lnTo>
                      <a:pt x="896" y="1255"/>
                    </a:lnTo>
                    <a:lnTo>
                      <a:pt x="894" y="1240"/>
                    </a:lnTo>
                    <a:lnTo>
                      <a:pt x="894" y="1190"/>
                    </a:lnTo>
                    <a:lnTo>
                      <a:pt x="896" y="1175"/>
                    </a:lnTo>
                    <a:lnTo>
                      <a:pt x="904" y="1162"/>
                    </a:lnTo>
                    <a:lnTo>
                      <a:pt x="914" y="1150"/>
                    </a:lnTo>
                    <a:lnTo>
                      <a:pt x="928" y="1144"/>
                    </a:lnTo>
                    <a:lnTo>
                      <a:pt x="944" y="1140"/>
                    </a:lnTo>
                    <a:close/>
                    <a:moveTo>
                      <a:pt x="769" y="1030"/>
                    </a:moveTo>
                    <a:lnTo>
                      <a:pt x="783" y="1034"/>
                    </a:lnTo>
                    <a:lnTo>
                      <a:pt x="795" y="1042"/>
                    </a:lnTo>
                    <a:lnTo>
                      <a:pt x="805" y="1053"/>
                    </a:lnTo>
                    <a:lnTo>
                      <a:pt x="810" y="1066"/>
                    </a:lnTo>
                    <a:lnTo>
                      <a:pt x="810" y="1081"/>
                    </a:lnTo>
                    <a:lnTo>
                      <a:pt x="807" y="1094"/>
                    </a:lnTo>
                    <a:lnTo>
                      <a:pt x="800" y="1106"/>
                    </a:lnTo>
                    <a:lnTo>
                      <a:pt x="616" y="1312"/>
                    </a:lnTo>
                    <a:lnTo>
                      <a:pt x="606" y="1320"/>
                    </a:lnTo>
                    <a:lnTo>
                      <a:pt x="594" y="1326"/>
                    </a:lnTo>
                    <a:lnTo>
                      <a:pt x="581" y="1327"/>
                    </a:lnTo>
                    <a:lnTo>
                      <a:pt x="567" y="1325"/>
                    </a:lnTo>
                    <a:lnTo>
                      <a:pt x="553" y="1317"/>
                    </a:lnTo>
                    <a:lnTo>
                      <a:pt x="439" y="1226"/>
                    </a:lnTo>
                    <a:lnTo>
                      <a:pt x="430" y="1215"/>
                    </a:lnTo>
                    <a:lnTo>
                      <a:pt x="423" y="1202"/>
                    </a:lnTo>
                    <a:lnTo>
                      <a:pt x="422" y="1188"/>
                    </a:lnTo>
                    <a:lnTo>
                      <a:pt x="425" y="1174"/>
                    </a:lnTo>
                    <a:lnTo>
                      <a:pt x="432" y="1162"/>
                    </a:lnTo>
                    <a:lnTo>
                      <a:pt x="442" y="1152"/>
                    </a:lnTo>
                    <a:lnTo>
                      <a:pt x="456" y="1146"/>
                    </a:lnTo>
                    <a:lnTo>
                      <a:pt x="470" y="1145"/>
                    </a:lnTo>
                    <a:lnTo>
                      <a:pt x="484" y="1147"/>
                    </a:lnTo>
                    <a:lnTo>
                      <a:pt x="496" y="1154"/>
                    </a:lnTo>
                    <a:lnTo>
                      <a:pt x="576" y="1218"/>
                    </a:lnTo>
                    <a:lnTo>
                      <a:pt x="731" y="1046"/>
                    </a:lnTo>
                    <a:lnTo>
                      <a:pt x="742" y="1036"/>
                    </a:lnTo>
                    <a:lnTo>
                      <a:pt x="755" y="1031"/>
                    </a:lnTo>
                    <a:lnTo>
                      <a:pt x="769" y="1030"/>
                    </a:lnTo>
                    <a:close/>
                    <a:moveTo>
                      <a:pt x="150" y="347"/>
                    </a:moveTo>
                    <a:lnTo>
                      <a:pt x="552" y="347"/>
                    </a:lnTo>
                    <a:lnTo>
                      <a:pt x="548" y="372"/>
                    </a:lnTo>
                    <a:lnTo>
                      <a:pt x="547" y="399"/>
                    </a:lnTo>
                    <a:lnTo>
                      <a:pt x="550" y="439"/>
                    </a:lnTo>
                    <a:lnTo>
                      <a:pt x="559" y="477"/>
                    </a:lnTo>
                    <a:lnTo>
                      <a:pt x="574" y="511"/>
                    </a:lnTo>
                    <a:lnTo>
                      <a:pt x="594" y="544"/>
                    </a:lnTo>
                    <a:lnTo>
                      <a:pt x="618" y="572"/>
                    </a:lnTo>
                    <a:lnTo>
                      <a:pt x="648" y="598"/>
                    </a:lnTo>
                    <a:lnTo>
                      <a:pt x="681" y="618"/>
                    </a:lnTo>
                    <a:lnTo>
                      <a:pt x="715" y="632"/>
                    </a:lnTo>
                    <a:lnTo>
                      <a:pt x="753" y="642"/>
                    </a:lnTo>
                    <a:lnTo>
                      <a:pt x="793" y="645"/>
                    </a:lnTo>
                    <a:lnTo>
                      <a:pt x="1442" y="645"/>
                    </a:lnTo>
                    <a:lnTo>
                      <a:pt x="1482" y="642"/>
                    </a:lnTo>
                    <a:lnTo>
                      <a:pt x="1520" y="632"/>
                    </a:lnTo>
                    <a:lnTo>
                      <a:pt x="1555" y="618"/>
                    </a:lnTo>
                    <a:lnTo>
                      <a:pt x="1588" y="597"/>
                    </a:lnTo>
                    <a:lnTo>
                      <a:pt x="1616" y="572"/>
                    </a:lnTo>
                    <a:lnTo>
                      <a:pt x="1641" y="543"/>
                    </a:lnTo>
                    <a:lnTo>
                      <a:pt x="1661" y="510"/>
                    </a:lnTo>
                    <a:lnTo>
                      <a:pt x="1676" y="475"/>
                    </a:lnTo>
                    <a:lnTo>
                      <a:pt x="1686" y="436"/>
                    </a:lnTo>
                    <a:lnTo>
                      <a:pt x="1689" y="396"/>
                    </a:lnTo>
                    <a:lnTo>
                      <a:pt x="1688" y="371"/>
                    </a:lnTo>
                    <a:lnTo>
                      <a:pt x="1683" y="347"/>
                    </a:lnTo>
                    <a:lnTo>
                      <a:pt x="1987" y="347"/>
                    </a:lnTo>
                    <a:lnTo>
                      <a:pt x="2029" y="349"/>
                    </a:lnTo>
                    <a:lnTo>
                      <a:pt x="2067" y="356"/>
                    </a:lnTo>
                    <a:lnTo>
                      <a:pt x="2101" y="366"/>
                    </a:lnTo>
                    <a:lnTo>
                      <a:pt x="2132" y="379"/>
                    </a:lnTo>
                    <a:lnTo>
                      <a:pt x="2159" y="396"/>
                    </a:lnTo>
                    <a:lnTo>
                      <a:pt x="2182" y="416"/>
                    </a:lnTo>
                    <a:lnTo>
                      <a:pt x="2201" y="438"/>
                    </a:lnTo>
                    <a:lnTo>
                      <a:pt x="2215" y="462"/>
                    </a:lnTo>
                    <a:lnTo>
                      <a:pt x="2226" y="488"/>
                    </a:lnTo>
                    <a:lnTo>
                      <a:pt x="2233" y="517"/>
                    </a:lnTo>
                    <a:lnTo>
                      <a:pt x="2235" y="546"/>
                    </a:lnTo>
                    <a:lnTo>
                      <a:pt x="2235" y="2036"/>
                    </a:lnTo>
                    <a:lnTo>
                      <a:pt x="2210" y="2035"/>
                    </a:lnTo>
                    <a:lnTo>
                      <a:pt x="2186" y="2034"/>
                    </a:lnTo>
                    <a:lnTo>
                      <a:pt x="2118" y="2037"/>
                    </a:lnTo>
                    <a:lnTo>
                      <a:pt x="2051" y="2045"/>
                    </a:lnTo>
                    <a:lnTo>
                      <a:pt x="1987" y="2060"/>
                    </a:lnTo>
                    <a:lnTo>
                      <a:pt x="1987" y="893"/>
                    </a:lnTo>
                    <a:lnTo>
                      <a:pt x="249" y="893"/>
                    </a:lnTo>
                    <a:lnTo>
                      <a:pt x="249" y="2876"/>
                    </a:lnTo>
                    <a:lnTo>
                      <a:pt x="1394" y="2876"/>
                    </a:lnTo>
                    <a:lnTo>
                      <a:pt x="1400" y="2942"/>
                    </a:lnTo>
                    <a:lnTo>
                      <a:pt x="1412" y="3005"/>
                    </a:lnTo>
                    <a:lnTo>
                      <a:pt x="1429" y="3066"/>
                    </a:lnTo>
                    <a:lnTo>
                      <a:pt x="1450" y="3125"/>
                    </a:lnTo>
                    <a:lnTo>
                      <a:pt x="199" y="3125"/>
                    </a:lnTo>
                    <a:lnTo>
                      <a:pt x="163" y="3122"/>
                    </a:lnTo>
                    <a:lnTo>
                      <a:pt x="130" y="3112"/>
                    </a:lnTo>
                    <a:lnTo>
                      <a:pt x="99" y="3097"/>
                    </a:lnTo>
                    <a:lnTo>
                      <a:pt x="71" y="3079"/>
                    </a:lnTo>
                    <a:lnTo>
                      <a:pt x="47" y="3054"/>
                    </a:lnTo>
                    <a:lnTo>
                      <a:pt x="27" y="3027"/>
                    </a:lnTo>
                    <a:lnTo>
                      <a:pt x="13" y="2995"/>
                    </a:lnTo>
                    <a:lnTo>
                      <a:pt x="3" y="2962"/>
                    </a:lnTo>
                    <a:lnTo>
                      <a:pt x="0" y="2926"/>
                    </a:lnTo>
                    <a:lnTo>
                      <a:pt x="0" y="546"/>
                    </a:lnTo>
                    <a:lnTo>
                      <a:pt x="3" y="513"/>
                    </a:lnTo>
                    <a:lnTo>
                      <a:pt x="9" y="483"/>
                    </a:lnTo>
                    <a:lnTo>
                      <a:pt x="21" y="455"/>
                    </a:lnTo>
                    <a:lnTo>
                      <a:pt x="36" y="428"/>
                    </a:lnTo>
                    <a:lnTo>
                      <a:pt x="53" y="405"/>
                    </a:lnTo>
                    <a:lnTo>
                      <a:pt x="71" y="385"/>
                    </a:lnTo>
                    <a:lnTo>
                      <a:pt x="91" y="369"/>
                    </a:lnTo>
                    <a:lnTo>
                      <a:pt x="111" y="358"/>
                    </a:lnTo>
                    <a:lnTo>
                      <a:pt x="131" y="349"/>
                    </a:lnTo>
                    <a:lnTo>
                      <a:pt x="150" y="347"/>
                    </a:lnTo>
                    <a:close/>
                    <a:moveTo>
                      <a:pt x="1118" y="99"/>
                    </a:moveTo>
                    <a:lnTo>
                      <a:pt x="1098" y="102"/>
                    </a:lnTo>
                    <a:lnTo>
                      <a:pt x="1080" y="109"/>
                    </a:lnTo>
                    <a:lnTo>
                      <a:pt x="1065" y="121"/>
                    </a:lnTo>
                    <a:lnTo>
                      <a:pt x="1053" y="136"/>
                    </a:lnTo>
                    <a:lnTo>
                      <a:pt x="1046" y="154"/>
                    </a:lnTo>
                    <a:lnTo>
                      <a:pt x="1043" y="174"/>
                    </a:lnTo>
                    <a:lnTo>
                      <a:pt x="1046" y="194"/>
                    </a:lnTo>
                    <a:lnTo>
                      <a:pt x="1053" y="211"/>
                    </a:lnTo>
                    <a:lnTo>
                      <a:pt x="1065" y="226"/>
                    </a:lnTo>
                    <a:lnTo>
                      <a:pt x="1080" y="238"/>
                    </a:lnTo>
                    <a:lnTo>
                      <a:pt x="1098" y="245"/>
                    </a:lnTo>
                    <a:lnTo>
                      <a:pt x="1118" y="248"/>
                    </a:lnTo>
                    <a:lnTo>
                      <a:pt x="1138" y="245"/>
                    </a:lnTo>
                    <a:lnTo>
                      <a:pt x="1156" y="238"/>
                    </a:lnTo>
                    <a:lnTo>
                      <a:pt x="1170" y="226"/>
                    </a:lnTo>
                    <a:lnTo>
                      <a:pt x="1182" y="211"/>
                    </a:lnTo>
                    <a:lnTo>
                      <a:pt x="1189" y="194"/>
                    </a:lnTo>
                    <a:lnTo>
                      <a:pt x="1193" y="174"/>
                    </a:lnTo>
                    <a:lnTo>
                      <a:pt x="1189" y="154"/>
                    </a:lnTo>
                    <a:lnTo>
                      <a:pt x="1182" y="136"/>
                    </a:lnTo>
                    <a:lnTo>
                      <a:pt x="1170" y="121"/>
                    </a:lnTo>
                    <a:lnTo>
                      <a:pt x="1156" y="109"/>
                    </a:lnTo>
                    <a:lnTo>
                      <a:pt x="1138" y="102"/>
                    </a:lnTo>
                    <a:lnTo>
                      <a:pt x="1118" y="99"/>
                    </a:lnTo>
                    <a:close/>
                    <a:moveTo>
                      <a:pt x="1116" y="0"/>
                    </a:moveTo>
                    <a:lnTo>
                      <a:pt x="1120" y="0"/>
                    </a:lnTo>
                    <a:lnTo>
                      <a:pt x="1150" y="3"/>
                    </a:lnTo>
                    <a:lnTo>
                      <a:pt x="1180" y="11"/>
                    </a:lnTo>
                    <a:lnTo>
                      <a:pt x="1206" y="23"/>
                    </a:lnTo>
                    <a:lnTo>
                      <a:pt x="1230" y="40"/>
                    </a:lnTo>
                    <a:lnTo>
                      <a:pt x="1252" y="61"/>
                    </a:lnTo>
                    <a:lnTo>
                      <a:pt x="1268" y="85"/>
                    </a:lnTo>
                    <a:lnTo>
                      <a:pt x="1281" y="112"/>
                    </a:lnTo>
                    <a:lnTo>
                      <a:pt x="1288" y="141"/>
                    </a:lnTo>
                    <a:lnTo>
                      <a:pt x="1292" y="171"/>
                    </a:lnTo>
                    <a:lnTo>
                      <a:pt x="1292" y="174"/>
                    </a:lnTo>
                    <a:lnTo>
                      <a:pt x="1294" y="194"/>
                    </a:lnTo>
                    <a:lnTo>
                      <a:pt x="1302" y="211"/>
                    </a:lnTo>
                    <a:lnTo>
                      <a:pt x="1314" y="226"/>
                    </a:lnTo>
                    <a:lnTo>
                      <a:pt x="1328" y="238"/>
                    </a:lnTo>
                    <a:lnTo>
                      <a:pt x="1345" y="245"/>
                    </a:lnTo>
                    <a:lnTo>
                      <a:pt x="1365" y="248"/>
                    </a:lnTo>
                    <a:lnTo>
                      <a:pt x="1442" y="248"/>
                    </a:lnTo>
                    <a:lnTo>
                      <a:pt x="1472" y="251"/>
                    </a:lnTo>
                    <a:lnTo>
                      <a:pt x="1499" y="260"/>
                    </a:lnTo>
                    <a:lnTo>
                      <a:pt x="1524" y="274"/>
                    </a:lnTo>
                    <a:lnTo>
                      <a:pt x="1547" y="291"/>
                    </a:lnTo>
                    <a:lnTo>
                      <a:pt x="1564" y="312"/>
                    </a:lnTo>
                    <a:lnTo>
                      <a:pt x="1578" y="338"/>
                    </a:lnTo>
                    <a:lnTo>
                      <a:pt x="1587" y="366"/>
                    </a:lnTo>
                    <a:lnTo>
                      <a:pt x="1590" y="396"/>
                    </a:lnTo>
                    <a:lnTo>
                      <a:pt x="1590" y="399"/>
                    </a:lnTo>
                    <a:lnTo>
                      <a:pt x="1587" y="428"/>
                    </a:lnTo>
                    <a:lnTo>
                      <a:pt x="1578" y="456"/>
                    </a:lnTo>
                    <a:lnTo>
                      <a:pt x="1564" y="481"/>
                    </a:lnTo>
                    <a:lnTo>
                      <a:pt x="1547" y="503"/>
                    </a:lnTo>
                    <a:lnTo>
                      <a:pt x="1524" y="521"/>
                    </a:lnTo>
                    <a:lnTo>
                      <a:pt x="1499" y="534"/>
                    </a:lnTo>
                    <a:lnTo>
                      <a:pt x="1472" y="543"/>
                    </a:lnTo>
                    <a:lnTo>
                      <a:pt x="1442" y="546"/>
                    </a:lnTo>
                    <a:lnTo>
                      <a:pt x="793" y="546"/>
                    </a:lnTo>
                    <a:lnTo>
                      <a:pt x="764" y="543"/>
                    </a:lnTo>
                    <a:lnTo>
                      <a:pt x="736" y="534"/>
                    </a:lnTo>
                    <a:lnTo>
                      <a:pt x="711" y="521"/>
                    </a:lnTo>
                    <a:lnTo>
                      <a:pt x="689" y="503"/>
                    </a:lnTo>
                    <a:lnTo>
                      <a:pt x="671" y="481"/>
                    </a:lnTo>
                    <a:lnTo>
                      <a:pt x="657" y="456"/>
                    </a:lnTo>
                    <a:lnTo>
                      <a:pt x="649" y="428"/>
                    </a:lnTo>
                    <a:lnTo>
                      <a:pt x="646" y="399"/>
                    </a:lnTo>
                    <a:lnTo>
                      <a:pt x="646" y="396"/>
                    </a:lnTo>
                    <a:lnTo>
                      <a:pt x="649" y="366"/>
                    </a:lnTo>
                    <a:lnTo>
                      <a:pt x="657" y="338"/>
                    </a:lnTo>
                    <a:lnTo>
                      <a:pt x="671" y="312"/>
                    </a:lnTo>
                    <a:lnTo>
                      <a:pt x="689" y="291"/>
                    </a:lnTo>
                    <a:lnTo>
                      <a:pt x="711" y="274"/>
                    </a:lnTo>
                    <a:lnTo>
                      <a:pt x="736" y="260"/>
                    </a:lnTo>
                    <a:lnTo>
                      <a:pt x="764" y="251"/>
                    </a:lnTo>
                    <a:lnTo>
                      <a:pt x="793" y="248"/>
                    </a:lnTo>
                    <a:lnTo>
                      <a:pt x="870" y="248"/>
                    </a:lnTo>
                    <a:lnTo>
                      <a:pt x="889" y="245"/>
                    </a:lnTo>
                    <a:lnTo>
                      <a:pt x="907" y="238"/>
                    </a:lnTo>
                    <a:lnTo>
                      <a:pt x="922" y="226"/>
                    </a:lnTo>
                    <a:lnTo>
                      <a:pt x="933" y="211"/>
                    </a:lnTo>
                    <a:lnTo>
                      <a:pt x="941" y="194"/>
                    </a:lnTo>
                    <a:lnTo>
                      <a:pt x="944" y="174"/>
                    </a:lnTo>
                    <a:lnTo>
                      <a:pt x="944" y="171"/>
                    </a:lnTo>
                    <a:lnTo>
                      <a:pt x="947" y="141"/>
                    </a:lnTo>
                    <a:lnTo>
                      <a:pt x="954" y="112"/>
                    </a:lnTo>
                    <a:lnTo>
                      <a:pt x="967" y="85"/>
                    </a:lnTo>
                    <a:lnTo>
                      <a:pt x="984" y="61"/>
                    </a:lnTo>
                    <a:lnTo>
                      <a:pt x="1005" y="40"/>
                    </a:lnTo>
                    <a:lnTo>
                      <a:pt x="1029" y="23"/>
                    </a:lnTo>
                    <a:lnTo>
                      <a:pt x="1056" y="11"/>
                    </a:lnTo>
                    <a:lnTo>
                      <a:pt x="1085" y="3"/>
                    </a:lnTo>
                    <a:lnTo>
                      <a:pt x="1116"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2" name="椭圆 41"/>
              <p:cNvSpPr/>
              <p:nvPr/>
            </p:nvSpPr>
            <p:spPr>
              <a:xfrm>
                <a:off x="2418701" y="4675290"/>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nvGrpSpPr>
            <p:cNvPr id="38" name="组合 37"/>
            <p:cNvGrpSpPr/>
            <p:nvPr/>
          </p:nvGrpSpPr>
          <p:grpSpPr>
            <a:xfrm>
              <a:off x="3064811" y="4782240"/>
              <a:ext cx="848538" cy="848538"/>
              <a:chOff x="3601296" y="4737148"/>
              <a:chExt cx="848538" cy="848538"/>
            </a:xfrm>
          </p:grpSpPr>
          <p:sp>
            <p:nvSpPr>
              <p:cNvPr id="39" name="자유형 60"/>
              <p:cNvSpPr/>
              <p:nvPr/>
            </p:nvSpPr>
            <p:spPr bwMode="auto">
              <a:xfrm flipV="1">
                <a:off x="3843099" y="5001724"/>
                <a:ext cx="364932" cy="319387"/>
              </a:xfrm>
              <a:custGeom>
                <a:avLst/>
                <a:gdLst>
                  <a:gd name="connsiteX0" fmla="*/ 149021 w 448462"/>
                  <a:gd name="connsiteY0" fmla="*/ 328125 h 392491"/>
                  <a:gd name="connsiteX1" fmla="*/ 210588 w 448462"/>
                  <a:gd name="connsiteY1" fmla="*/ 357224 h 392491"/>
                  <a:gd name="connsiteX2" fmla="*/ 160375 w 448462"/>
                  <a:gd name="connsiteY2" fmla="*/ 391211 h 392491"/>
                  <a:gd name="connsiteX3" fmla="*/ 158502 w 448462"/>
                  <a:gd name="connsiteY3" fmla="*/ 392025 h 392491"/>
                  <a:gd name="connsiteX4" fmla="*/ 156629 w 448462"/>
                  <a:gd name="connsiteY4" fmla="*/ 392491 h 392491"/>
                  <a:gd name="connsiteX5" fmla="*/ 154757 w 448462"/>
                  <a:gd name="connsiteY5" fmla="*/ 392375 h 392491"/>
                  <a:gd name="connsiteX6" fmla="*/ 153001 w 448462"/>
                  <a:gd name="connsiteY6" fmla="*/ 391676 h 392491"/>
                  <a:gd name="connsiteX7" fmla="*/ 151362 w 448462"/>
                  <a:gd name="connsiteY7" fmla="*/ 390396 h 392491"/>
                  <a:gd name="connsiteX8" fmla="*/ 150075 w 448462"/>
                  <a:gd name="connsiteY8" fmla="*/ 388883 h 392491"/>
                  <a:gd name="connsiteX9" fmla="*/ 149255 w 448462"/>
                  <a:gd name="connsiteY9" fmla="*/ 387137 h 392491"/>
                  <a:gd name="connsiteX10" fmla="*/ 149021 w 448462"/>
                  <a:gd name="connsiteY10" fmla="*/ 385158 h 392491"/>
                  <a:gd name="connsiteX11" fmla="*/ 441235 w 448462"/>
                  <a:gd name="connsiteY11" fmla="*/ 0 h 392491"/>
                  <a:gd name="connsiteX12" fmla="*/ 442983 w 448462"/>
                  <a:gd name="connsiteY12" fmla="*/ 233 h 392491"/>
                  <a:gd name="connsiteX13" fmla="*/ 444615 w 448462"/>
                  <a:gd name="connsiteY13" fmla="*/ 816 h 392491"/>
                  <a:gd name="connsiteX14" fmla="*/ 446131 w 448462"/>
                  <a:gd name="connsiteY14" fmla="*/ 1866 h 392491"/>
                  <a:gd name="connsiteX15" fmla="*/ 447530 w 448462"/>
                  <a:gd name="connsiteY15" fmla="*/ 3615 h 392491"/>
                  <a:gd name="connsiteX16" fmla="*/ 448346 w 448462"/>
                  <a:gd name="connsiteY16" fmla="*/ 5714 h 392491"/>
                  <a:gd name="connsiteX17" fmla="*/ 448462 w 448462"/>
                  <a:gd name="connsiteY17" fmla="*/ 7696 h 392491"/>
                  <a:gd name="connsiteX18" fmla="*/ 447879 w 448462"/>
                  <a:gd name="connsiteY18" fmla="*/ 9911 h 392491"/>
                  <a:gd name="connsiteX19" fmla="*/ 307990 w 448462"/>
                  <a:gd name="connsiteY19" fmla="*/ 362641 h 392491"/>
                  <a:gd name="connsiteX20" fmla="*/ 306708 w 448462"/>
                  <a:gd name="connsiteY20" fmla="*/ 364973 h 392491"/>
                  <a:gd name="connsiteX21" fmla="*/ 305076 w 448462"/>
                  <a:gd name="connsiteY21" fmla="*/ 366955 h 392491"/>
                  <a:gd name="connsiteX22" fmla="*/ 303094 w 448462"/>
                  <a:gd name="connsiteY22" fmla="*/ 368588 h 392491"/>
                  <a:gd name="connsiteX23" fmla="*/ 300646 w 448462"/>
                  <a:gd name="connsiteY23" fmla="*/ 369870 h 392491"/>
                  <a:gd name="connsiteX24" fmla="*/ 298314 w 448462"/>
                  <a:gd name="connsiteY24" fmla="*/ 370570 h 392491"/>
                  <a:gd name="connsiteX25" fmla="*/ 295983 w 448462"/>
                  <a:gd name="connsiteY25" fmla="*/ 370803 h 392491"/>
                  <a:gd name="connsiteX26" fmla="*/ 293068 w 448462"/>
                  <a:gd name="connsiteY26" fmla="*/ 370453 h 392491"/>
                  <a:gd name="connsiteX27" fmla="*/ 290387 w 448462"/>
                  <a:gd name="connsiteY27" fmla="*/ 369404 h 392491"/>
                  <a:gd name="connsiteX28" fmla="*/ 148982 w 448462"/>
                  <a:gd name="connsiteY28" fmla="*/ 302123 h 392491"/>
                  <a:gd name="connsiteX29" fmla="*/ 347858 w 448462"/>
                  <a:gd name="connsiteY29" fmla="*/ 102379 h 392491"/>
                  <a:gd name="connsiteX30" fmla="*/ 120771 w 448462"/>
                  <a:gd name="connsiteY30" fmla="*/ 288830 h 392491"/>
                  <a:gd name="connsiteX31" fmla="*/ 7344 w 448462"/>
                  <a:gd name="connsiteY31" fmla="*/ 234842 h 392491"/>
                  <a:gd name="connsiteX32" fmla="*/ 4896 w 448462"/>
                  <a:gd name="connsiteY32" fmla="*/ 233209 h 392491"/>
                  <a:gd name="connsiteX33" fmla="*/ 2798 w 448462"/>
                  <a:gd name="connsiteY33" fmla="*/ 231227 h 392491"/>
                  <a:gd name="connsiteX34" fmla="*/ 1282 w 448462"/>
                  <a:gd name="connsiteY34" fmla="*/ 228895 h 392491"/>
                  <a:gd name="connsiteX35" fmla="*/ 349 w 448462"/>
                  <a:gd name="connsiteY35" fmla="*/ 226213 h 392491"/>
                  <a:gd name="connsiteX36" fmla="*/ 0 w 448462"/>
                  <a:gd name="connsiteY36" fmla="*/ 223298 h 392491"/>
                  <a:gd name="connsiteX37" fmla="*/ 233 w 448462"/>
                  <a:gd name="connsiteY37" fmla="*/ 220499 h 392491"/>
                  <a:gd name="connsiteX38" fmla="*/ 1165 w 448462"/>
                  <a:gd name="connsiteY38" fmla="*/ 217701 h 392491"/>
                  <a:gd name="connsiteX39" fmla="*/ 2681 w 448462"/>
                  <a:gd name="connsiteY39" fmla="*/ 215252 h 392491"/>
                  <a:gd name="connsiteX40" fmla="*/ 4779 w 448462"/>
                  <a:gd name="connsiteY40" fmla="*/ 213270 h 392491"/>
                  <a:gd name="connsiteX41" fmla="*/ 7227 w 448462"/>
                  <a:gd name="connsiteY41" fmla="*/ 211754 h 392491"/>
                  <a:gd name="connsiteX42" fmla="*/ 437971 w 448462"/>
                  <a:gd name="connsiteY42" fmla="*/ 583 h 392491"/>
                  <a:gd name="connsiteX43" fmla="*/ 439603 w 448462"/>
                  <a:gd name="connsiteY43" fmla="*/ 117 h 392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48462" h="392491">
                    <a:moveTo>
                      <a:pt x="149021" y="328125"/>
                    </a:moveTo>
                    <a:lnTo>
                      <a:pt x="210588" y="357224"/>
                    </a:lnTo>
                    <a:lnTo>
                      <a:pt x="160375" y="391211"/>
                    </a:lnTo>
                    <a:lnTo>
                      <a:pt x="158502" y="392025"/>
                    </a:lnTo>
                    <a:lnTo>
                      <a:pt x="156629" y="392491"/>
                    </a:lnTo>
                    <a:lnTo>
                      <a:pt x="154757" y="392375"/>
                    </a:lnTo>
                    <a:lnTo>
                      <a:pt x="153001" y="391676"/>
                    </a:lnTo>
                    <a:lnTo>
                      <a:pt x="151362" y="390396"/>
                    </a:lnTo>
                    <a:lnTo>
                      <a:pt x="150075" y="388883"/>
                    </a:lnTo>
                    <a:lnTo>
                      <a:pt x="149255" y="387137"/>
                    </a:lnTo>
                    <a:lnTo>
                      <a:pt x="149021" y="385158"/>
                    </a:lnTo>
                    <a:close/>
                    <a:moveTo>
                      <a:pt x="441235" y="0"/>
                    </a:moveTo>
                    <a:lnTo>
                      <a:pt x="442983" y="233"/>
                    </a:lnTo>
                    <a:lnTo>
                      <a:pt x="444615" y="816"/>
                    </a:lnTo>
                    <a:lnTo>
                      <a:pt x="446131" y="1866"/>
                    </a:lnTo>
                    <a:lnTo>
                      <a:pt x="447530" y="3615"/>
                    </a:lnTo>
                    <a:lnTo>
                      <a:pt x="448346" y="5714"/>
                    </a:lnTo>
                    <a:lnTo>
                      <a:pt x="448462" y="7696"/>
                    </a:lnTo>
                    <a:lnTo>
                      <a:pt x="447879" y="9911"/>
                    </a:lnTo>
                    <a:lnTo>
                      <a:pt x="307990" y="362641"/>
                    </a:lnTo>
                    <a:lnTo>
                      <a:pt x="306708" y="364973"/>
                    </a:lnTo>
                    <a:lnTo>
                      <a:pt x="305076" y="366955"/>
                    </a:lnTo>
                    <a:lnTo>
                      <a:pt x="303094" y="368588"/>
                    </a:lnTo>
                    <a:lnTo>
                      <a:pt x="300646" y="369870"/>
                    </a:lnTo>
                    <a:lnTo>
                      <a:pt x="298314" y="370570"/>
                    </a:lnTo>
                    <a:lnTo>
                      <a:pt x="295983" y="370803"/>
                    </a:lnTo>
                    <a:lnTo>
                      <a:pt x="293068" y="370453"/>
                    </a:lnTo>
                    <a:lnTo>
                      <a:pt x="290387" y="369404"/>
                    </a:lnTo>
                    <a:lnTo>
                      <a:pt x="148982" y="302123"/>
                    </a:lnTo>
                    <a:lnTo>
                      <a:pt x="347858" y="102379"/>
                    </a:lnTo>
                    <a:lnTo>
                      <a:pt x="120771" y="288830"/>
                    </a:lnTo>
                    <a:lnTo>
                      <a:pt x="7344" y="234842"/>
                    </a:lnTo>
                    <a:lnTo>
                      <a:pt x="4896" y="233209"/>
                    </a:lnTo>
                    <a:lnTo>
                      <a:pt x="2798" y="231227"/>
                    </a:lnTo>
                    <a:lnTo>
                      <a:pt x="1282" y="228895"/>
                    </a:lnTo>
                    <a:lnTo>
                      <a:pt x="349" y="226213"/>
                    </a:lnTo>
                    <a:lnTo>
                      <a:pt x="0" y="223298"/>
                    </a:lnTo>
                    <a:lnTo>
                      <a:pt x="233" y="220499"/>
                    </a:lnTo>
                    <a:lnTo>
                      <a:pt x="1165" y="217701"/>
                    </a:lnTo>
                    <a:lnTo>
                      <a:pt x="2681" y="215252"/>
                    </a:lnTo>
                    <a:lnTo>
                      <a:pt x="4779" y="213270"/>
                    </a:lnTo>
                    <a:lnTo>
                      <a:pt x="7227" y="211754"/>
                    </a:lnTo>
                    <a:lnTo>
                      <a:pt x="437971" y="583"/>
                    </a:lnTo>
                    <a:lnTo>
                      <a:pt x="439603" y="117"/>
                    </a:lnTo>
                    <a:close/>
                  </a:path>
                </a:pathLst>
              </a:custGeom>
              <a:solidFill>
                <a:schemeClr val="accent2"/>
              </a:solidFill>
              <a:ln w="0">
                <a:noFill/>
                <a:prstDash val="solid"/>
                <a:round/>
              </a:ln>
            </p:spPr>
            <p:txBody>
              <a:bodyPr vert="horz" wrap="square" lIns="91440" tIns="45720" rIns="91440" bIns="45720" numCol="1" anchor="t" anchorCtr="0" compatLnSpc="1">
                <a:noAutofit/>
              </a:bodyPr>
              <a:lstStyle/>
              <a:p>
                <a:endParaRPr lang="ko-KR" altLang="en-US">
                  <a:solidFill>
                    <a:schemeClr val="accent2"/>
                  </a:solidFill>
                </a:endParaRPr>
              </a:p>
            </p:txBody>
          </p:sp>
          <p:sp>
            <p:nvSpPr>
              <p:cNvPr id="40" name="椭圆 39"/>
              <p:cNvSpPr/>
              <p:nvPr/>
            </p:nvSpPr>
            <p:spPr>
              <a:xfrm>
                <a:off x="3601296" y="4737148"/>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sp>
        <p:nvSpPr>
          <p:cNvPr id="53" name="PA-文本框 14"/>
          <p:cNvSpPr txBox="1"/>
          <p:nvPr>
            <p:custDataLst>
              <p:tags r:id="rId2"/>
            </p:custDataLst>
          </p:nvPr>
        </p:nvSpPr>
        <p:spPr>
          <a:xfrm>
            <a:off x="3841782" y="3830495"/>
            <a:ext cx="4497922" cy="307777"/>
          </a:xfrm>
          <a:prstGeom prst="rect">
            <a:avLst/>
          </a:prstGeom>
          <a:solidFill>
            <a:schemeClr val="accent2"/>
          </a:solidFill>
        </p:spPr>
        <p:txBody>
          <a:bodyPr wrap="square" rtlCol="0">
            <a:spAutoFit/>
          </a:bodyPr>
          <a:lstStyle/>
          <a:p>
            <a:pPr algn="dist"/>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开题报告</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论文答辩</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毕业答辩</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毕业论文</a:t>
            </a:r>
          </a:p>
        </p:txBody>
      </p:sp>
      <p:sp>
        <p:nvSpPr>
          <p:cNvPr id="2" name="矩形 1"/>
          <p:cNvSpPr/>
          <p:nvPr/>
        </p:nvSpPr>
        <p:spPr>
          <a:xfrm>
            <a:off x="404420" y="457200"/>
            <a:ext cx="11413067" cy="594359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rcRect r="46593" b="59420"/>
          <a:stretch>
            <a:fillRect/>
          </a:stretch>
        </p:blipFill>
        <p:spPr>
          <a:xfrm>
            <a:off x="834" y="3586"/>
            <a:ext cx="5192671" cy="2782957"/>
          </a:xfrm>
          <a:prstGeom prst="rect">
            <a:avLst/>
          </a:prstGeom>
        </p:spPr>
      </p:pic>
      <p:pic>
        <p:nvPicPr>
          <p:cNvPr id="4" name="图片 3"/>
          <p:cNvPicPr>
            <a:picLocks noChangeAspect="1"/>
          </p:cNvPicPr>
          <p:nvPr/>
        </p:nvPicPr>
        <p:blipFill>
          <a:blip r:embed="rId6" cstate="print">
            <a:extLst>
              <a:ext uri="{28A0092B-C50C-407E-A947-70E740481C1C}">
                <a14:useLocalDpi xmlns:a14="http://schemas.microsoft.com/office/drawing/2010/main" val="0"/>
              </a:ext>
            </a:extLst>
          </a:blip>
          <a:srcRect l="59291" t="67288"/>
          <a:stretch>
            <a:fillRect/>
          </a:stretch>
        </p:blipFill>
        <p:spPr>
          <a:xfrm>
            <a:off x="8241542" y="4614597"/>
            <a:ext cx="3958038" cy="2243403"/>
          </a:xfrm>
          <a:prstGeom prst="rect">
            <a:avLst/>
          </a:prstGeom>
        </p:spPr>
      </p:pic>
      <p:sp>
        <p:nvSpPr>
          <p:cNvPr id="5" name="PA_矩形 29"/>
          <p:cNvSpPr/>
          <p:nvPr>
            <p:custDataLst>
              <p:tags r:id="rId3"/>
            </p:custDataLst>
          </p:nvPr>
        </p:nvSpPr>
        <p:spPr>
          <a:xfrm>
            <a:off x="10464786" y="735133"/>
            <a:ext cx="1134533" cy="461665"/>
          </a:xfrm>
          <a:prstGeom prst="rect">
            <a:avLst/>
          </a:prstGeom>
          <a:ln>
            <a:noFill/>
          </a:ln>
          <a:effectLst/>
        </p:spPr>
        <p:txBody>
          <a:bodyPr wrap="square">
            <a:spAutoFit/>
          </a:bodyPr>
          <a:lstStyle/>
          <a:p>
            <a:pPr algn="dist"/>
            <a:r>
              <a:rPr lang="en-US" altLang="zh-CN" sz="2400" b="1" dirty="0">
                <a:latin typeface="思源宋体 CN Heavy" panose="02020900000000000000" pitchFamily="18" charset="-122"/>
                <a:ea typeface="思源宋体 CN Heavy" panose="02020900000000000000" pitchFamily="18" charset="-122"/>
                <a:cs typeface="Open Sans" panose="020B0606030504020204" pitchFamily="34" charset="0"/>
                <a:sym typeface="Arial" panose="020B0604020202020204"/>
              </a:rPr>
              <a:t>LOGO</a:t>
            </a:r>
            <a:endParaRPr lang="zh-CN" altLang="en-US" sz="2400" b="1" dirty="0">
              <a:latin typeface="思源宋体 CN Heavy" panose="02020900000000000000" pitchFamily="18" charset="-122"/>
              <a:ea typeface="思源宋体 CN Heavy" panose="02020900000000000000" pitchFamily="18" charset="-122"/>
              <a:cs typeface="Open Sans" panose="020B0606030504020204" pitchFamily="34" charset="0"/>
              <a:sym typeface="Arial" panose="020B0604020202020204"/>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left)">
                                      <p:cBhvr>
                                        <p:cTn id="7" dur="500"/>
                                        <p:tgtEl>
                                          <p:spTgt spid="53"/>
                                        </p:tgtEl>
                                      </p:cBhvr>
                                    </p:animEffect>
                                  </p:childTnLst>
                                </p:cTn>
                              </p:par>
                            </p:childTnLst>
                          </p:cTn>
                        </p:par>
                        <p:par>
                          <p:cTn id="8" fill="hold">
                            <p:stCondLst>
                              <p:cond delay="500"/>
                            </p:stCondLst>
                            <p:childTnLst>
                              <p:par>
                                <p:cTn id="9" presetID="0" presetClass="entr" presetSubtype="0" fill="hold" grpId="0" nodeType="afterEffect">
                                  <p:stCondLst>
                                    <p:cond delay="0"/>
                                  </p:stCondLst>
                                  <p:iterate type="lt">
                                    <p:tmPct val="10000"/>
                                  </p:iterate>
                                  <p:childTnLst>
                                    <p:set>
                                      <p:cBhvr>
                                        <p:cTn id="10" dur="1" fill="hold">
                                          <p:stCondLst>
                                            <p:cond delay="0"/>
                                          </p:stCondLst>
                                        </p:cTn>
                                        <p:tgtEl>
                                          <p:spTgt spid="5"/>
                                        </p:tgtEl>
                                        <p:attrNameLst>
                                          <p:attrName>style.visibility</p:attrName>
                                        </p:attrNameLst>
                                      </p:cBhvr>
                                      <p:to>
                                        <p:strVal val="visible"/>
                                      </p:to>
                                    </p:set>
                                    <p:anim to="" calcmode="lin" valueType="num">
                                      <p:cBhvr>
                                        <p:cTn id="11" dur="700" fill="hold">
                                          <p:stCondLst>
                                            <p:cond delay="0"/>
                                          </p:stCondLst>
                                        </p:cTn>
                                        <p:tgtEl>
                                          <p:spTgt spid="5"/>
                                        </p:tgtEl>
                                        <p:attrNameLst>
                                          <p:attrName>ppt_y</p:attrName>
                                        </p:attrNameLst>
                                      </p:cBhvr>
                                      <p:tavLst>
                                        <p:tav tm="0" fmla="#ppt_y+#ppt_h/2*((1.5-1.5*$)^3-(1.5-1.5*$)^2)*8/9">
                                          <p:val>
                                            <p:fltVal val="0"/>
                                          </p:val>
                                        </p:tav>
                                        <p:tav tm="100000">
                                          <p:val>
                                            <p:fltVal val="1"/>
                                          </p:val>
                                        </p:tav>
                                      </p:tavLst>
                                    </p:anim>
                                    <p:anim to="" calcmode="lin" valueType="num">
                                      <p:cBhvr>
                                        <p:cTn id="12" dur="700" fill="hold">
                                          <p:stCondLst>
                                            <p:cond delay="0"/>
                                          </p:stCondLst>
                                        </p:cTn>
                                        <p:tgtEl>
                                          <p:spTgt spid="5"/>
                                        </p:tgtEl>
                                        <p:attrNameLst>
                                          <p:attrName>ppt_h</p:attrName>
                                        </p:attrNameLst>
                                      </p:cBhvr>
                                      <p:tavLst>
                                        <p:tav tm="0" fmla="#ppt_h-#ppt_h*((1.5-1.5*$)^3-(1.5-1.5*$)^2)">
                                          <p:val>
                                            <p:fltVal val="0"/>
                                          </p:val>
                                        </p:tav>
                                        <p:tav tm="100000">
                                          <p:val>
                                            <p:fltVal val="1"/>
                                          </p:val>
                                        </p:tav>
                                      </p:tavLst>
                                    </p:anim>
                                    <p:animEffect filter="fade">
                                      <p:cBhvr>
                                        <p:cTn id="13" dur="700">
                                          <p:stCondLst>
                                            <p:cond delay="0"/>
                                          </p:stCondLst>
                                        </p:cTn>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77705" y="2468130"/>
            <a:ext cx="4653425" cy="1001686"/>
            <a:chOff x="1140965" y="2177845"/>
            <a:chExt cx="4653425" cy="1001686"/>
          </a:xfrm>
        </p:grpSpPr>
        <p:sp>
          <p:nvSpPr>
            <p:cNvPr id="8" name="Oval 5"/>
            <p:cNvSpPr>
              <a:spLocks noChangeArrowheads="1"/>
            </p:cNvSpPr>
            <p:nvPr/>
          </p:nvSpPr>
          <p:spPr bwMode="auto">
            <a:xfrm rot="2700000">
              <a:off x="1139945" y="2182455"/>
              <a:ext cx="998096" cy="996056"/>
            </a:xfrm>
            <a:prstGeom prst="rect">
              <a:avLst/>
            </a:prstGeom>
            <a:solidFill>
              <a:schemeClr val="accent1"/>
            </a:solidFill>
            <a:ln>
              <a:noFill/>
            </a:ln>
            <a:effectLst>
              <a:outerShdw blurRad="190500" dist="38100" dir="2700000" algn="tl" rotWithShape="0">
                <a:prstClr val="black">
                  <a:alpha val="20000"/>
                </a:prstClr>
              </a:outerShdw>
            </a:effectLst>
          </p:spPr>
          <p:txBody>
            <a:bodyPr anchor="ctr"/>
            <a:lstStyle>
              <a:lvl1pPr defTabSz="1217295">
                <a:defRPr>
                  <a:solidFill>
                    <a:schemeClr val="tx1"/>
                  </a:solidFill>
                  <a:latin typeface="Calibri" panose="020F0502020204030204" pitchFamily="34" charset="0"/>
                  <a:ea typeface="宋体" panose="02010600030101010101" pitchFamily="2" charset="-122"/>
                </a:defRPr>
              </a:lvl1pPr>
              <a:lvl2pPr marL="742950" indent="-285750" defTabSz="1217295">
                <a:defRPr>
                  <a:solidFill>
                    <a:schemeClr val="tx1"/>
                  </a:solidFill>
                  <a:latin typeface="Calibri" panose="020F0502020204030204" pitchFamily="34" charset="0"/>
                  <a:ea typeface="宋体" panose="02010600030101010101" pitchFamily="2" charset="-122"/>
                </a:defRPr>
              </a:lvl2pPr>
              <a:lvl3pPr marL="1143000" indent="-228600" defTabSz="1217295">
                <a:defRPr>
                  <a:solidFill>
                    <a:schemeClr val="tx1"/>
                  </a:solidFill>
                  <a:latin typeface="Calibri" panose="020F0502020204030204" pitchFamily="34" charset="0"/>
                  <a:ea typeface="宋体" panose="02010600030101010101" pitchFamily="2" charset="-122"/>
                </a:defRPr>
              </a:lvl3pPr>
              <a:lvl4pPr marL="1600200" indent="-228600" defTabSz="1217295">
                <a:defRPr>
                  <a:solidFill>
                    <a:schemeClr val="tx1"/>
                  </a:solidFill>
                  <a:latin typeface="Calibri" panose="020F0502020204030204" pitchFamily="34" charset="0"/>
                  <a:ea typeface="宋体" panose="02010600030101010101" pitchFamily="2" charset="-122"/>
                </a:defRPr>
              </a:lvl4pPr>
              <a:lvl5pPr marL="2057400" indent="-228600" defTabSz="1217295">
                <a:defRPr>
                  <a:solidFill>
                    <a:schemeClr val="tx1"/>
                  </a:solidFill>
                  <a:latin typeface="Calibri" panose="020F0502020204030204" pitchFamily="34" charset="0"/>
                  <a:ea typeface="宋体" panose="02010600030101010101" pitchFamily="2" charset="-122"/>
                </a:defRPr>
              </a:lvl5pPr>
              <a:lvl6pPr marL="25146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lnSpc>
                  <a:spcPct val="130000"/>
                </a:lnSpc>
              </a:pPr>
              <a:endParaRPr lang="en-US" sz="31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9" name="Freeform 7"/>
            <p:cNvSpPr>
              <a:spLocks noEditPoints="1"/>
            </p:cNvSpPr>
            <p:nvPr/>
          </p:nvSpPr>
          <p:spPr bwMode="auto">
            <a:xfrm>
              <a:off x="1385620" y="2384658"/>
              <a:ext cx="521958" cy="52089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rgbClr val="F8F8F9"/>
            </a:solidFill>
            <a:ln>
              <a:noFill/>
            </a:ln>
          </p:spPr>
          <p:txBody>
            <a:bodyPr lIns="121682" tIns="60841" rIns="121682" bIns="60841"/>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6" name="TextBox 76"/>
            <p:cNvSpPr txBox="1"/>
            <p:nvPr/>
          </p:nvSpPr>
          <p:spPr>
            <a:xfrm>
              <a:off x="2537981" y="2177845"/>
              <a:ext cx="1733670" cy="459228"/>
            </a:xfrm>
            <a:prstGeom prst="rect">
              <a:avLst/>
            </a:prstGeom>
            <a:noFill/>
          </p:spPr>
          <p:txBody>
            <a:bodyPr wrap="square" rtlCol="0">
              <a:spAutoFit/>
            </a:bodyPr>
            <a:lstStyle/>
            <a:p>
              <a:pP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点击添加标题</a:t>
              </a:r>
            </a:p>
          </p:txBody>
        </p:sp>
        <p:sp>
          <p:nvSpPr>
            <p:cNvPr id="17" name="文本框 16"/>
            <p:cNvSpPr txBox="1"/>
            <p:nvPr/>
          </p:nvSpPr>
          <p:spPr>
            <a:xfrm>
              <a:off x="2537981" y="2516399"/>
              <a:ext cx="3256409" cy="552972"/>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24" name="组合 23"/>
          <p:cNvGrpSpPr/>
          <p:nvPr/>
        </p:nvGrpSpPr>
        <p:grpSpPr>
          <a:xfrm>
            <a:off x="6564073" y="2468129"/>
            <a:ext cx="4639233" cy="998097"/>
            <a:chOff x="6427333" y="2177844"/>
            <a:chExt cx="4639233" cy="998097"/>
          </a:xfrm>
        </p:grpSpPr>
        <p:sp>
          <p:nvSpPr>
            <p:cNvPr id="14" name="Oval 26"/>
            <p:cNvSpPr>
              <a:spLocks noChangeArrowheads="1"/>
            </p:cNvSpPr>
            <p:nvPr/>
          </p:nvSpPr>
          <p:spPr bwMode="auto">
            <a:xfrm rot="2700000">
              <a:off x="6427332" y="2177845"/>
              <a:ext cx="998097" cy="998096"/>
            </a:xfrm>
            <a:prstGeom prst="rect">
              <a:avLst/>
            </a:prstGeom>
            <a:solidFill>
              <a:schemeClr val="accent2"/>
            </a:solidFill>
            <a:ln>
              <a:noFill/>
            </a:ln>
            <a:effectLst>
              <a:outerShdw blurRad="190500" dist="38100" dir="2700000" algn="tl" rotWithShape="0">
                <a:prstClr val="black">
                  <a:alpha val="20000"/>
                </a:prstClr>
              </a:outerShdw>
            </a:effectLst>
          </p:spPr>
          <p:txBody>
            <a:bodyPr anchor="ctr"/>
            <a:lstStyle>
              <a:lvl1pPr defTabSz="1217295">
                <a:defRPr>
                  <a:solidFill>
                    <a:schemeClr val="tx1"/>
                  </a:solidFill>
                  <a:latin typeface="Calibri" panose="020F0502020204030204" pitchFamily="34" charset="0"/>
                  <a:ea typeface="宋体" panose="02010600030101010101" pitchFamily="2" charset="-122"/>
                </a:defRPr>
              </a:lvl1pPr>
              <a:lvl2pPr marL="742950" indent="-285750" defTabSz="1217295">
                <a:defRPr>
                  <a:solidFill>
                    <a:schemeClr val="tx1"/>
                  </a:solidFill>
                  <a:latin typeface="Calibri" panose="020F0502020204030204" pitchFamily="34" charset="0"/>
                  <a:ea typeface="宋体" panose="02010600030101010101" pitchFamily="2" charset="-122"/>
                </a:defRPr>
              </a:lvl2pPr>
              <a:lvl3pPr marL="1143000" indent="-228600" defTabSz="1217295">
                <a:defRPr>
                  <a:solidFill>
                    <a:schemeClr val="tx1"/>
                  </a:solidFill>
                  <a:latin typeface="Calibri" panose="020F0502020204030204" pitchFamily="34" charset="0"/>
                  <a:ea typeface="宋体" panose="02010600030101010101" pitchFamily="2" charset="-122"/>
                </a:defRPr>
              </a:lvl3pPr>
              <a:lvl4pPr marL="1600200" indent="-228600" defTabSz="1217295">
                <a:defRPr>
                  <a:solidFill>
                    <a:schemeClr val="tx1"/>
                  </a:solidFill>
                  <a:latin typeface="Calibri" panose="020F0502020204030204" pitchFamily="34" charset="0"/>
                  <a:ea typeface="宋体" panose="02010600030101010101" pitchFamily="2" charset="-122"/>
                </a:defRPr>
              </a:lvl4pPr>
              <a:lvl5pPr marL="2057400" indent="-228600" defTabSz="1217295">
                <a:defRPr>
                  <a:solidFill>
                    <a:schemeClr val="tx1"/>
                  </a:solidFill>
                  <a:latin typeface="Calibri" panose="020F0502020204030204" pitchFamily="34" charset="0"/>
                  <a:ea typeface="宋体" panose="02010600030101010101" pitchFamily="2" charset="-122"/>
                </a:defRPr>
              </a:lvl5pPr>
              <a:lvl6pPr marL="25146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lnSpc>
                  <a:spcPct val="130000"/>
                </a:lnSpc>
              </a:pPr>
              <a:endParaRPr lang="en-US" sz="31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5" name="Freeform 6"/>
            <p:cNvSpPr>
              <a:spLocks noEditPoints="1"/>
            </p:cNvSpPr>
            <p:nvPr/>
          </p:nvSpPr>
          <p:spPr bwMode="auto">
            <a:xfrm>
              <a:off x="6601474" y="2377739"/>
              <a:ext cx="622649" cy="637201"/>
            </a:xfrm>
            <a:custGeom>
              <a:avLst/>
              <a:gdLst>
                <a:gd name="T0" fmla="*/ 121 w 417"/>
                <a:gd name="T1" fmla="*/ 94 h 426"/>
                <a:gd name="T2" fmla="*/ 85 w 417"/>
                <a:gd name="T3" fmla="*/ 341 h 426"/>
                <a:gd name="T4" fmla="*/ 332 w 417"/>
                <a:gd name="T5" fmla="*/ 305 h 426"/>
                <a:gd name="T6" fmla="*/ 267 w 417"/>
                <a:gd name="T7" fmla="*/ 159 h 426"/>
                <a:gd name="T8" fmla="*/ 121 w 417"/>
                <a:gd name="T9" fmla="*/ 94 h 426"/>
                <a:gd name="T10" fmla="*/ 306 w 417"/>
                <a:gd name="T11" fmla="*/ 286 h 426"/>
                <a:gd name="T12" fmla="*/ 199 w 417"/>
                <a:gd name="T13" fmla="*/ 227 h 426"/>
                <a:gd name="T14" fmla="*/ 140 w 417"/>
                <a:gd name="T15" fmla="*/ 120 h 426"/>
                <a:gd name="T16" fmla="*/ 247 w 417"/>
                <a:gd name="T17" fmla="*/ 179 h 426"/>
                <a:gd name="T18" fmla="*/ 306 w 417"/>
                <a:gd name="T19" fmla="*/ 286 h 426"/>
                <a:gd name="T20" fmla="*/ 309 w 417"/>
                <a:gd name="T21" fmla="*/ 128 h 426"/>
                <a:gd name="T22" fmla="*/ 323 w 417"/>
                <a:gd name="T23" fmla="*/ 122 h 426"/>
                <a:gd name="T24" fmla="*/ 361 w 417"/>
                <a:gd name="T25" fmla="*/ 84 h 426"/>
                <a:gd name="T26" fmla="*/ 361 w 417"/>
                <a:gd name="T27" fmla="*/ 56 h 426"/>
                <a:gd name="T28" fmla="*/ 333 w 417"/>
                <a:gd name="T29" fmla="*/ 56 h 426"/>
                <a:gd name="T30" fmla="*/ 295 w 417"/>
                <a:gd name="T31" fmla="*/ 94 h 426"/>
                <a:gd name="T32" fmla="*/ 295 w 417"/>
                <a:gd name="T33" fmla="*/ 122 h 426"/>
                <a:gd name="T34" fmla="*/ 309 w 417"/>
                <a:gd name="T35" fmla="*/ 128 h 426"/>
                <a:gd name="T36" fmla="*/ 237 w 417"/>
                <a:gd name="T37" fmla="*/ 79 h 426"/>
                <a:gd name="T38" fmla="*/ 247 w 417"/>
                <a:gd name="T39" fmla="*/ 81 h 426"/>
                <a:gd name="T40" fmla="*/ 264 w 417"/>
                <a:gd name="T41" fmla="*/ 71 h 426"/>
                <a:gd name="T42" fmla="*/ 286 w 417"/>
                <a:gd name="T43" fmla="*/ 33 h 426"/>
                <a:gd name="T44" fmla="*/ 278 w 417"/>
                <a:gd name="T45" fmla="*/ 5 h 426"/>
                <a:gd name="T46" fmla="*/ 251 w 417"/>
                <a:gd name="T47" fmla="*/ 13 h 426"/>
                <a:gd name="T48" fmla="*/ 229 w 417"/>
                <a:gd name="T49" fmla="*/ 52 h 426"/>
                <a:gd name="T50" fmla="*/ 237 w 417"/>
                <a:gd name="T51" fmla="*/ 79 h 426"/>
                <a:gd name="T52" fmla="*/ 412 w 417"/>
                <a:gd name="T53" fmla="*/ 139 h 426"/>
                <a:gd name="T54" fmla="*/ 385 w 417"/>
                <a:gd name="T55" fmla="*/ 131 h 426"/>
                <a:gd name="T56" fmla="*/ 346 w 417"/>
                <a:gd name="T57" fmla="*/ 153 h 426"/>
                <a:gd name="T58" fmla="*/ 338 w 417"/>
                <a:gd name="T59" fmla="*/ 180 h 426"/>
                <a:gd name="T60" fmla="*/ 356 w 417"/>
                <a:gd name="T61" fmla="*/ 190 h 426"/>
                <a:gd name="T62" fmla="*/ 366 w 417"/>
                <a:gd name="T63" fmla="*/ 188 h 426"/>
                <a:gd name="T64" fmla="*/ 404 w 417"/>
                <a:gd name="T65" fmla="*/ 166 h 426"/>
                <a:gd name="T66" fmla="*/ 412 w 417"/>
                <a:gd name="T67" fmla="*/ 139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7" h="426">
                  <a:moveTo>
                    <a:pt x="121" y="94"/>
                  </a:moveTo>
                  <a:cubicBezTo>
                    <a:pt x="98" y="116"/>
                    <a:pt x="0" y="256"/>
                    <a:pt x="85" y="341"/>
                  </a:cubicBezTo>
                  <a:cubicBezTo>
                    <a:pt x="170" y="426"/>
                    <a:pt x="309" y="328"/>
                    <a:pt x="332" y="305"/>
                  </a:cubicBezTo>
                  <a:cubicBezTo>
                    <a:pt x="354" y="283"/>
                    <a:pt x="325" y="217"/>
                    <a:pt x="267" y="159"/>
                  </a:cubicBezTo>
                  <a:cubicBezTo>
                    <a:pt x="209" y="101"/>
                    <a:pt x="143" y="72"/>
                    <a:pt x="121" y="94"/>
                  </a:cubicBezTo>
                  <a:close/>
                  <a:moveTo>
                    <a:pt x="306" y="286"/>
                  </a:moveTo>
                  <a:cubicBezTo>
                    <a:pt x="299" y="292"/>
                    <a:pt x="248" y="277"/>
                    <a:pt x="199" y="227"/>
                  </a:cubicBezTo>
                  <a:cubicBezTo>
                    <a:pt x="149" y="178"/>
                    <a:pt x="134" y="127"/>
                    <a:pt x="140" y="120"/>
                  </a:cubicBezTo>
                  <a:cubicBezTo>
                    <a:pt x="147" y="113"/>
                    <a:pt x="198" y="129"/>
                    <a:pt x="247" y="179"/>
                  </a:cubicBezTo>
                  <a:cubicBezTo>
                    <a:pt x="297" y="228"/>
                    <a:pt x="313" y="279"/>
                    <a:pt x="306" y="286"/>
                  </a:cubicBezTo>
                  <a:close/>
                  <a:moveTo>
                    <a:pt x="309" y="128"/>
                  </a:moveTo>
                  <a:cubicBezTo>
                    <a:pt x="314" y="128"/>
                    <a:pt x="319" y="126"/>
                    <a:pt x="323" y="122"/>
                  </a:cubicBezTo>
                  <a:cubicBezTo>
                    <a:pt x="361" y="84"/>
                    <a:pt x="361" y="84"/>
                    <a:pt x="361" y="84"/>
                  </a:cubicBezTo>
                  <a:cubicBezTo>
                    <a:pt x="369" y="76"/>
                    <a:pt x="369" y="64"/>
                    <a:pt x="361" y="56"/>
                  </a:cubicBezTo>
                  <a:cubicBezTo>
                    <a:pt x="353" y="48"/>
                    <a:pt x="341" y="48"/>
                    <a:pt x="333" y="56"/>
                  </a:cubicBezTo>
                  <a:cubicBezTo>
                    <a:pt x="295" y="94"/>
                    <a:pt x="295" y="94"/>
                    <a:pt x="295" y="94"/>
                  </a:cubicBezTo>
                  <a:cubicBezTo>
                    <a:pt x="287" y="102"/>
                    <a:pt x="287" y="115"/>
                    <a:pt x="295" y="122"/>
                  </a:cubicBezTo>
                  <a:cubicBezTo>
                    <a:pt x="299" y="126"/>
                    <a:pt x="304" y="128"/>
                    <a:pt x="309" y="128"/>
                  </a:cubicBezTo>
                  <a:close/>
                  <a:moveTo>
                    <a:pt x="237" y="79"/>
                  </a:moveTo>
                  <a:cubicBezTo>
                    <a:pt x="240" y="81"/>
                    <a:pt x="243" y="81"/>
                    <a:pt x="247" y="81"/>
                  </a:cubicBezTo>
                  <a:cubicBezTo>
                    <a:pt x="254" y="81"/>
                    <a:pt x="260" y="78"/>
                    <a:pt x="264" y="71"/>
                  </a:cubicBezTo>
                  <a:cubicBezTo>
                    <a:pt x="286" y="33"/>
                    <a:pt x="286" y="33"/>
                    <a:pt x="286" y="33"/>
                  </a:cubicBezTo>
                  <a:cubicBezTo>
                    <a:pt x="291" y="23"/>
                    <a:pt x="288" y="11"/>
                    <a:pt x="278" y="5"/>
                  </a:cubicBezTo>
                  <a:cubicBezTo>
                    <a:pt x="268" y="0"/>
                    <a:pt x="256" y="3"/>
                    <a:pt x="251" y="13"/>
                  </a:cubicBezTo>
                  <a:cubicBezTo>
                    <a:pt x="229" y="52"/>
                    <a:pt x="229" y="52"/>
                    <a:pt x="229" y="52"/>
                  </a:cubicBezTo>
                  <a:cubicBezTo>
                    <a:pt x="224" y="61"/>
                    <a:pt x="227" y="73"/>
                    <a:pt x="237" y="79"/>
                  </a:cubicBezTo>
                  <a:close/>
                  <a:moveTo>
                    <a:pt x="412" y="139"/>
                  </a:moveTo>
                  <a:cubicBezTo>
                    <a:pt x="406" y="129"/>
                    <a:pt x="394" y="126"/>
                    <a:pt x="385" y="131"/>
                  </a:cubicBezTo>
                  <a:cubicBezTo>
                    <a:pt x="346" y="153"/>
                    <a:pt x="346" y="153"/>
                    <a:pt x="346" y="153"/>
                  </a:cubicBezTo>
                  <a:cubicBezTo>
                    <a:pt x="336" y="158"/>
                    <a:pt x="333" y="171"/>
                    <a:pt x="338" y="180"/>
                  </a:cubicBezTo>
                  <a:cubicBezTo>
                    <a:pt x="342" y="187"/>
                    <a:pt x="349" y="190"/>
                    <a:pt x="356" y="190"/>
                  </a:cubicBezTo>
                  <a:cubicBezTo>
                    <a:pt x="359" y="190"/>
                    <a:pt x="363" y="190"/>
                    <a:pt x="366" y="188"/>
                  </a:cubicBezTo>
                  <a:cubicBezTo>
                    <a:pt x="404" y="166"/>
                    <a:pt x="404" y="166"/>
                    <a:pt x="404" y="166"/>
                  </a:cubicBezTo>
                  <a:cubicBezTo>
                    <a:pt x="414" y="161"/>
                    <a:pt x="417" y="149"/>
                    <a:pt x="412" y="139"/>
                  </a:cubicBezTo>
                  <a:close/>
                </a:path>
              </a:pathLst>
            </a:custGeom>
            <a:solidFill>
              <a:schemeClr val="bg1"/>
            </a:solidFill>
            <a:ln>
              <a:noFill/>
            </a:ln>
          </p:spPr>
          <p:txBody>
            <a:bodyPr lIns="121682" tIns="60841" rIns="121682" bIns="60841"/>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8" name="TextBox 76"/>
            <p:cNvSpPr txBox="1"/>
            <p:nvPr/>
          </p:nvSpPr>
          <p:spPr>
            <a:xfrm>
              <a:off x="7810157" y="2177845"/>
              <a:ext cx="1733670" cy="459228"/>
            </a:xfrm>
            <a:prstGeom prst="rect">
              <a:avLst/>
            </a:prstGeom>
            <a:noFill/>
          </p:spPr>
          <p:txBody>
            <a:bodyPr wrap="square" rtlCol="0">
              <a:spAutoFit/>
            </a:bodyPr>
            <a:lstStyle/>
            <a:p>
              <a:pP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点击添加标题</a:t>
              </a:r>
            </a:p>
          </p:txBody>
        </p:sp>
        <p:sp>
          <p:nvSpPr>
            <p:cNvPr id="19" name="文本框 18"/>
            <p:cNvSpPr txBox="1"/>
            <p:nvPr/>
          </p:nvSpPr>
          <p:spPr>
            <a:xfrm>
              <a:off x="7810157" y="2516399"/>
              <a:ext cx="3256409" cy="552972"/>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3" name="组合 2"/>
          <p:cNvGrpSpPr/>
          <p:nvPr/>
        </p:nvGrpSpPr>
        <p:grpSpPr>
          <a:xfrm>
            <a:off x="1276684" y="4432958"/>
            <a:ext cx="4654446" cy="998097"/>
            <a:chOff x="1139944" y="4142673"/>
            <a:chExt cx="4654446" cy="998097"/>
          </a:xfrm>
        </p:grpSpPr>
        <p:sp>
          <p:nvSpPr>
            <p:cNvPr id="10" name="Oval 21"/>
            <p:cNvSpPr>
              <a:spLocks noChangeArrowheads="1"/>
            </p:cNvSpPr>
            <p:nvPr/>
          </p:nvSpPr>
          <p:spPr bwMode="auto">
            <a:xfrm rot="2700000">
              <a:off x="1139945" y="4142673"/>
              <a:ext cx="998096" cy="998097"/>
            </a:xfrm>
            <a:prstGeom prst="rect">
              <a:avLst/>
            </a:prstGeom>
            <a:solidFill>
              <a:schemeClr val="accent2"/>
            </a:solidFill>
            <a:ln>
              <a:noFill/>
            </a:ln>
            <a:effectLst>
              <a:outerShdw blurRad="190500" dist="38100" dir="2700000" algn="tl" rotWithShape="0">
                <a:prstClr val="black">
                  <a:alpha val="20000"/>
                </a:prstClr>
              </a:outerShdw>
            </a:effectLst>
          </p:spPr>
          <p:txBody>
            <a:bodyPr anchor="ctr"/>
            <a:lstStyle>
              <a:lvl1pPr defTabSz="1217295">
                <a:defRPr>
                  <a:solidFill>
                    <a:schemeClr val="tx1"/>
                  </a:solidFill>
                  <a:latin typeface="Calibri" panose="020F0502020204030204" pitchFamily="34" charset="0"/>
                  <a:ea typeface="宋体" panose="02010600030101010101" pitchFamily="2" charset="-122"/>
                </a:defRPr>
              </a:lvl1pPr>
              <a:lvl2pPr marL="742950" indent="-285750" defTabSz="1217295">
                <a:defRPr>
                  <a:solidFill>
                    <a:schemeClr val="tx1"/>
                  </a:solidFill>
                  <a:latin typeface="Calibri" panose="020F0502020204030204" pitchFamily="34" charset="0"/>
                  <a:ea typeface="宋体" panose="02010600030101010101" pitchFamily="2" charset="-122"/>
                </a:defRPr>
              </a:lvl2pPr>
              <a:lvl3pPr marL="1143000" indent="-228600" defTabSz="1217295">
                <a:defRPr>
                  <a:solidFill>
                    <a:schemeClr val="tx1"/>
                  </a:solidFill>
                  <a:latin typeface="Calibri" panose="020F0502020204030204" pitchFamily="34" charset="0"/>
                  <a:ea typeface="宋体" panose="02010600030101010101" pitchFamily="2" charset="-122"/>
                </a:defRPr>
              </a:lvl3pPr>
              <a:lvl4pPr marL="1600200" indent="-228600" defTabSz="1217295">
                <a:defRPr>
                  <a:solidFill>
                    <a:schemeClr val="tx1"/>
                  </a:solidFill>
                  <a:latin typeface="Calibri" panose="020F0502020204030204" pitchFamily="34" charset="0"/>
                  <a:ea typeface="宋体" panose="02010600030101010101" pitchFamily="2" charset="-122"/>
                </a:defRPr>
              </a:lvl4pPr>
              <a:lvl5pPr marL="2057400" indent="-228600" defTabSz="1217295">
                <a:defRPr>
                  <a:solidFill>
                    <a:schemeClr val="tx1"/>
                  </a:solidFill>
                  <a:latin typeface="Calibri" panose="020F0502020204030204" pitchFamily="34" charset="0"/>
                  <a:ea typeface="宋体" panose="02010600030101010101" pitchFamily="2" charset="-122"/>
                </a:defRPr>
              </a:lvl5pPr>
              <a:lvl6pPr marL="25146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lnSpc>
                  <a:spcPct val="130000"/>
                </a:lnSpc>
              </a:pPr>
              <a:endParaRPr lang="en-US" sz="31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1" name="Freeform 12"/>
            <p:cNvSpPr>
              <a:spLocks noEditPoints="1"/>
            </p:cNvSpPr>
            <p:nvPr/>
          </p:nvSpPr>
          <p:spPr bwMode="auto">
            <a:xfrm>
              <a:off x="1289046" y="4391526"/>
              <a:ext cx="680964" cy="415504"/>
            </a:xfrm>
            <a:custGeom>
              <a:avLst/>
              <a:gdLst>
                <a:gd name="T0" fmla="*/ 152 w 400"/>
                <a:gd name="T1" fmla="*/ 7 h 244"/>
                <a:gd name="T2" fmla="*/ 127 w 400"/>
                <a:gd name="T3" fmla="*/ 7 h 244"/>
                <a:gd name="T4" fmla="*/ 0 w 400"/>
                <a:gd name="T5" fmla="*/ 122 h 244"/>
                <a:gd name="T6" fmla="*/ 127 w 400"/>
                <a:gd name="T7" fmla="*/ 237 h 244"/>
                <a:gd name="T8" fmla="*/ 152 w 400"/>
                <a:gd name="T9" fmla="*/ 237 h 244"/>
                <a:gd name="T10" fmla="*/ 152 w 400"/>
                <a:gd name="T11" fmla="*/ 212 h 244"/>
                <a:gd name="T12" fmla="*/ 53 w 400"/>
                <a:gd name="T13" fmla="*/ 122 h 244"/>
                <a:gd name="T14" fmla="*/ 152 w 400"/>
                <a:gd name="T15" fmla="*/ 32 h 244"/>
                <a:gd name="T16" fmla="*/ 152 w 400"/>
                <a:gd name="T17" fmla="*/ 7 h 244"/>
                <a:gd name="T18" fmla="*/ 272 w 400"/>
                <a:gd name="T19" fmla="*/ 7 h 244"/>
                <a:gd name="T20" fmla="*/ 248 w 400"/>
                <a:gd name="T21" fmla="*/ 7 h 244"/>
                <a:gd name="T22" fmla="*/ 248 w 400"/>
                <a:gd name="T23" fmla="*/ 32 h 244"/>
                <a:gd name="T24" fmla="*/ 347 w 400"/>
                <a:gd name="T25" fmla="*/ 122 h 244"/>
                <a:gd name="T26" fmla="*/ 248 w 400"/>
                <a:gd name="T27" fmla="*/ 212 h 244"/>
                <a:gd name="T28" fmla="*/ 248 w 400"/>
                <a:gd name="T29" fmla="*/ 237 h 244"/>
                <a:gd name="T30" fmla="*/ 272 w 400"/>
                <a:gd name="T31" fmla="*/ 237 h 244"/>
                <a:gd name="T32" fmla="*/ 400 w 400"/>
                <a:gd name="T33" fmla="*/ 122 h 244"/>
                <a:gd name="T34" fmla="*/ 272 w 400"/>
                <a:gd name="T35" fmla="*/ 7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0" h="244">
                  <a:moveTo>
                    <a:pt x="152" y="7"/>
                  </a:moveTo>
                  <a:cubicBezTo>
                    <a:pt x="145" y="0"/>
                    <a:pt x="135" y="0"/>
                    <a:pt x="127" y="7"/>
                  </a:cubicBezTo>
                  <a:cubicBezTo>
                    <a:pt x="0" y="122"/>
                    <a:pt x="0" y="122"/>
                    <a:pt x="0" y="122"/>
                  </a:cubicBezTo>
                  <a:cubicBezTo>
                    <a:pt x="127" y="237"/>
                    <a:pt x="127" y="237"/>
                    <a:pt x="127" y="237"/>
                  </a:cubicBezTo>
                  <a:cubicBezTo>
                    <a:pt x="135" y="244"/>
                    <a:pt x="145" y="244"/>
                    <a:pt x="152" y="237"/>
                  </a:cubicBezTo>
                  <a:cubicBezTo>
                    <a:pt x="159" y="230"/>
                    <a:pt x="159" y="219"/>
                    <a:pt x="152" y="212"/>
                  </a:cubicBezTo>
                  <a:cubicBezTo>
                    <a:pt x="53" y="122"/>
                    <a:pt x="53" y="122"/>
                    <a:pt x="53" y="122"/>
                  </a:cubicBezTo>
                  <a:cubicBezTo>
                    <a:pt x="152" y="32"/>
                    <a:pt x="152" y="32"/>
                    <a:pt x="152" y="32"/>
                  </a:cubicBezTo>
                  <a:cubicBezTo>
                    <a:pt x="159" y="25"/>
                    <a:pt x="159" y="14"/>
                    <a:pt x="152" y="7"/>
                  </a:cubicBezTo>
                  <a:close/>
                  <a:moveTo>
                    <a:pt x="272" y="7"/>
                  </a:moveTo>
                  <a:cubicBezTo>
                    <a:pt x="265" y="0"/>
                    <a:pt x="255" y="0"/>
                    <a:pt x="248" y="7"/>
                  </a:cubicBezTo>
                  <a:cubicBezTo>
                    <a:pt x="240" y="14"/>
                    <a:pt x="241" y="25"/>
                    <a:pt x="248" y="32"/>
                  </a:cubicBezTo>
                  <a:cubicBezTo>
                    <a:pt x="347" y="122"/>
                    <a:pt x="347" y="122"/>
                    <a:pt x="347" y="122"/>
                  </a:cubicBezTo>
                  <a:cubicBezTo>
                    <a:pt x="248" y="212"/>
                    <a:pt x="248" y="212"/>
                    <a:pt x="248" y="212"/>
                  </a:cubicBezTo>
                  <a:cubicBezTo>
                    <a:pt x="241" y="219"/>
                    <a:pt x="240" y="230"/>
                    <a:pt x="248" y="237"/>
                  </a:cubicBezTo>
                  <a:cubicBezTo>
                    <a:pt x="255" y="244"/>
                    <a:pt x="265" y="244"/>
                    <a:pt x="272" y="237"/>
                  </a:cubicBezTo>
                  <a:cubicBezTo>
                    <a:pt x="400" y="122"/>
                    <a:pt x="400" y="122"/>
                    <a:pt x="400" y="122"/>
                  </a:cubicBezTo>
                  <a:lnTo>
                    <a:pt x="272" y="7"/>
                  </a:lnTo>
                  <a:close/>
                </a:path>
              </a:pathLst>
            </a:custGeom>
            <a:solidFill>
              <a:schemeClr val="bg1"/>
            </a:solidFill>
            <a:ln>
              <a:noFill/>
            </a:ln>
          </p:spPr>
          <p:txBody>
            <a:bodyPr lIns="121682" tIns="60841" rIns="121682" bIns="60841"/>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0" name="TextBox 76"/>
            <p:cNvSpPr txBox="1"/>
            <p:nvPr/>
          </p:nvSpPr>
          <p:spPr>
            <a:xfrm>
              <a:off x="2537981" y="4142673"/>
              <a:ext cx="1733670" cy="459228"/>
            </a:xfrm>
            <a:prstGeom prst="rect">
              <a:avLst/>
            </a:prstGeom>
            <a:noFill/>
          </p:spPr>
          <p:txBody>
            <a:bodyPr wrap="square" rtlCol="0">
              <a:spAutoFit/>
            </a:bodyPr>
            <a:lstStyle/>
            <a:p>
              <a:pP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点击添加标题</a:t>
              </a:r>
            </a:p>
          </p:txBody>
        </p:sp>
        <p:sp>
          <p:nvSpPr>
            <p:cNvPr id="21" name="文本框 20"/>
            <p:cNvSpPr txBox="1"/>
            <p:nvPr/>
          </p:nvSpPr>
          <p:spPr>
            <a:xfrm>
              <a:off x="2537981" y="4481227"/>
              <a:ext cx="3256409" cy="552972"/>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5" name="组合 4"/>
          <p:cNvGrpSpPr/>
          <p:nvPr/>
        </p:nvGrpSpPr>
        <p:grpSpPr>
          <a:xfrm>
            <a:off x="6565093" y="4428863"/>
            <a:ext cx="4638213" cy="998097"/>
            <a:chOff x="6428353" y="4138578"/>
            <a:chExt cx="4638213" cy="998097"/>
          </a:xfrm>
        </p:grpSpPr>
        <p:sp>
          <p:nvSpPr>
            <p:cNvPr id="12" name="Oval 24"/>
            <p:cNvSpPr>
              <a:spLocks noChangeArrowheads="1"/>
            </p:cNvSpPr>
            <p:nvPr/>
          </p:nvSpPr>
          <p:spPr bwMode="auto">
            <a:xfrm rot="2700000">
              <a:off x="6427332" y="4139599"/>
              <a:ext cx="998097" cy="996056"/>
            </a:xfrm>
            <a:prstGeom prst="rect">
              <a:avLst/>
            </a:prstGeom>
            <a:solidFill>
              <a:schemeClr val="accent1"/>
            </a:solidFill>
            <a:ln>
              <a:noFill/>
            </a:ln>
            <a:effectLst>
              <a:outerShdw blurRad="190500" dist="38100" dir="2700000" algn="tl" rotWithShape="0">
                <a:prstClr val="black">
                  <a:alpha val="20000"/>
                </a:prstClr>
              </a:outerShdw>
            </a:effectLst>
          </p:spPr>
          <p:txBody>
            <a:bodyPr anchor="ctr"/>
            <a:lstStyle>
              <a:lvl1pPr defTabSz="1217295">
                <a:defRPr>
                  <a:solidFill>
                    <a:schemeClr val="tx1"/>
                  </a:solidFill>
                  <a:latin typeface="Calibri" panose="020F0502020204030204" pitchFamily="34" charset="0"/>
                  <a:ea typeface="宋体" panose="02010600030101010101" pitchFamily="2" charset="-122"/>
                </a:defRPr>
              </a:lvl1pPr>
              <a:lvl2pPr marL="742950" indent="-285750" defTabSz="1217295">
                <a:defRPr>
                  <a:solidFill>
                    <a:schemeClr val="tx1"/>
                  </a:solidFill>
                  <a:latin typeface="Calibri" panose="020F0502020204030204" pitchFamily="34" charset="0"/>
                  <a:ea typeface="宋体" panose="02010600030101010101" pitchFamily="2" charset="-122"/>
                </a:defRPr>
              </a:lvl2pPr>
              <a:lvl3pPr marL="1143000" indent="-228600" defTabSz="1217295">
                <a:defRPr>
                  <a:solidFill>
                    <a:schemeClr val="tx1"/>
                  </a:solidFill>
                  <a:latin typeface="Calibri" panose="020F0502020204030204" pitchFamily="34" charset="0"/>
                  <a:ea typeface="宋体" panose="02010600030101010101" pitchFamily="2" charset="-122"/>
                </a:defRPr>
              </a:lvl3pPr>
              <a:lvl4pPr marL="1600200" indent="-228600" defTabSz="1217295">
                <a:defRPr>
                  <a:solidFill>
                    <a:schemeClr val="tx1"/>
                  </a:solidFill>
                  <a:latin typeface="Calibri" panose="020F0502020204030204" pitchFamily="34" charset="0"/>
                  <a:ea typeface="宋体" panose="02010600030101010101" pitchFamily="2" charset="-122"/>
                </a:defRPr>
              </a:lvl4pPr>
              <a:lvl5pPr marL="2057400" indent="-228600" defTabSz="1217295">
                <a:defRPr>
                  <a:solidFill>
                    <a:schemeClr val="tx1"/>
                  </a:solidFill>
                  <a:latin typeface="Calibri" panose="020F0502020204030204" pitchFamily="34" charset="0"/>
                  <a:ea typeface="宋体" panose="02010600030101010101" pitchFamily="2" charset="-122"/>
                </a:defRPr>
              </a:lvl5pPr>
              <a:lvl6pPr marL="25146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lnSpc>
                  <a:spcPct val="130000"/>
                </a:lnSpc>
              </a:pPr>
              <a:endParaRPr lang="en-US" sz="31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3" name="Freeform 22"/>
            <p:cNvSpPr>
              <a:spLocks noEditPoints="1"/>
            </p:cNvSpPr>
            <p:nvPr/>
          </p:nvSpPr>
          <p:spPr bwMode="auto">
            <a:xfrm>
              <a:off x="6692426" y="4405915"/>
              <a:ext cx="476784" cy="475172"/>
            </a:xfrm>
            <a:custGeom>
              <a:avLst/>
              <a:gdLst>
                <a:gd name="T0" fmla="*/ 287 w 316"/>
                <a:gd name="T1" fmla="*/ 29 h 316"/>
                <a:gd name="T2" fmla="*/ 236 w 316"/>
                <a:gd name="T3" fmla="*/ 4 h 316"/>
                <a:gd name="T4" fmla="*/ 135 w 316"/>
                <a:gd name="T5" fmla="*/ 105 h 316"/>
                <a:gd name="T6" fmla="*/ 20 w 316"/>
                <a:gd name="T7" fmla="*/ 221 h 316"/>
                <a:gd name="T8" fmla="*/ 0 w 316"/>
                <a:gd name="T9" fmla="*/ 316 h 316"/>
                <a:gd name="T10" fmla="*/ 95 w 316"/>
                <a:gd name="T11" fmla="*/ 296 h 316"/>
                <a:gd name="T12" fmla="*/ 210 w 316"/>
                <a:gd name="T13" fmla="*/ 180 h 316"/>
                <a:gd name="T14" fmla="*/ 312 w 316"/>
                <a:gd name="T15" fmla="*/ 79 h 316"/>
                <a:gd name="T16" fmla="*/ 287 w 316"/>
                <a:gd name="T17" fmla="*/ 29 h 316"/>
                <a:gd name="T18" fmla="*/ 89 w 316"/>
                <a:gd name="T19" fmla="*/ 284 h 316"/>
                <a:gd name="T20" fmla="*/ 57 w 316"/>
                <a:gd name="T21" fmla="*/ 291 h 316"/>
                <a:gd name="T22" fmla="*/ 43 w 316"/>
                <a:gd name="T23" fmla="*/ 273 h 316"/>
                <a:gd name="T24" fmla="*/ 24 w 316"/>
                <a:gd name="T25" fmla="*/ 259 h 316"/>
                <a:gd name="T26" fmla="*/ 31 w 316"/>
                <a:gd name="T27" fmla="*/ 226 h 316"/>
                <a:gd name="T28" fmla="*/ 41 w 316"/>
                <a:gd name="T29" fmla="*/ 217 h 316"/>
                <a:gd name="T30" fmla="*/ 78 w 316"/>
                <a:gd name="T31" fmla="*/ 237 h 316"/>
                <a:gd name="T32" fmla="*/ 99 w 316"/>
                <a:gd name="T33" fmla="*/ 275 h 316"/>
                <a:gd name="T34" fmla="*/ 89 w 316"/>
                <a:gd name="T35" fmla="*/ 284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6" h="316">
                  <a:moveTo>
                    <a:pt x="287" y="29"/>
                  </a:moveTo>
                  <a:cubicBezTo>
                    <a:pt x="258" y="0"/>
                    <a:pt x="236" y="4"/>
                    <a:pt x="236" y="4"/>
                  </a:cubicBezTo>
                  <a:cubicBezTo>
                    <a:pt x="135" y="105"/>
                    <a:pt x="135" y="105"/>
                    <a:pt x="135" y="105"/>
                  </a:cubicBezTo>
                  <a:cubicBezTo>
                    <a:pt x="20" y="221"/>
                    <a:pt x="20" y="221"/>
                    <a:pt x="20" y="221"/>
                  </a:cubicBezTo>
                  <a:cubicBezTo>
                    <a:pt x="0" y="316"/>
                    <a:pt x="0" y="316"/>
                    <a:pt x="0" y="316"/>
                  </a:cubicBezTo>
                  <a:cubicBezTo>
                    <a:pt x="95" y="296"/>
                    <a:pt x="95" y="296"/>
                    <a:pt x="95" y="296"/>
                  </a:cubicBezTo>
                  <a:cubicBezTo>
                    <a:pt x="210" y="180"/>
                    <a:pt x="210" y="180"/>
                    <a:pt x="210" y="180"/>
                  </a:cubicBezTo>
                  <a:cubicBezTo>
                    <a:pt x="312" y="79"/>
                    <a:pt x="312" y="79"/>
                    <a:pt x="312" y="79"/>
                  </a:cubicBezTo>
                  <a:cubicBezTo>
                    <a:pt x="312" y="79"/>
                    <a:pt x="316" y="58"/>
                    <a:pt x="287" y="29"/>
                  </a:cubicBezTo>
                  <a:close/>
                  <a:moveTo>
                    <a:pt x="89" y="284"/>
                  </a:moveTo>
                  <a:cubicBezTo>
                    <a:pt x="57" y="291"/>
                    <a:pt x="57" y="291"/>
                    <a:pt x="57" y="291"/>
                  </a:cubicBezTo>
                  <a:cubicBezTo>
                    <a:pt x="54" y="285"/>
                    <a:pt x="50" y="280"/>
                    <a:pt x="43" y="273"/>
                  </a:cubicBezTo>
                  <a:cubicBezTo>
                    <a:pt x="36" y="266"/>
                    <a:pt x="30" y="262"/>
                    <a:pt x="24" y="259"/>
                  </a:cubicBezTo>
                  <a:cubicBezTo>
                    <a:pt x="31" y="226"/>
                    <a:pt x="31" y="226"/>
                    <a:pt x="31" y="226"/>
                  </a:cubicBezTo>
                  <a:cubicBezTo>
                    <a:pt x="41" y="217"/>
                    <a:pt x="41" y="217"/>
                    <a:pt x="41" y="217"/>
                  </a:cubicBezTo>
                  <a:cubicBezTo>
                    <a:pt x="41" y="217"/>
                    <a:pt x="58" y="217"/>
                    <a:pt x="78" y="237"/>
                  </a:cubicBezTo>
                  <a:cubicBezTo>
                    <a:pt x="98" y="257"/>
                    <a:pt x="99" y="275"/>
                    <a:pt x="99" y="275"/>
                  </a:cubicBezTo>
                  <a:lnTo>
                    <a:pt x="89" y="284"/>
                  </a:lnTo>
                  <a:close/>
                </a:path>
              </a:pathLst>
            </a:custGeom>
            <a:solidFill>
              <a:schemeClr val="bg1"/>
            </a:solidFill>
            <a:ln>
              <a:noFill/>
            </a:ln>
          </p:spPr>
          <p:txBody>
            <a:bodyPr lIns="121682" tIns="60841" rIns="121682" bIns="60841"/>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2" name="TextBox 76"/>
            <p:cNvSpPr txBox="1"/>
            <p:nvPr/>
          </p:nvSpPr>
          <p:spPr>
            <a:xfrm>
              <a:off x="7810157" y="4142673"/>
              <a:ext cx="1733670" cy="459228"/>
            </a:xfrm>
            <a:prstGeom prst="rect">
              <a:avLst/>
            </a:prstGeom>
            <a:noFill/>
          </p:spPr>
          <p:txBody>
            <a:bodyPr wrap="square" rtlCol="0">
              <a:spAutoFit/>
            </a:bodyPr>
            <a:lstStyle/>
            <a:p>
              <a:pP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点击添加标题</a:t>
              </a:r>
            </a:p>
          </p:txBody>
        </p:sp>
        <p:sp>
          <p:nvSpPr>
            <p:cNvPr id="23" name="文本框 22"/>
            <p:cNvSpPr txBox="1"/>
            <p:nvPr/>
          </p:nvSpPr>
          <p:spPr>
            <a:xfrm>
              <a:off x="7810157" y="4481227"/>
              <a:ext cx="3256409" cy="552972"/>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25" name="组合 24"/>
          <p:cNvGrpSpPr/>
          <p:nvPr/>
        </p:nvGrpSpPr>
        <p:grpSpPr>
          <a:xfrm>
            <a:off x="22101" y="3587"/>
            <a:ext cx="12192313" cy="6854413"/>
            <a:chOff x="22101" y="3587"/>
            <a:chExt cx="12192313" cy="6854413"/>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a:off x="22101" y="3587"/>
              <a:ext cx="2022217" cy="1083786"/>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flipH="1" flipV="1">
              <a:off x="10192197" y="5774214"/>
              <a:ext cx="2022217" cy="1083786"/>
            </a:xfrm>
            <a:prstGeom prst="rect">
              <a:avLst/>
            </a:prstGeom>
          </p:spPr>
        </p:pic>
        <p:sp>
          <p:nvSpPr>
            <p:cNvPr id="7" name="ïSļiḓé"/>
            <p:cNvSpPr txBox="1"/>
            <p:nvPr/>
          </p:nvSpPr>
          <p:spPr>
            <a:xfrm>
              <a:off x="1033209" y="489898"/>
              <a:ext cx="2995946" cy="523220"/>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800" dirty="0">
                  <a:solidFill>
                    <a:schemeClr val="tx1"/>
                  </a:solidFill>
                  <a:effectLst/>
                  <a:latin typeface="思源宋体 CN Heavy" panose="02020900000000000000" pitchFamily="18" charset="-122"/>
                  <a:ea typeface="思源宋体 CN Heavy" panose="02020900000000000000" pitchFamily="18" charset="-122"/>
                </a:rPr>
                <a:t>论文选题背景</a:t>
              </a:r>
            </a:p>
          </p:txBody>
        </p:sp>
      </p:gr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1000"/>
                                        <p:tgtEl>
                                          <p:spTgt spid="24"/>
                                        </p:tgtEl>
                                      </p:cBhvr>
                                    </p:animEffect>
                                    <p:anim calcmode="lin" valueType="num">
                                      <p:cBhvr>
                                        <p:cTn id="14" dur="1000" fill="hold"/>
                                        <p:tgtEl>
                                          <p:spTgt spid="24"/>
                                        </p:tgtEl>
                                        <p:attrNameLst>
                                          <p:attrName>ppt_x</p:attrName>
                                        </p:attrNameLst>
                                      </p:cBhvr>
                                      <p:tavLst>
                                        <p:tav tm="0">
                                          <p:val>
                                            <p:strVal val="#ppt_x"/>
                                          </p:val>
                                        </p:tav>
                                        <p:tav tm="100000">
                                          <p:val>
                                            <p:strVal val="#ppt_x"/>
                                          </p:val>
                                        </p:tav>
                                      </p:tavLst>
                                    </p:anim>
                                    <p:anim calcmode="lin" valueType="num">
                                      <p:cBhvr>
                                        <p:cTn id="15" dur="1000" fill="hold"/>
                                        <p:tgtEl>
                                          <p:spTgt spid="24"/>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50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1000"/>
                                        <p:tgtEl>
                                          <p:spTgt spid="3"/>
                                        </p:tgtEl>
                                      </p:cBhvr>
                                    </p:animEffect>
                                    <p:anim calcmode="lin" valueType="num">
                                      <p:cBhvr>
                                        <p:cTn id="19" dur="1000" fill="hold"/>
                                        <p:tgtEl>
                                          <p:spTgt spid="3"/>
                                        </p:tgtEl>
                                        <p:attrNameLst>
                                          <p:attrName>ppt_x</p:attrName>
                                        </p:attrNameLst>
                                      </p:cBhvr>
                                      <p:tavLst>
                                        <p:tav tm="0">
                                          <p:val>
                                            <p:strVal val="#ppt_x"/>
                                          </p:val>
                                        </p:tav>
                                        <p:tav tm="100000">
                                          <p:val>
                                            <p:strVal val="#ppt_x"/>
                                          </p:val>
                                        </p:tav>
                                      </p:tavLst>
                                    </p:anim>
                                    <p:anim calcmode="lin" valueType="num">
                                      <p:cBhvr>
                                        <p:cTn id="20" dur="1000" fill="hold"/>
                                        <p:tgtEl>
                                          <p:spTgt spid="3"/>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75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5"/>
          <p:cNvSpPr/>
          <p:nvPr/>
        </p:nvSpPr>
        <p:spPr>
          <a:xfrm>
            <a:off x="4735512" y="1897488"/>
            <a:ext cx="6516688" cy="3985585"/>
          </a:xfrm>
          <a:prstGeom prst="rect">
            <a:avLst/>
          </a:prstGeom>
          <a:blipFill dpi="0" rotWithShape="1">
            <a:blip r:embed="rId3"/>
            <a:stretch>
              <a:fillRect/>
            </a:stretch>
          </a:blip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30000"/>
              </a:lnSpc>
              <a:defRPr/>
            </a:pP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nvGrpSpPr>
          <p:cNvPr id="2" name="组合 1"/>
          <p:cNvGrpSpPr/>
          <p:nvPr/>
        </p:nvGrpSpPr>
        <p:grpSpPr>
          <a:xfrm>
            <a:off x="973137" y="1897489"/>
            <a:ext cx="3762375" cy="2884488"/>
            <a:chOff x="973137" y="1723319"/>
            <a:chExt cx="3762375" cy="2884488"/>
          </a:xfrm>
        </p:grpSpPr>
        <p:sp>
          <p:nvSpPr>
            <p:cNvPr id="8" name="Rectangle 4"/>
            <p:cNvSpPr/>
            <p:nvPr/>
          </p:nvSpPr>
          <p:spPr>
            <a:xfrm>
              <a:off x="973137" y="1723319"/>
              <a:ext cx="3762375" cy="28844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30000"/>
                </a:lnSpc>
                <a:defRPr/>
              </a:pP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0" name="TextBox 76"/>
            <p:cNvSpPr txBox="1"/>
            <p:nvPr/>
          </p:nvSpPr>
          <p:spPr>
            <a:xfrm>
              <a:off x="1995629" y="2307191"/>
              <a:ext cx="1717390" cy="459228"/>
            </a:xfrm>
            <a:prstGeom prst="rect">
              <a:avLst/>
            </a:prstGeom>
            <a:noFill/>
          </p:spPr>
          <p:txBody>
            <a:bodyPr wrap="square" rtlCol="0">
              <a:spAutoFit/>
            </a:bodyPr>
            <a:lstStyle/>
            <a:p>
              <a:pPr algn="ct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点击添加标题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11" name="文本框 10"/>
            <p:cNvSpPr txBox="1"/>
            <p:nvPr/>
          </p:nvSpPr>
          <p:spPr>
            <a:xfrm>
              <a:off x="1406244" y="2863982"/>
              <a:ext cx="2896158" cy="1273169"/>
            </a:xfrm>
            <a:prstGeom prst="rect">
              <a:avLst/>
            </a:prstGeom>
            <a:noFill/>
          </p:spPr>
          <p:txBody>
            <a:bodyPr wrap="square" rtlCol="0">
              <a:spAutoFit/>
            </a:bodyPr>
            <a:lstStyle/>
            <a:p>
              <a:pPr algn="ct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请在此添加文字说明，请在此添加文字说明。请在此添加文字说明，请在此添加文字说明。请在此添加文字说明，请在此添加文字说明。请在此添加文字说明，请在此添加文字说明。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3" name="组合 2"/>
          <p:cNvGrpSpPr/>
          <p:nvPr/>
        </p:nvGrpSpPr>
        <p:grpSpPr>
          <a:xfrm>
            <a:off x="973137" y="4781977"/>
            <a:ext cx="10279063" cy="1415219"/>
            <a:chOff x="973137" y="4607807"/>
            <a:chExt cx="10279063" cy="1415219"/>
          </a:xfrm>
        </p:grpSpPr>
        <p:sp>
          <p:nvSpPr>
            <p:cNvPr id="12" name="Rectangle 5"/>
            <p:cNvSpPr/>
            <p:nvPr/>
          </p:nvSpPr>
          <p:spPr>
            <a:xfrm>
              <a:off x="973137" y="4607807"/>
              <a:ext cx="10279063" cy="1415219"/>
            </a:xfrm>
            <a:prstGeom prst="rect">
              <a:avLst/>
            </a:prstGeom>
            <a:solidFill>
              <a:schemeClr val="accent1"/>
            </a:soli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30000"/>
                </a:lnSpc>
                <a:defRPr/>
              </a:pP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3" name="文本框 12"/>
            <p:cNvSpPr txBox="1"/>
            <p:nvPr/>
          </p:nvSpPr>
          <p:spPr>
            <a:xfrm>
              <a:off x="2303064" y="5233112"/>
              <a:ext cx="3131972" cy="552972"/>
            </a:xfrm>
            <a:prstGeom prst="rect">
              <a:avLst/>
            </a:prstGeom>
            <a:noFill/>
          </p:spPr>
          <p:txBody>
            <a:bodyPr wrap="square" rtlCol="0">
              <a:spAutoFit/>
            </a:bodyPr>
            <a:lstStyle/>
            <a:p>
              <a:pPr>
                <a:lnSpc>
                  <a:spcPct val="130000"/>
                </a:lnSpc>
              </a:pPr>
              <a:r>
                <a:rPr lang="zh-CN" altLang="en-US" sz="1200"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请在此添加文字说明请在此添加文字说明。请在此添加文字说明，请在此添加文字说明。</a:t>
              </a:r>
              <a:endParaRPr lang="en-US" altLang="zh-CN" sz="1200"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4" name="文本框 13"/>
            <p:cNvSpPr txBox="1"/>
            <p:nvPr/>
          </p:nvSpPr>
          <p:spPr>
            <a:xfrm>
              <a:off x="7089993" y="5247626"/>
              <a:ext cx="3131972" cy="552972"/>
            </a:xfrm>
            <a:prstGeom prst="rect">
              <a:avLst/>
            </a:prstGeom>
            <a:noFill/>
          </p:spPr>
          <p:txBody>
            <a:bodyPr wrap="square" rtlCol="0">
              <a:spAutoFit/>
            </a:bodyPr>
            <a:lstStyle/>
            <a:p>
              <a:pPr>
                <a:lnSpc>
                  <a:spcPct val="130000"/>
                </a:lnSpc>
              </a:pPr>
              <a:r>
                <a:rPr lang="zh-CN" altLang="en-US" sz="1200"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请在此添加文字说明，请在此添加文字说明。请在此添加文字说明请在此添加文字说明。</a:t>
              </a:r>
              <a:endParaRPr lang="en-US" altLang="zh-CN" sz="1200"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24" name="组合 23"/>
          <p:cNvGrpSpPr/>
          <p:nvPr/>
        </p:nvGrpSpPr>
        <p:grpSpPr>
          <a:xfrm>
            <a:off x="1435101" y="5057402"/>
            <a:ext cx="2406465" cy="825672"/>
            <a:chOff x="8248339" y="2789008"/>
            <a:chExt cx="2406465" cy="825672"/>
          </a:xfrm>
          <a:effectLst>
            <a:outerShdw blurRad="190500" dist="38100" dir="2700000" algn="tl" rotWithShape="0">
              <a:prstClr val="black">
                <a:alpha val="20000"/>
              </a:prstClr>
            </a:outerShdw>
          </a:effectLst>
        </p:grpSpPr>
        <p:sp>
          <p:nvSpPr>
            <p:cNvPr id="25" name="Oval 5"/>
            <p:cNvSpPr>
              <a:spLocks noChangeArrowheads="1"/>
            </p:cNvSpPr>
            <p:nvPr/>
          </p:nvSpPr>
          <p:spPr bwMode="auto">
            <a:xfrm>
              <a:off x="8248339" y="2864708"/>
              <a:ext cx="751508" cy="749972"/>
            </a:xfrm>
            <a:prstGeom prst="roundRect">
              <a:avLst/>
            </a:prstGeom>
            <a:solidFill>
              <a:schemeClr val="bg1"/>
            </a:solidFill>
            <a:ln>
              <a:noFill/>
            </a:ln>
          </p:spPr>
          <p:txBody>
            <a:bodyPr anchor="ctr"/>
            <a:lstStyle>
              <a:lvl1pPr defTabSz="1217295">
                <a:defRPr>
                  <a:solidFill>
                    <a:schemeClr val="tx1"/>
                  </a:solidFill>
                  <a:latin typeface="Calibri" panose="020F0502020204030204" pitchFamily="34" charset="0"/>
                  <a:ea typeface="宋体" panose="02010600030101010101" pitchFamily="2" charset="-122"/>
                </a:defRPr>
              </a:lvl1pPr>
              <a:lvl2pPr marL="742950" indent="-285750" defTabSz="1217295">
                <a:defRPr>
                  <a:solidFill>
                    <a:schemeClr val="tx1"/>
                  </a:solidFill>
                  <a:latin typeface="Calibri" panose="020F0502020204030204" pitchFamily="34" charset="0"/>
                  <a:ea typeface="宋体" panose="02010600030101010101" pitchFamily="2" charset="-122"/>
                </a:defRPr>
              </a:lvl2pPr>
              <a:lvl3pPr marL="1143000" indent="-228600" defTabSz="1217295">
                <a:defRPr>
                  <a:solidFill>
                    <a:schemeClr val="tx1"/>
                  </a:solidFill>
                  <a:latin typeface="Calibri" panose="020F0502020204030204" pitchFamily="34" charset="0"/>
                  <a:ea typeface="宋体" panose="02010600030101010101" pitchFamily="2" charset="-122"/>
                </a:defRPr>
              </a:lvl3pPr>
              <a:lvl4pPr marL="1600200" indent="-228600" defTabSz="1217295">
                <a:defRPr>
                  <a:solidFill>
                    <a:schemeClr val="tx1"/>
                  </a:solidFill>
                  <a:latin typeface="Calibri" panose="020F0502020204030204" pitchFamily="34" charset="0"/>
                  <a:ea typeface="宋体" panose="02010600030101010101" pitchFamily="2" charset="-122"/>
                </a:defRPr>
              </a:lvl4pPr>
              <a:lvl5pPr marL="2057400" indent="-228600" defTabSz="1217295">
                <a:defRPr>
                  <a:solidFill>
                    <a:schemeClr val="tx1"/>
                  </a:solidFill>
                  <a:latin typeface="Calibri" panose="020F0502020204030204" pitchFamily="34" charset="0"/>
                  <a:ea typeface="宋体" panose="02010600030101010101" pitchFamily="2" charset="-122"/>
                </a:defRPr>
              </a:lvl5pPr>
              <a:lvl6pPr marL="25146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lnSpc>
                  <a:spcPct val="130000"/>
                </a:lnSpc>
              </a:pPr>
              <a:endParaRPr lang="en-US" sz="31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6" name="Freeform 7"/>
            <p:cNvSpPr>
              <a:spLocks noEditPoints="1"/>
            </p:cNvSpPr>
            <p:nvPr/>
          </p:nvSpPr>
          <p:spPr bwMode="auto">
            <a:xfrm>
              <a:off x="8427591" y="3043593"/>
              <a:ext cx="393004" cy="3922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accent1"/>
            </a:solidFill>
            <a:ln>
              <a:noFill/>
            </a:ln>
          </p:spPr>
          <p:txBody>
            <a:bodyPr lIns="121682" tIns="60841" rIns="121682" bIns="60841"/>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7" name="TextBox 76"/>
            <p:cNvSpPr txBox="1"/>
            <p:nvPr/>
          </p:nvSpPr>
          <p:spPr>
            <a:xfrm>
              <a:off x="9109652" y="2789008"/>
              <a:ext cx="1545152" cy="459228"/>
            </a:xfrm>
            <a:prstGeom prst="rect">
              <a:avLst/>
            </a:prstGeom>
            <a:noFill/>
            <a:effectLst/>
          </p:spPr>
          <p:txBody>
            <a:bodyPr wrap="square" rtlCol="0">
              <a:spAutoFit/>
            </a:bodyPr>
            <a:lstStyle/>
            <a:p>
              <a:pPr>
                <a:lnSpc>
                  <a:spcPct val="130000"/>
                </a:lnSpc>
              </a:pPr>
              <a:r>
                <a:rPr lang="zh-CN" altLang="en-US" sz="2000" dirty="0">
                  <a:solidFill>
                    <a:schemeClr val="bg1"/>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endParaRPr lang="en-GB" altLang="zh-CN" sz="2000" dirty="0">
                <a:solidFill>
                  <a:schemeClr val="bg1"/>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grpSp>
      <p:grpSp>
        <p:nvGrpSpPr>
          <p:cNvPr id="29" name="组合 28"/>
          <p:cNvGrpSpPr/>
          <p:nvPr/>
        </p:nvGrpSpPr>
        <p:grpSpPr>
          <a:xfrm>
            <a:off x="6228679" y="5091278"/>
            <a:ext cx="2265121" cy="815976"/>
            <a:chOff x="8248338" y="4083170"/>
            <a:chExt cx="2265121" cy="815976"/>
          </a:xfrm>
        </p:grpSpPr>
        <p:sp>
          <p:nvSpPr>
            <p:cNvPr id="30" name="Oval 26"/>
            <p:cNvSpPr>
              <a:spLocks noChangeArrowheads="1"/>
            </p:cNvSpPr>
            <p:nvPr/>
          </p:nvSpPr>
          <p:spPr bwMode="auto">
            <a:xfrm>
              <a:off x="8248338" y="4147638"/>
              <a:ext cx="751509" cy="751508"/>
            </a:xfrm>
            <a:prstGeom prst="roundRect">
              <a:avLst/>
            </a:prstGeom>
            <a:solidFill>
              <a:schemeClr val="bg1"/>
            </a:solidFill>
            <a:ln>
              <a:noFill/>
            </a:ln>
            <a:effectLst>
              <a:outerShdw blurRad="190500" dist="38100" dir="2700000" algn="tl" rotWithShape="0">
                <a:prstClr val="black">
                  <a:alpha val="20000"/>
                </a:prstClr>
              </a:outerShdw>
            </a:effectLst>
          </p:spPr>
          <p:txBody>
            <a:bodyPr anchor="ctr"/>
            <a:lstStyle>
              <a:lvl1pPr defTabSz="1217295">
                <a:defRPr>
                  <a:solidFill>
                    <a:schemeClr val="tx1"/>
                  </a:solidFill>
                  <a:latin typeface="Calibri" panose="020F0502020204030204" pitchFamily="34" charset="0"/>
                  <a:ea typeface="宋体" panose="02010600030101010101" pitchFamily="2" charset="-122"/>
                </a:defRPr>
              </a:lvl1pPr>
              <a:lvl2pPr marL="742950" indent="-285750" defTabSz="1217295">
                <a:defRPr>
                  <a:solidFill>
                    <a:schemeClr val="tx1"/>
                  </a:solidFill>
                  <a:latin typeface="Calibri" panose="020F0502020204030204" pitchFamily="34" charset="0"/>
                  <a:ea typeface="宋体" panose="02010600030101010101" pitchFamily="2" charset="-122"/>
                </a:defRPr>
              </a:lvl2pPr>
              <a:lvl3pPr marL="1143000" indent="-228600" defTabSz="1217295">
                <a:defRPr>
                  <a:solidFill>
                    <a:schemeClr val="tx1"/>
                  </a:solidFill>
                  <a:latin typeface="Calibri" panose="020F0502020204030204" pitchFamily="34" charset="0"/>
                  <a:ea typeface="宋体" panose="02010600030101010101" pitchFamily="2" charset="-122"/>
                </a:defRPr>
              </a:lvl3pPr>
              <a:lvl4pPr marL="1600200" indent="-228600" defTabSz="1217295">
                <a:defRPr>
                  <a:solidFill>
                    <a:schemeClr val="tx1"/>
                  </a:solidFill>
                  <a:latin typeface="Calibri" panose="020F0502020204030204" pitchFamily="34" charset="0"/>
                  <a:ea typeface="宋体" panose="02010600030101010101" pitchFamily="2" charset="-122"/>
                </a:defRPr>
              </a:lvl4pPr>
              <a:lvl5pPr marL="2057400" indent="-228600" defTabSz="1217295">
                <a:defRPr>
                  <a:solidFill>
                    <a:schemeClr val="tx1"/>
                  </a:solidFill>
                  <a:latin typeface="Calibri" panose="020F0502020204030204" pitchFamily="34" charset="0"/>
                  <a:ea typeface="宋体" panose="02010600030101010101" pitchFamily="2" charset="-122"/>
                </a:defRPr>
              </a:lvl5pPr>
              <a:lvl6pPr marL="25146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defTabSz="121729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lnSpc>
                  <a:spcPct val="130000"/>
                </a:lnSpc>
              </a:pPr>
              <a:endParaRPr lang="en-US" sz="31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31" name="Freeform 6"/>
            <p:cNvSpPr>
              <a:spLocks noEditPoints="1"/>
            </p:cNvSpPr>
            <p:nvPr/>
          </p:nvSpPr>
          <p:spPr bwMode="auto">
            <a:xfrm>
              <a:off x="8389684" y="4283506"/>
              <a:ext cx="468818" cy="479775"/>
            </a:xfrm>
            <a:custGeom>
              <a:avLst/>
              <a:gdLst>
                <a:gd name="T0" fmla="*/ 121 w 417"/>
                <a:gd name="T1" fmla="*/ 94 h 426"/>
                <a:gd name="T2" fmla="*/ 85 w 417"/>
                <a:gd name="T3" fmla="*/ 341 h 426"/>
                <a:gd name="T4" fmla="*/ 332 w 417"/>
                <a:gd name="T5" fmla="*/ 305 h 426"/>
                <a:gd name="T6" fmla="*/ 267 w 417"/>
                <a:gd name="T7" fmla="*/ 159 h 426"/>
                <a:gd name="T8" fmla="*/ 121 w 417"/>
                <a:gd name="T9" fmla="*/ 94 h 426"/>
                <a:gd name="T10" fmla="*/ 306 w 417"/>
                <a:gd name="T11" fmla="*/ 286 h 426"/>
                <a:gd name="T12" fmla="*/ 199 w 417"/>
                <a:gd name="T13" fmla="*/ 227 h 426"/>
                <a:gd name="T14" fmla="*/ 140 w 417"/>
                <a:gd name="T15" fmla="*/ 120 h 426"/>
                <a:gd name="T16" fmla="*/ 247 w 417"/>
                <a:gd name="T17" fmla="*/ 179 h 426"/>
                <a:gd name="T18" fmla="*/ 306 w 417"/>
                <a:gd name="T19" fmla="*/ 286 h 426"/>
                <a:gd name="T20" fmla="*/ 309 w 417"/>
                <a:gd name="T21" fmla="*/ 128 h 426"/>
                <a:gd name="T22" fmla="*/ 323 w 417"/>
                <a:gd name="T23" fmla="*/ 122 h 426"/>
                <a:gd name="T24" fmla="*/ 361 w 417"/>
                <a:gd name="T25" fmla="*/ 84 h 426"/>
                <a:gd name="T26" fmla="*/ 361 w 417"/>
                <a:gd name="T27" fmla="*/ 56 h 426"/>
                <a:gd name="T28" fmla="*/ 333 w 417"/>
                <a:gd name="T29" fmla="*/ 56 h 426"/>
                <a:gd name="T30" fmla="*/ 295 w 417"/>
                <a:gd name="T31" fmla="*/ 94 h 426"/>
                <a:gd name="T32" fmla="*/ 295 w 417"/>
                <a:gd name="T33" fmla="*/ 122 h 426"/>
                <a:gd name="T34" fmla="*/ 309 w 417"/>
                <a:gd name="T35" fmla="*/ 128 h 426"/>
                <a:gd name="T36" fmla="*/ 237 w 417"/>
                <a:gd name="T37" fmla="*/ 79 h 426"/>
                <a:gd name="T38" fmla="*/ 247 w 417"/>
                <a:gd name="T39" fmla="*/ 81 h 426"/>
                <a:gd name="T40" fmla="*/ 264 w 417"/>
                <a:gd name="T41" fmla="*/ 71 h 426"/>
                <a:gd name="T42" fmla="*/ 286 w 417"/>
                <a:gd name="T43" fmla="*/ 33 h 426"/>
                <a:gd name="T44" fmla="*/ 278 w 417"/>
                <a:gd name="T45" fmla="*/ 5 h 426"/>
                <a:gd name="T46" fmla="*/ 251 w 417"/>
                <a:gd name="T47" fmla="*/ 13 h 426"/>
                <a:gd name="T48" fmla="*/ 229 w 417"/>
                <a:gd name="T49" fmla="*/ 52 h 426"/>
                <a:gd name="T50" fmla="*/ 237 w 417"/>
                <a:gd name="T51" fmla="*/ 79 h 426"/>
                <a:gd name="T52" fmla="*/ 412 w 417"/>
                <a:gd name="T53" fmla="*/ 139 h 426"/>
                <a:gd name="T54" fmla="*/ 385 w 417"/>
                <a:gd name="T55" fmla="*/ 131 h 426"/>
                <a:gd name="T56" fmla="*/ 346 w 417"/>
                <a:gd name="T57" fmla="*/ 153 h 426"/>
                <a:gd name="T58" fmla="*/ 338 w 417"/>
                <a:gd name="T59" fmla="*/ 180 h 426"/>
                <a:gd name="T60" fmla="*/ 356 w 417"/>
                <a:gd name="T61" fmla="*/ 190 h 426"/>
                <a:gd name="T62" fmla="*/ 366 w 417"/>
                <a:gd name="T63" fmla="*/ 188 h 426"/>
                <a:gd name="T64" fmla="*/ 404 w 417"/>
                <a:gd name="T65" fmla="*/ 166 h 426"/>
                <a:gd name="T66" fmla="*/ 412 w 417"/>
                <a:gd name="T67" fmla="*/ 139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7" h="426">
                  <a:moveTo>
                    <a:pt x="121" y="94"/>
                  </a:moveTo>
                  <a:cubicBezTo>
                    <a:pt x="98" y="116"/>
                    <a:pt x="0" y="256"/>
                    <a:pt x="85" y="341"/>
                  </a:cubicBezTo>
                  <a:cubicBezTo>
                    <a:pt x="170" y="426"/>
                    <a:pt x="309" y="328"/>
                    <a:pt x="332" y="305"/>
                  </a:cubicBezTo>
                  <a:cubicBezTo>
                    <a:pt x="354" y="283"/>
                    <a:pt x="325" y="217"/>
                    <a:pt x="267" y="159"/>
                  </a:cubicBezTo>
                  <a:cubicBezTo>
                    <a:pt x="209" y="101"/>
                    <a:pt x="143" y="72"/>
                    <a:pt x="121" y="94"/>
                  </a:cubicBezTo>
                  <a:close/>
                  <a:moveTo>
                    <a:pt x="306" y="286"/>
                  </a:moveTo>
                  <a:cubicBezTo>
                    <a:pt x="299" y="292"/>
                    <a:pt x="248" y="277"/>
                    <a:pt x="199" y="227"/>
                  </a:cubicBezTo>
                  <a:cubicBezTo>
                    <a:pt x="149" y="178"/>
                    <a:pt x="134" y="127"/>
                    <a:pt x="140" y="120"/>
                  </a:cubicBezTo>
                  <a:cubicBezTo>
                    <a:pt x="147" y="113"/>
                    <a:pt x="198" y="129"/>
                    <a:pt x="247" y="179"/>
                  </a:cubicBezTo>
                  <a:cubicBezTo>
                    <a:pt x="297" y="228"/>
                    <a:pt x="313" y="279"/>
                    <a:pt x="306" y="286"/>
                  </a:cubicBezTo>
                  <a:close/>
                  <a:moveTo>
                    <a:pt x="309" y="128"/>
                  </a:moveTo>
                  <a:cubicBezTo>
                    <a:pt x="314" y="128"/>
                    <a:pt x="319" y="126"/>
                    <a:pt x="323" y="122"/>
                  </a:cubicBezTo>
                  <a:cubicBezTo>
                    <a:pt x="361" y="84"/>
                    <a:pt x="361" y="84"/>
                    <a:pt x="361" y="84"/>
                  </a:cubicBezTo>
                  <a:cubicBezTo>
                    <a:pt x="369" y="76"/>
                    <a:pt x="369" y="64"/>
                    <a:pt x="361" y="56"/>
                  </a:cubicBezTo>
                  <a:cubicBezTo>
                    <a:pt x="353" y="48"/>
                    <a:pt x="341" y="48"/>
                    <a:pt x="333" y="56"/>
                  </a:cubicBezTo>
                  <a:cubicBezTo>
                    <a:pt x="295" y="94"/>
                    <a:pt x="295" y="94"/>
                    <a:pt x="295" y="94"/>
                  </a:cubicBezTo>
                  <a:cubicBezTo>
                    <a:pt x="287" y="102"/>
                    <a:pt x="287" y="115"/>
                    <a:pt x="295" y="122"/>
                  </a:cubicBezTo>
                  <a:cubicBezTo>
                    <a:pt x="299" y="126"/>
                    <a:pt x="304" y="128"/>
                    <a:pt x="309" y="128"/>
                  </a:cubicBezTo>
                  <a:close/>
                  <a:moveTo>
                    <a:pt x="237" y="79"/>
                  </a:moveTo>
                  <a:cubicBezTo>
                    <a:pt x="240" y="81"/>
                    <a:pt x="243" y="81"/>
                    <a:pt x="247" y="81"/>
                  </a:cubicBezTo>
                  <a:cubicBezTo>
                    <a:pt x="254" y="81"/>
                    <a:pt x="260" y="78"/>
                    <a:pt x="264" y="71"/>
                  </a:cubicBezTo>
                  <a:cubicBezTo>
                    <a:pt x="286" y="33"/>
                    <a:pt x="286" y="33"/>
                    <a:pt x="286" y="33"/>
                  </a:cubicBezTo>
                  <a:cubicBezTo>
                    <a:pt x="291" y="23"/>
                    <a:pt x="288" y="11"/>
                    <a:pt x="278" y="5"/>
                  </a:cubicBezTo>
                  <a:cubicBezTo>
                    <a:pt x="268" y="0"/>
                    <a:pt x="256" y="3"/>
                    <a:pt x="251" y="13"/>
                  </a:cubicBezTo>
                  <a:cubicBezTo>
                    <a:pt x="229" y="52"/>
                    <a:pt x="229" y="52"/>
                    <a:pt x="229" y="52"/>
                  </a:cubicBezTo>
                  <a:cubicBezTo>
                    <a:pt x="224" y="61"/>
                    <a:pt x="227" y="73"/>
                    <a:pt x="237" y="79"/>
                  </a:cubicBezTo>
                  <a:close/>
                  <a:moveTo>
                    <a:pt x="412" y="139"/>
                  </a:moveTo>
                  <a:cubicBezTo>
                    <a:pt x="406" y="129"/>
                    <a:pt x="394" y="126"/>
                    <a:pt x="385" y="131"/>
                  </a:cubicBezTo>
                  <a:cubicBezTo>
                    <a:pt x="346" y="153"/>
                    <a:pt x="346" y="153"/>
                    <a:pt x="346" y="153"/>
                  </a:cubicBezTo>
                  <a:cubicBezTo>
                    <a:pt x="336" y="158"/>
                    <a:pt x="333" y="171"/>
                    <a:pt x="338" y="180"/>
                  </a:cubicBezTo>
                  <a:cubicBezTo>
                    <a:pt x="342" y="187"/>
                    <a:pt x="349" y="190"/>
                    <a:pt x="356" y="190"/>
                  </a:cubicBezTo>
                  <a:cubicBezTo>
                    <a:pt x="359" y="190"/>
                    <a:pt x="363" y="190"/>
                    <a:pt x="366" y="188"/>
                  </a:cubicBezTo>
                  <a:cubicBezTo>
                    <a:pt x="404" y="166"/>
                    <a:pt x="404" y="166"/>
                    <a:pt x="404" y="166"/>
                  </a:cubicBezTo>
                  <a:cubicBezTo>
                    <a:pt x="414" y="161"/>
                    <a:pt x="417" y="149"/>
                    <a:pt x="412" y="139"/>
                  </a:cubicBezTo>
                  <a:close/>
                </a:path>
              </a:pathLst>
            </a:custGeom>
            <a:solidFill>
              <a:schemeClr val="accent1"/>
            </a:solidFill>
            <a:ln>
              <a:noFill/>
            </a:ln>
          </p:spPr>
          <p:txBody>
            <a:bodyPr lIns="121682" tIns="60841" rIns="121682" bIns="60841"/>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32" name="TextBox 76"/>
            <p:cNvSpPr txBox="1"/>
            <p:nvPr/>
          </p:nvSpPr>
          <p:spPr>
            <a:xfrm>
              <a:off x="9109652" y="4083170"/>
              <a:ext cx="1403807" cy="459228"/>
            </a:xfrm>
            <a:prstGeom prst="rect">
              <a:avLst/>
            </a:prstGeom>
            <a:noFill/>
            <a:effectLst/>
          </p:spPr>
          <p:txBody>
            <a:bodyPr wrap="square" rtlCol="0">
              <a:spAutoFit/>
            </a:bodyPr>
            <a:lstStyle/>
            <a:p>
              <a:pPr>
                <a:lnSpc>
                  <a:spcPct val="130000"/>
                </a:lnSpc>
              </a:pPr>
              <a:r>
                <a:rPr lang="zh-CN" altLang="en-US" sz="2000" dirty="0">
                  <a:solidFill>
                    <a:schemeClr val="bg1"/>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endParaRPr lang="en-GB" altLang="zh-CN" sz="2000" dirty="0">
                <a:solidFill>
                  <a:schemeClr val="bg1"/>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grpSp>
      <p:grpSp>
        <p:nvGrpSpPr>
          <p:cNvPr id="4" name="组合 3"/>
          <p:cNvGrpSpPr/>
          <p:nvPr/>
        </p:nvGrpSpPr>
        <p:grpSpPr>
          <a:xfrm>
            <a:off x="22101" y="3587"/>
            <a:ext cx="12192313" cy="6854413"/>
            <a:chOff x="22101" y="3587"/>
            <a:chExt cx="12192313" cy="6854413"/>
          </a:xfrm>
        </p:grpSpPr>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rcRect r="46593" b="59420"/>
            <a:stretch>
              <a:fillRect/>
            </a:stretch>
          </p:blipFill>
          <p:spPr>
            <a:xfrm>
              <a:off x="22101" y="3587"/>
              <a:ext cx="2022217" cy="1083786"/>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rcRect r="46593" b="59420"/>
            <a:stretch>
              <a:fillRect/>
            </a:stretch>
          </p:blipFill>
          <p:spPr>
            <a:xfrm flipH="1" flipV="1">
              <a:off x="10192197" y="5774214"/>
              <a:ext cx="2022217" cy="1083786"/>
            </a:xfrm>
            <a:prstGeom prst="rect">
              <a:avLst/>
            </a:prstGeom>
          </p:spPr>
        </p:pic>
        <p:sp>
          <p:nvSpPr>
            <p:cNvPr id="7" name="ïSļiḓé"/>
            <p:cNvSpPr txBox="1"/>
            <p:nvPr/>
          </p:nvSpPr>
          <p:spPr>
            <a:xfrm>
              <a:off x="1033209" y="489898"/>
              <a:ext cx="2995946" cy="523220"/>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800" dirty="0">
                  <a:solidFill>
                    <a:schemeClr val="tx1"/>
                  </a:solidFill>
                  <a:effectLst/>
                  <a:latin typeface="思源宋体 CN Heavy" panose="02020900000000000000" pitchFamily="18" charset="-122"/>
                  <a:ea typeface="思源宋体 CN Heavy" panose="02020900000000000000" pitchFamily="18" charset="-122"/>
                </a:rPr>
                <a:t>论文选题背景</a:t>
              </a:r>
            </a:p>
          </p:txBody>
        </p:sp>
      </p:gr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2" presetClass="entr" presetSubtype="8"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0-#ppt_w/2"/>
                                          </p:val>
                                        </p:tav>
                                        <p:tav tm="100000">
                                          <p:val>
                                            <p:strVal val="#ppt_x"/>
                                          </p:val>
                                        </p:tav>
                                      </p:tavLst>
                                    </p:anim>
                                    <p:anim calcmode="lin" valueType="num">
                                      <p:cBhvr additive="base">
                                        <p:cTn id="11" dur="500" fill="hold"/>
                                        <p:tgtEl>
                                          <p:spTgt spid="2"/>
                                        </p:tgtEl>
                                        <p:attrNameLst>
                                          <p:attrName>ppt_y</p:attrName>
                                        </p:attrNameLst>
                                      </p:cBhvr>
                                      <p:tavLst>
                                        <p:tav tm="0">
                                          <p:val>
                                            <p:strVal val="#ppt_y"/>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500" fill="hold"/>
                                        <p:tgtEl>
                                          <p:spTgt spid="24"/>
                                        </p:tgtEl>
                                        <p:attrNameLst>
                                          <p:attrName>ppt_x</p:attrName>
                                        </p:attrNameLst>
                                      </p:cBhvr>
                                      <p:tavLst>
                                        <p:tav tm="0">
                                          <p:val>
                                            <p:strVal val="1+#ppt_w/2"/>
                                          </p:val>
                                        </p:tav>
                                        <p:tav tm="100000">
                                          <p:val>
                                            <p:strVal val="#ppt_x"/>
                                          </p:val>
                                        </p:tav>
                                      </p:tavLst>
                                    </p:anim>
                                    <p:anim calcmode="lin" valueType="num">
                                      <p:cBhvr additive="base">
                                        <p:cTn id="21" dur="500" fill="hold"/>
                                        <p:tgtEl>
                                          <p:spTgt spid="24"/>
                                        </p:tgtEl>
                                        <p:attrNameLst>
                                          <p:attrName>ppt_y</p:attrName>
                                        </p:attrNameLst>
                                      </p:cBhvr>
                                      <p:tavLst>
                                        <p:tav tm="0">
                                          <p:val>
                                            <p:strVal val="#ppt_y"/>
                                          </p:val>
                                        </p:tav>
                                        <p:tav tm="100000">
                                          <p:val>
                                            <p:strVal val="#ppt_y"/>
                                          </p:val>
                                        </p:tav>
                                      </p:tavLst>
                                    </p:anim>
                                  </p:childTnLst>
                                </p:cTn>
                              </p:par>
                              <p:par>
                                <p:cTn id="22" presetID="2" presetClass="entr" presetSubtype="2" fill="hold" nodeType="withEffect">
                                  <p:stCondLst>
                                    <p:cond delay="250"/>
                                  </p:stCondLst>
                                  <p:childTnLst>
                                    <p:set>
                                      <p:cBhvr>
                                        <p:cTn id="23" dur="1" fill="hold">
                                          <p:stCondLst>
                                            <p:cond delay="0"/>
                                          </p:stCondLst>
                                        </p:cTn>
                                        <p:tgtEl>
                                          <p:spTgt spid="29"/>
                                        </p:tgtEl>
                                        <p:attrNameLst>
                                          <p:attrName>style.visibility</p:attrName>
                                        </p:attrNameLst>
                                      </p:cBhvr>
                                      <p:to>
                                        <p:strVal val="visible"/>
                                      </p:to>
                                    </p:set>
                                    <p:anim calcmode="lin" valueType="num">
                                      <p:cBhvr additive="base">
                                        <p:cTn id="24" dur="500" fill="hold"/>
                                        <p:tgtEl>
                                          <p:spTgt spid="29"/>
                                        </p:tgtEl>
                                        <p:attrNameLst>
                                          <p:attrName>ppt_x</p:attrName>
                                        </p:attrNameLst>
                                      </p:cBhvr>
                                      <p:tavLst>
                                        <p:tav tm="0">
                                          <p:val>
                                            <p:strVal val="1+#ppt_w/2"/>
                                          </p:val>
                                        </p:tav>
                                        <p:tav tm="100000">
                                          <p:val>
                                            <p:strVal val="#ppt_x"/>
                                          </p:val>
                                        </p:tav>
                                      </p:tavLst>
                                    </p:anim>
                                    <p:anim calcmode="lin" valueType="num">
                                      <p:cBhvr additive="base">
                                        <p:cTn id="25" dur="5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6"/>
          <p:cNvSpPr/>
          <p:nvPr/>
        </p:nvSpPr>
        <p:spPr>
          <a:xfrm flipH="1" flipV="1">
            <a:off x="6165595" y="3901697"/>
            <a:ext cx="1639889" cy="1888738"/>
          </a:xfrm>
          <a:custGeom>
            <a:avLst/>
            <a:gdLst/>
            <a:ahLst/>
            <a:cxnLst/>
            <a:rect l="l" t="t" r="r" b="b"/>
            <a:pathLst>
              <a:path w="1352978" h="1558290">
                <a:moveTo>
                  <a:pt x="779145" y="0"/>
                </a:moveTo>
                <a:cubicBezTo>
                  <a:pt x="1007226" y="0"/>
                  <a:pt x="1212417" y="98002"/>
                  <a:pt x="1352978" y="255954"/>
                </a:cubicBezTo>
                <a:cubicBezTo>
                  <a:pt x="1230457" y="395537"/>
                  <a:pt x="1158327" y="578918"/>
                  <a:pt x="1158327" y="779145"/>
                </a:cubicBezTo>
                <a:cubicBezTo>
                  <a:pt x="1158327" y="979373"/>
                  <a:pt x="1230457" y="1162753"/>
                  <a:pt x="1352978" y="1302337"/>
                </a:cubicBezTo>
                <a:cubicBezTo>
                  <a:pt x="1212417" y="1460288"/>
                  <a:pt x="1007226" y="1558290"/>
                  <a:pt x="779145" y="1558290"/>
                </a:cubicBezTo>
                <a:cubicBezTo>
                  <a:pt x="348835" y="1558290"/>
                  <a:pt x="0" y="1209455"/>
                  <a:pt x="0" y="779145"/>
                </a:cubicBezTo>
                <a:cubicBezTo>
                  <a:pt x="0" y="611543"/>
                  <a:pt x="52919" y="456302"/>
                  <a:pt x="144162" y="330069"/>
                </a:cubicBezTo>
                <a:lnTo>
                  <a:pt x="109784" y="108908"/>
                </a:lnTo>
                <a:lnTo>
                  <a:pt x="331101" y="143310"/>
                </a:lnTo>
                <a:cubicBezTo>
                  <a:pt x="457190" y="52617"/>
                  <a:pt x="612023" y="0"/>
                  <a:pt x="779145" y="0"/>
                </a:cubicBezTo>
                <a:close/>
              </a:path>
            </a:pathLst>
          </a:custGeom>
          <a:solidFill>
            <a:schemeClr val="accent2"/>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lnSpc>
                <a:spcPct val="130000"/>
              </a:lnSpc>
              <a:defRPr/>
            </a:pPr>
            <a:endParaRPr lang="zh-CN" altLang="en-US" sz="16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7" name="椭圆 61"/>
          <p:cNvSpPr/>
          <p:nvPr/>
        </p:nvSpPr>
        <p:spPr>
          <a:xfrm flipH="1" flipV="1">
            <a:off x="4386515" y="4150321"/>
            <a:ext cx="1888738" cy="1640112"/>
          </a:xfrm>
          <a:custGeom>
            <a:avLst/>
            <a:gdLst/>
            <a:ahLst/>
            <a:cxnLst/>
            <a:rect l="l" t="t" r="r" b="b"/>
            <a:pathLst>
              <a:path w="1558290" h="1353163">
                <a:moveTo>
                  <a:pt x="779145" y="0"/>
                </a:moveTo>
                <a:cubicBezTo>
                  <a:pt x="946584" y="0"/>
                  <a:pt x="1101686" y="52816"/>
                  <a:pt x="1227870" y="143872"/>
                </a:cubicBezTo>
                <a:lnTo>
                  <a:pt x="1452805" y="108907"/>
                </a:lnTo>
                <a:lnTo>
                  <a:pt x="1417746" y="334454"/>
                </a:lnTo>
                <a:cubicBezTo>
                  <a:pt x="1506649" y="460075"/>
                  <a:pt x="1558290" y="613579"/>
                  <a:pt x="1558290" y="779145"/>
                </a:cubicBezTo>
                <a:cubicBezTo>
                  <a:pt x="1558290" y="1007122"/>
                  <a:pt x="1460378" y="1212230"/>
                  <a:pt x="1302560" y="1352794"/>
                </a:cubicBezTo>
                <a:cubicBezTo>
                  <a:pt x="1163008" y="1230383"/>
                  <a:pt x="979715" y="1158329"/>
                  <a:pt x="779593" y="1158329"/>
                </a:cubicBezTo>
                <a:cubicBezTo>
                  <a:pt x="579261" y="1158329"/>
                  <a:pt x="395794" y="1230534"/>
                  <a:pt x="256179" y="1353163"/>
                </a:cubicBezTo>
                <a:cubicBezTo>
                  <a:pt x="98093" y="1212607"/>
                  <a:pt x="0" y="1007331"/>
                  <a:pt x="0" y="779145"/>
                </a:cubicBezTo>
                <a:cubicBezTo>
                  <a:pt x="0" y="348835"/>
                  <a:pt x="348835" y="0"/>
                  <a:pt x="779145" y="0"/>
                </a:cubicBezTo>
                <a:close/>
              </a:path>
            </a:pathLst>
          </a:custGeom>
          <a:solidFill>
            <a:schemeClr val="accent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lnSpc>
                <a:spcPct val="130000"/>
              </a:lnSpc>
              <a:defRPr/>
            </a:pPr>
            <a:endParaRPr lang="zh-CN" altLang="en-US" sz="16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8" name="椭圆 6"/>
          <p:cNvSpPr/>
          <p:nvPr/>
        </p:nvSpPr>
        <p:spPr>
          <a:xfrm>
            <a:off x="4386515" y="2382970"/>
            <a:ext cx="1639889" cy="1888738"/>
          </a:xfrm>
          <a:custGeom>
            <a:avLst/>
            <a:gdLst/>
            <a:ahLst/>
            <a:cxnLst/>
            <a:rect l="l" t="t" r="r" b="b"/>
            <a:pathLst>
              <a:path w="1352978" h="1558290">
                <a:moveTo>
                  <a:pt x="779145" y="0"/>
                </a:moveTo>
                <a:cubicBezTo>
                  <a:pt x="1007226" y="0"/>
                  <a:pt x="1212417" y="98002"/>
                  <a:pt x="1352978" y="255954"/>
                </a:cubicBezTo>
                <a:cubicBezTo>
                  <a:pt x="1230457" y="395537"/>
                  <a:pt x="1158327" y="578918"/>
                  <a:pt x="1158327" y="779145"/>
                </a:cubicBezTo>
                <a:cubicBezTo>
                  <a:pt x="1158327" y="979373"/>
                  <a:pt x="1230457" y="1162753"/>
                  <a:pt x="1352978" y="1302337"/>
                </a:cubicBezTo>
                <a:cubicBezTo>
                  <a:pt x="1212417" y="1460288"/>
                  <a:pt x="1007226" y="1558290"/>
                  <a:pt x="779145" y="1558290"/>
                </a:cubicBezTo>
                <a:cubicBezTo>
                  <a:pt x="348835" y="1558290"/>
                  <a:pt x="0" y="1209455"/>
                  <a:pt x="0" y="779145"/>
                </a:cubicBezTo>
                <a:cubicBezTo>
                  <a:pt x="0" y="611543"/>
                  <a:pt x="52919" y="456302"/>
                  <a:pt x="144162" y="330069"/>
                </a:cubicBezTo>
                <a:lnTo>
                  <a:pt x="109784" y="108908"/>
                </a:lnTo>
                <a:lnTo>
                  <a:pt x="331101" y="143310"/>
                </a:lnTo>
                <a:cubicBezTo>
                  <a:pt x="457190" y="52617"/>
                  <a:pt x="612023" y="0"/>
                  <a:pt x="779145" y="0"/>
                </a:cubicBezTo>
                <a:close/>
              </a:path>
            </a:pathLst>
          </a:custGeom>
          <a:solidFill>
            <a:schemeClr val="accent2"/>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lnSpc>
                <a:spcPct val="130000"/>
              </a:lnSpc>
              <a:defRPr/>
            </a:pPr>
            <a:endParaRPr lang="zh-CN" altLang="en-US" sz="16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9" name="椭圆 61"/>
          <p:cNvSpPr/>
          <p:nvPr/>
        </p:nvSpPr>
        <p:spPr>
          <a:xfrm>
            <a:off x="5904673" y="2370908"/>
            <a:ext cx="1888738" cy="1640112"/>
          </a:xfrm>
          <a:custGeom>
            <a:avLst/>
            <a:gdLst/>
            <a:ahLst/>
            <a:cxnLst/>
            <a:rect l="l" t="t" r="r" b="b"/>
            <a:pathLst>
              <a:path w="1558290" h="1353163">
                <a:moveTo>
                  <a:pt x="779145" y="0"/>
                </a:moveTo>
                <a:cubicBezTo>
                  <a:pt x="946584" y="0"/>
                  <a:pt x="1101686" y="52816"/>
                  <a:pt x="1227870" y="143872"/>
                </a:cubicBezTo>
                <a:lnTo>
                  <a:pt x="1452805" y="108907"/>
                </a:lnTo>
                <a:lnTo>
                  <a:pt x="1417746" y="334454"/>
                </a:lnTo>
                <a:cubicBezTo>
                  <a:pt x="1506649" y="460075"/>
                  <a:pt x="1558290" y="613579"/>
                  <a:pt x="1558290" y="779145"/>
                </a:cubicBezTo>
                <a:cubicBezTo>
                  <a:pt x="1558290" y="1007122"/>
                  <a:pt x="1460378" y="1212230"/>
                  <a:pt x="1302560" y="1352794"/>
                </a:cubicBezTo>
                <a:cubicBezTo>
                  <a:pt x="1163008" y="1230383"/>
                  <a:pt x="979715" y="1158329"/>
                  <a:pt x="779593" y="1158329"/>
                </a:cubicBezTo>
                <a:cubicBezTo>
                  <a:pt x="579261" y="1158329"/>
                  <a:pt x="395794" y="1230534"/>
                  <a:pt x="256179" y="1353163"/>
                </a:cubicBezTo>
                <a:cubicBezTo>
                  <a:pt x="98093" y="1212607"/>
                  <a:pt x="0" y="1007331"/>
                  <a:pt x="0" y="779145"/>
                </a:cubicBezTo>
                <a:cubicBezTo>
                  <a:pt x="0" y="348835"/>
                  <a:pt x="348835" y="0"/>
                  <a:pt x="779145" y="0"/>
                </a:cubicBezTo>
                <a:close/>
              </a:path>
            </a:pathLst>
          </a:custGeom>
          <a:solidFill>
            <a:schemeClr val="accent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lnSpc>
                <a:spcPct val="130000"/>
              </a:lnSpc>
              <a:defRPr/>
            </a:pPr>
            <a:endParaRPr lang="zh-CN" altLang="en-US" sz="16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0" name="TextBox 121"/>
          <p:cNvSpPr txBox="1"/>
          <p:nvPr/>
        </p:nvSpPr>
        <p:spPr>
          <a:xfrm>
            <a:off x="4698240" y="2916559"/>
            <a:ext cx="1072026" cy="808683"/>
          </a:xfrm>
          <a:prstGeom prst="rect">
            <a:avLst/>
          </a:prstGeom>
          <a:noFill/>
        </p:spPr>
        <p:txBody>
          <a:bodyPr wrap="square" lIns="0" tIns="0" rIns="0" bIns="0" rtlCol="0">
            <a:spAutoFit/>
          </a:bodyPr>
          <a:lstStyle/>
          <a:p>
            <a:pPr algn="ctr">
              <a:lnSpc>
                <a:spcPct val="130000"/>
              </a:lnSpc>
              <a:defRPr/>
            </a:pPr>
            <a:r>
              <a:rPr lang="en-US" altLang="zh-CN" sz="4400" kern="0"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rPr>
              <a:t>S</a:t>
            </a:r>
            <a:endParaRPr lang="zh-CN" altLang="en-US" sz="4400" kern="0"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1" name="TextBox 122"/>
          <p:cNvSpPr txBox="1"/>
          <p:nvPr/>
        </p:nvSpPr>
        <p:spPr>
          <a:xfrm>
            <a:off x="6376977" y="2892272"/>
            <a:ext cx="987843" cy="808683"/>
          </a:xfrm>
          <a:prstGeom prst="rect">
            <a:avLst/>
          </a:prstGeom>
          <a:noFill/>
        </p:spPr>
        <p:txBody>
          <a:bodyPr wrap="square" lIns="0" tIns="0" rIns="0" bIns="0" rtlCol="0">
            <a:spAutoFit/>
          </a:bodyPr>
          <a:lstStyle/>
          <a:p>
            <a:pPr algn="ctr">
              <a:lnSpc>
                <a:spcPct val="130000"/>
              </a:lnSpc>
              <a:defRPr/>
            </a:pPr>
            <a:r>
              <a:rPr lang="en-US" altLang="zh-CN" sz="4400" kern="0"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rPr>
              <a:t>W</a:t>
            </a:r>
            <a:endParaRPr lang="zh-CN" altLang="en-US" sz="4400" kern="0"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2" name="TextBox 123"/>
          <p:cNvSpPr txBox="1"/>
          <p:nvPr/>
        </p:nvSpPr>
        <p:spPr>
          <a:xfrm>
            <a:off x="4752714" y="4617618"/>
            <a:ext cx="1104809" cy="808683"/>
          </a:xfrm>
          <a:prstGeom prst="rect">
            <a:avLst/>
          </a:prstGeom>
          <a:noFill/>
        </p:spPr>
        <p:txBody>
          <a:bodyPr wrap="square" lIns="0" tIns="0" rIns="0" bIns="0" rtlCol="0">
            <a:spAutoFit/>
          </a:bodyPr>
          <a:lstStyle/>
          <a:p>
            <a:pPr algn="ctr">
              <a:lnSpc>
                <a:spcPct val="130000"/>
              </a:lnSpc>
              <a:defRPr/>
            </a:pPr>
            <a:r>
              <a:rPr lang="en-US" altLang="zh-CN" sz="4400" kern="0"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rPr>
              <a:t>T</a:t>
            </a:r>
            <a:endParaRPr lang="zh-CN" altLang="en-US" sz="4400" kern="0"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3" name="TextBox 124"/>
          <p:cNvSpPr txBox="1"/>
          <p:nvPr/>
        </p:nvSpPr>
        <p:spPr>
          <a:xfrm>
            <a:off x="6500763" y="4544986"/>
            <a:ext cx="1021143" cy="808683"/>
          </a:xfrm>
          <a:prstGeom prst="rect">
            <a:avLst/>
          </a:prstGeom>
          <a:noFill/>
        </p:spPr>
        <p:txBody>
          <a:bodyPr wrap="square" lIns="0" tIns="0" rIns="0" bIns="0" rtlCol="0">
            <a:spAutoFit/>
          </a:bodyPr>
          <a:lstStyle/>
          <a:p>
            <a:pPr algn="ctr">
              <a:lnSpc>
                <a:spcPct val="130000"/>
              </a:lnSpc>
              <a:defRPr/>
            </a:pPr>
            <a:r>
              <a:rPr lang="en-US" altLang="zh-CN" sz="4400" kern="0"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rPr>
              <a:t>O</a:t>
            </a:r>
            <a:endParaRPr lang="zh-CN" altLang="en-US" sz="4400" kern="0"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nvGrpSpPr>
          <p:cNvPr id="24" name="组合 23"/>
          <p:cNvGrpSpPr/>
          <p:nvPr/>
        </p:nvGrpSpPr>
        <p:grpSpPr>
          <a:xfrm>
            <a:off x="8218767" y="4610141"/>
            <a:ext cx="3084393" cy="1193148"/>
            <a:chOff x="7942998" y="4290827"/>
            <a:chExt cx="3084393" cy="1193148"/>
          </a:xfrm>
        </p:grpSpPr>
        <p:sp>
          <p:nvSpPr>
            <p:cNvPr id="14" name="TextBox 76"/>
            <p:cNvSpPr txBox="1"/>
            <p:nvPr/>
          </p:nvSpPr>
          <p:spPr>
            <a:xfrm>
              <a:off x="7942998" y="4290827"/>
              <a:ext cx="1733670" cy="459228"/>
            </a:xfrm>
            <a:prstGeom prst="rect">
              <a:avLst/>
            </a:prstGeom>
            <a:noFill/>
            <a:effectLst/>
          </p:spPr>
          <p:txBody>
            <a:bodyPr wrap="square" rtlCol="0">
              <a:spAutoFit/>
            </a:bodyPr>
            <a:lstStyle/>
            <a:p>
              <a:pPr algn="ct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点击添加标题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15" name="文本框 14"/>
            <p:cNvSpPr txBox="1"/>
            <p:nvPr/>
          </p:nvSpPr>
          <p:spPr>
            <a:xfrm>
              <a:off x="7942998" y="4690937"/>
              <a:ext cx="3084393" cy="793038"/>
            </a:xfrm>
            <a:prstGeom prst="rect">
              <a:avLst/>
            </a:prstGeom>
            <a:noFill/>
            <a:effectLst/>
          </p:spPr>
          <p:txBody>
            <a:bodyPr wrap="square" rtlCol="0">
              <a:spAutoFit/>
            </a:bodyPr>
            <a:lstStyle/>
            <a:p>
              <a:pP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请在此添加文字说明请在此添加文字说明请说明请在此添加文字说明请在此添加文字在此添加文字说明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23" name="组合 22"/>
          <p:cNvGrpSpPr/>
          <p:nvPr/>
        </p:nvGrpSpPr>
        <p:grpSpPr>
          <a:xfrm>
            <a:off x="8218767" y="2157841"/>
            <a:ext cx="3084393" cy="1193148"/>
            <a:chOff x="7942998" y="1838527"/>
            <a:chExt cx="3084393" cy="1193148"/>
          </a:xfrm>
        </p:grpSpPr>
        <p:sp>
          <p:nvSpPr>
            <p:cNvPr id="16" name="TextBox 76"/>
            <p:cNvSpPr txBox="1"/>
            <p:nvPr/>
          </p:nvSpPr>
          <p:spPr>
            <a:xfrm>
              <a:off x="7942998" y="1838527"/>
              <a:ext cx="1733670" cy="459228"/>
            </a:xfrm>
            <a:prstGeom prst="rect">
              <a:avLst/>
            </a:prstGeom>
            <a:noFill/>
            <a:effectLst/>
          </p:spPr>
          <p:txBody>
            <a:bodyPr wrap="square" rtlCol="0">
              <a:spAutoFit/>
            </a:bodyPr>
            <a:lstStyle/>
            <a:p>
              <a:pPr algn="ct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点击添加标题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17" name="文本框 16"/>
            <p:cNvSpPr txBox="1"/>
            <p:nvPr/>
          </p:nvSpPr>
          <p:spPr>
            <a:xfrm>
              <a:off x="7942998" y="2238637"/>
              <a:ext cx="3084393" cy="793038"/>
            </a:xfrm>
            <a:prstGeom prst="rect">
              <a:avLst/>
            </a:prstGeom>
            <a:noFill/>
            <a:effectLst/>
          </p:spPr>
          <p:txBody>
            <a:bodyPr wrap="square" rtlCol="0">
              <a:spAutoFit/>
            </a:bodyPr>
            <a:lstStyle/>
            <a:p>
              <a:pP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请在此添加文字说明请在此添加文字说明请说明请在此添加文字说明请在此添加文字在此添加文字说明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22" name="组合 21"/>
          <p:cNvGrpSpPr/>
          <p:nvPr/>
        </p:nvGrpSpPr>
        <p:grpSpPr>
          <a:xfrm>
            <a:off x="858559" y="4610141"/>
            <a:ext cx="3084393" cy="1193148"/>
            <a:chOff x="1090788" y="4290827"/>
            <a:chExt cx="3084393" cy="1193148"/>
          </a:xfrm>
        </p:grpSpPr>
        <p:sp>
          <p:nvSpPr>
            <p:cNvPr id="18" name="TextBox 76"/>
            <p:cNvSpPr txBox="1"/>
            <p:nvPr/>
          </p:nvSpPr>
          <p:spPr>
            <a:xfrm>
              <a:off x="2441511" y="4290827"/>
              <a:ext cx="1733670" cy="459228"/>
            </a:xfrm>
            <a:prstGeom prst="rect">
              <a:avLst/>
            </a:prstGeom>
            <a:noFill/>
            <a:effectLst/>
          </p:spPr>
          <p:txBody>
            <a:bodyPr wrap="square" rtlCol="0">
              <a:spAutoFit/>
            </a:bodyPr>
            <a:lstStyle/>
            <a:p>
              <a:pPr algn="ct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点击添加标题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19" name="文本框 18"/>
            <p:cNvSpPr txBox="1"/>
            <p:nvPr/>
          </p:nvSpPr>
          <p:spPr>
            <a:xfrm>
              <a:off x="1090788" y="4690937"/>
              <a:ext cx="3084393" cy="793038"/>
            </a:xfrm>
            <a:prstGeom prst="rect">
              <a:avLst/>
            </a:prstGeom>
            <a:noFill/>
            <a:effectLst/>
          </p:spPr>
          <p:txBody>
            <a:bodyPr wrap="square" rtlCol="0">
              <a:spAutoFit/>
            </a:bodyPr>
            <a:lstStyle/>
            <a:p>
              <a:pPr algn="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请在此添加文字说明请在此添加文字说明请说明请在此添加文字说明请在此添加文字在此添加文字说明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5" name="组合 4"/>
          <p:cNvGrpSpPr/>
          <p:nvPr/>
        </p:nvGrpSpPr>
        <p:grpSpPr>
          <a:xfrm>
            <a:off x="858559" y="2157841"/>
            <a:ext cx="3084393" cy="1193148"/>
            <a:chOff x="1090788" y="1838527"/>
            <a:chExt cx="3084393" cy="1193148"/>
          </a:xfrm>
        </p:grpSpPr>
        <p:sp>
          <p:nvSpPr>
            <p:cNvPr id="20" name="TextBox 76"/>
            <p:cNvSpPr txBox="1"/>
            <p:nvPr/>
          </p:nvSpPr>
          <p:spPr>
            <a:xfrm>
              <a:off x="2441511" y="1838527"/>
              <a:ext cx="1733670" cy="459228"/>
            </a:xfrm>
            <a:prstGeom prst="rect">
              <a:avLst/>
            </a:prstGeom>
            <a:noFill/>
            <a:effectLst/>
          </p:spPr>
          <p:txBody>
            <a:bodyPr wrap="square" rtlCol="0">
              <a:spAutoFit/>
            </a:bodyPr>
            <a:lstStyle/>
            <a:p>
              <a:pPr algn="ct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点击添加标题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21" name="文本框 20"/>
            <p:cNvSpPr txBox="1"/>
            <p:nvPr/>
          </p:nvSpPr>
          <p:spPr>
            <a:xfrm>
              <a:off x="1090788" y="2238637"/>
              <a:ext cx="3084393" cy="793038"/>
            </a:xfrm>
            <a:prstGeom prst="rect">
              <a:avLst/>
            </a:prstGeom>
            <a:noFill/>
            <a:effectLst/>
          </p:spPr>
          <p:txBody>
            <a:bodyPr wrap="square" rtlCol="0">
              <a:spAutoFit/>
            </a:bodyPr>
            <a:lstStyle/>
            <a:p>
              <a:pPr algn="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请在此添加文字说明请在此添加文字说明请说明请在此添加文字说明请在此添加文字在此添加文字说明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2" name="组合 1"/>
          <p:cNvGrpSpPr/>
          <p:nvPr/>
        </p:nvGrpSpPr>
        <p:grpSpPr>
          <a:xfrm>
            <a:off x="22101" y="3587"/>
            <a:ext cx="12192313" cy="6854413"/>
            <a:chOff x="22101" y="3587"/>
            <a:chExt cx="12192313" cy="6854413"/>
          </a:xfrm>
        </p:grpSpPr>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a:off x="22101" y="3587"/>
              <a:ext cx="2022217" cy="1083786"/>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flipH="1" flipV="1">
              <a:off x="10192197" y="5774214"/>
              <a:ext cx="2022217" cy="1083786"/>
            </a:xfrm>
            <a:prstGeom prst="rect">
              <a:avLst/>
            </a:prstGeom>
          </p:spPr>
        </p:pic>
        <p:sp>
          <p:nvSpPr>
            <p:cNvPr id="25" name="ïSļiḓé"/>
            <p:cNvSpPr txBox="1"/>
            <p:nvPr/>
          </p:nvSpPr>
          <p:spPr>
            <a:xfrm>
              <a:off x="1033209" y="489898"/>
              <a:ext cx="2995946" cy="523220"/>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800" dirty="0">
                  <a:solidFill>
                    <a:schemeClr val="tx1"/>
                  </a:solidFill>
                  <a:effectLst/>
                  <a:latin typeface="思源宋体 CN Heavy" panose="02020900000000000000" pitchFamily="18" charset="-122"/>
                  <a:ea typeface="思源宋体 CN Heavy" panose="02020900000000000000" pitchFamily="18" charset="-122"/>
                </a:rPr>
                <a:t>论文选题背景</a:t>
              </a:r>
            </a:p>
          </p:txBody>
        </p:sp>
      </p:gr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ppt_x"/>
                                          </p:val>
                                        </p:tav>
                                        <p:tav tm="100000">
                                          <p:val>
                                            <p:strVal val="#ppt_x"/>
                                          </p:val>
                                        </p:tav>
                                      </p:tavLst>
                                    </p:anim>
                                    <p:anim calcmode="lin" valueType="num">
                                      <p:cBhvr additive="base">
                                        <p:cTn id="16" dur="500" fill="hold"/>
                                        <p:tgtEl>
                                          <p:spTgt spid="2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Freeform 6"/>
          <p:cNvSpPr>
            <a:spLocks noChangeAspect="1"/>
          </p:cNvSpPr>
          <p:nvPr/>
        </p:nvSpPr>
        <p:spPr bwMode="auto">
          <a:xfrm flipH="1">
            <a:off x="1809129" y="4132692"/>
            <a:ext cx="0" cy="717363"/>
          </a:xfrm>
          <a:custGeom>
            <a:avLst/>
            <a:gdLst>
              <a:gd name="T0" fmla="*/ 0 h 1974"/>
              <a:gd name="T1" fmla="*/ 1974 h 1974"/>
            </a:gdLst>
            <a:ahLst/>
            <a:cxnLst>
              <a:cxn ang="0">
                <a:pos x="0" y="T0"/>
              </a:cxn>
              <a:cxn ang="0">
                <a:pos x="0" y="T1"/>
              </a:cxn>
            </a:cxnLst>
            <a:rect l="0" t="0" r="r" b="b"/>
            <a:pathLst>
              <a:path h="1973">
                <a:moveTo>
                  <a:pt x="0" y="0"/>
                </a:moveTo>
                <a:cubicBezTo>
                  <a:pt x="0" y="1974"/>
                  <a:pt x="0" y="1974"/>
                  <a:pt x="0" y="1974"/>
                </a:cubicBezTo>
              </a:path>
            </a:pathLst>
          </a:custGeom>
          <a:noFill/>
          <a:ln w="25400" cap="flat">
            <a:solidFill>
              <a:schemeClr val="accent2"/>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63" name="Freeform 8"/>
          <p:cNvSpPr>
            <a:spLocks noChangeAspect="1"/>
          </p:cNvSpPr>
          <p:nvPr/>
        </p:nvSpPr>
        <p:spPr bwMode="auto">
          <a:xfrm flipH="1">
            <a:off x="6048238" y="4132692"/>
            <a:ext cx="0" cy="717363"/>
          </a:xfrm>
          <a:custGeom>
            <a:avLst/>
            <a:gdLst>
              <a:gd name="T0" fmla="*/ 0 h 1974"/>
              <a:gd name="T1" fmla="*/ 1974 h 1974"/>
            </a:gdLst>
            <a:ahLst/>
            <a:cxnLst>
              <a:cxn ang="0">
                <a:pos x="0" y="T0"/>
              </a:cxn>
              <a:cxn ang="0">
                <a:pos x="0" y="T1"/>
              </a:cxn>
            </a:cxnLst>
            <a:rect l="0" t="0" r="r" b="b"/>
            <a:pathLst>
              <a:path h="1973">
                <a:moveTo>
                  <a:pt x="0" y="0"/>
                </a:moveTo>
                <a:cubicBezTo>
                  <a:pt x="0" y="1974"/>
                  <a:pt x="0" y="1974"/>
                  <a:pt x="0" y="1974"/>
                </a:cubicBezTo>
              </a:path>
            </a:pathLst>
          </a:custGeom>
          <a:noFill/>
          <a:ln w="25400" cap="flat">
            <a:solidFill>
              <a:schemeClr val="accent2"/>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64" name="Freeform 10"/>
          <p:cNvSpPr>
            <a:spLocks noChangeAspect="1"/>
          </p:cNvSpPr>
          <p:nvPr/>
        </p:nvSpPr>
        <p:spPr bwMode="auto">
          <a:xfrm flipH="1">
            <a:off x="10285760" y="4132692"/>
            <a:ext cx="0" cy="717363"/>
          </a:xfrm>
          <a:custGeom>
            <a:avLst/>
            <a:gdLst>
              <a:gd name="T0" fmla="*/ 0 h 1974"/>
              <a:gd name="T1" fmla="*/ 1974 h 1974"/>
            </a:gdLst>
            <a:ahLst/>
            <a:cxnLst>
              <a:cxn ang="0">
                <a:pos x="0" y="T0"/>
              </a:cxn>
              <a:cxn ang="0">
                <a:pos x="0" y="T1"/>
              </a:cxn>
            </a:cxnLst>
            <a:rect l="0" t="0" r="r" b="b"/>
            <a:pathLst>
              <a:path h="1973">
                <a:moveTo>
                  <a:pt x="0" y="0"/>
                </a:moveTo>
                <a:cubicBezTo>
                  <a:pt x="0" y="1974"/>
                  <a:pt x="0" y="1974"/>
                  <a:pt x="0" y="1974"/>
                </a:cubicBezTo>
              </a:path>
            </a:pathLst>
          </a:custGeom>
          <a:noFill/>
          <a:ln w="25400" cap="flat">
            <a:solidFill>
              <a:schemeClr val="accent2"/>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65" name="Freeform 8"/>
          <p:cNvSpPr>
            <a:spLocks noChangeAspect="1"/>
          </p:cNvSpPr>
          <p:nvPr/>
        </p:nvSpPr>
        <p:spPr bwMode="auto">
          <a:xfrm flipH="1">
            <a:off x="3927891" y="3266143"/>
            <a:ext cx="0" cy="717363"/>
          </a:xfrm>
          <a:custGeom>
            <a:avLst/>
            <a:gdLst>
              <a:gd name="T0" fmla="*/ 0 h 1974"/>
              <a:gd name="T1" fmla="*/ 1974 h 1974"/>
            </a:gdLst>
            <a:ahLst/>
            <a:cxnLst>
              <a:cxn ang="0">
                <a:pos x="0" y="T0"/>
              </a:cxn>
              <a:cxn ang="0">
                <a:pos x="0" y="T1"/>
              </a:cxn>
            </a:cxnLst>
            <a:rect l="0" t="0" r="r" b="b"/>
            <a:pathLst>
              <a:path h="1973">
                <a:moveTo>
                  <a:pt x="0" y="0"/>
                </a:moveTo>
                <a:cubicBezTo>
                  <a:pt x="0" y="1974"/>
                  <a:pt x="0" y="1974"/>
                  <a:pt x="0" y="1974"/>
                </a:cubicBezTo>
              </a:path>
            </a:pathLst>
          </a:custGeom>
          <a:noFill/>
          <a:ln w="25400" cap="flat">
            <a:solidFill>
              <a:srgbClr val="1E4973"/>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66" name="Freeform 8"/>
          <p:cNvSpPr>
            <a:spLocks noChangeAspect="1"/>
          </p:cNvSpPr>
          <p:nvPr/>
        </p:nvSpPr>
        <p:spPr bwMode="auto">
          <a:xfrm flipH="1">
            <a:off x="8166999" y="3266143"/>
            <a:ext cx="0" cy="717363"/>
          </a:xfrm>
          <a:custGeom>
            <a:avLst/>
            <a:gdLst>
              <a:gd name="T0" fmla="*/ 0 h 1974"/>
              <a:gd name="T1" fmla="*/ 1974 h 1974"/>
            </a:gdLst>
            <a:ahLst/>
            <a:cxnLst>
              <a:cxn ang="0">
                <a:pos x="0" y="T0"/>
              </a:cxn>
              <a:cxn ang="0">
                <a:pos x="0" y="T1"/>
              </a:cxn>
            </a:cxnLst>
            <a:rect l="0" t="0" r="r" b="b"/>
            <a:pathLst>
              <a:path h="1973">
                <a:moveTo>
                  <a:pt x="0" y="0"/>
                </a:moveTo>
                <a:cubicBezTo>
                  <a:pt x="0" y="1974"/>
                  <a:pt x="0" y="1974"/>
                  <a:pt x="0" y="1974"/>
                </a:cubicBezTo>
              </a:path>
            </a:pathLst>
          </a:custGeom>
          <a:noFill/>
          <a:ln w="25400" cap="flat">
            <a:solidFill>
              <a:srgbClr val="1E4973"/>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nvGrpSpPr>
          <p:cNvPr id="67" name="组合 66"/>
          <p:cNvGrpSpPr>
            <a:grpSpLocks noChangeAspect="1"/>
          </p:cNvGrpSpPr>
          <p:nvPr/>
        </p:nvGrpSpPr>
        <p:grpSpPr>
          <a:xfrm>
            <a:off x="768796" y="3950176"/>
            <a:ext cx="2080671" cy="215844"/>
            <a:chOff x="860425" y="3627997"/>
            <a:chExt cx="2081213" cy="215900"/>
          </a:xfrm>
          <a:solidFill>
            <a:srgbClr val="9E2133"/>
          </a:solidFill>
          <a:effectLst>
            <a:outerShdw blurRad="101600" dist="38100" dir="2700000" algn="tl" rotWithShape="0">
              <a:prstClr val="black">
                <a:alpha val="15000"/>
              </a:prstClr>
            </a:outerShdw>
          </a:effectLst>
        </p:grpSpPr>
        <p:sp>
          <p:nvSpPr>
            <p:cNvPr id="68" name="Freeform 15"/>
            <p:cNvSpPr>
              <a:spLocks noChangeAspect="1"/>
            </p:cNvSpPr>
            <p:nvPr/>
          </p:nvSpPr>
          <p:spPr bwMode="auto">
            <a:xfrm>
              <a:off x="860425" y="3627997"/>
              <a:ext cx="2081213" cy="215900"/>
            </a:xfrm>
            <a:custGeom>
              <a:avLst/>
              <a:gdLst>
                <a:gd name="T0" fmla="*/ 0 w 5723"/>
                <a:gd name="T1" fmla="*/ 0 h 597"/>
                <a:gd name="T2" fmla="*/ 5493 w 5723"/>
                <a:gd name="T3" fmla="*/ 0 h 597"/>
                <a:gd name="T4" fmla="*/ 5723 w 5723"/>
                <a:gd name="T5" fmla="*/ 298 h 597"/>
                <a:gd name="T6" fmla="*/ 5493 w 5723"/>
                <a:gd name="T7" fmla="*/ 597 h 597"/>
                <a:gd name="T8" fmla="*/ 0 w 5723"/>
                <a:gd name="T9" fmla="*/ 597 h 597"/>
                <a:gd name="T10" fmla="*/ 230 w 5723"/>
                <a:gd name="T11" fmla="*/ 298 h 597"/>
                <a:gd name="T12" fmla="*/ 0 w 5723"/>
                <a:gd name="T13" fmla="*/ 0 h 597"/>
              </a:gdLst>
              <a:ahLst/>
              <a:cxnLst>
                <a:cxn ang="0">
                  <a:pos x="T0" y="T1"/>
                </a:cxn>
                <a:cxn ang="0">
                  <a:pos x="T2" y="T3"/>
                </a:cxn>
                <a:cxn ang="0">
                  <a:pos x="T4" y="T5"/>
                </a:cxn>
                <a:cxn ang="0">
                  <a:pos x="T6" y="T7"/>
                </a:cxn>
                <a:cxn ang="0">
                  <a:pos x="T8" y="T9"/>
                </a:cxn>
                <a:cxn ang="0">
                  <a:pos x="T10" y="T11"/>
                </a:cxn>
                <a:cxn ang="0">
                  <a:pos x="T12" y="T13"/>
                </a:cxn>
              </a:cxnLst>
              <a:rect l="0" t="0" r="r" b="b"/>
              <a:pathLst>
                <a:path w="5723" h="597">
                  <a:moveTo>
                    <a:pt x="0" y="0"/>
                  </a:moveTo>
                  <a:lnTo>
                    <a:pt x="5493" y="0"/>
                  </a:lnTo>
                  <a:lnTo>
                    <a:pt x="5723" y="298"/>
                  </a:lnTo>
                  <a:lnTo>
                    <a:pt x="5493" y="597"/>
                  </a:lnTo>
                  <a:lnTo>
                    <a:pt x="0" y="597"/>
                  </a:lnTo>
                  <a:lnTo>
                    <a:pt x="230" y="298"/>
                  </a:lnTo>
                  <a:lnTo>
                    <a:pt x="0" y="0"/>
                  </a:lnTo>
                  <a:close/>
                </a:path>
              </a:pathLst>
            </a:custGeom>
            <a:solidFill>
              <a:schemeClr val="accent2"/>
            </a:solidFill>
            <a:ln>
              <a:noFill/>
            </a:ln>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69" name="Oval 20"/>
            <p:cNvSpPr>
              <a:spLocks noChangeAspect="1" noChangeArrowheads="1"/>
            </p:cNvSpPr>
            <p:nvPr/>
          </p:nvSpPr>
          <p:spPr bwMode="auto">
            <a:xfrm>
              <a:off x="1836737" y="3672447"/>
              <a:ext cx="128588" cy="127000"/>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70" name="组合 69"/>
          <p:cNvGrpSpPr>
            <a:grpSpLocks noChangeAspect="1"/>
          </p:cNvGrpSpPr>
          <p:nvPr/>
        </p:nvGrpSpPr>
        <p:grpSpPr>
          <a:xfrm>
            <a:off x="2887557" y="3950176"/>
            <a:ext cx="2080671" cy="215844"/>
            <a:chOff x="2979738" y="3627997"/>
            <a:chExt cx="2081213" cy="215900"/>
          </a:xfrm>
          <a:solidFill>
            <a:schemeClr val="tx1">
              <a:lumMod val="95000"/>
              <a:lumOff val="5000"/>
            </a:schemeClr>
          </a:solidFill>
          <a:effectLst>
            <a:outerShdw blurRad="101600" dist="38100" dir="2700000" algn="tl" rotWithShape="0">
              <a:prstClr val="black">
                <a:alpha val="15000"/>
              </a:prstClr>
            </a:outerShdw>
          </a:effectLst>
        </p:grpSpPr>
        <p:sp>
          <p:nvSpPr>
            <p:cNvPr id="71" name="Freeform 16"/>
            <p:cNvSpPr>
              <a:spLocks noChangeAspect="1"/>
            </p:cNvSpPr>
            <p:nvPr/>
          </p:nvSpPr>
          <p:spPr bwMode="auto">
            <a:xfrm>
              <a:off x="2979738" y="3627997"/>
              <a:ext cx="2081213" cy="215900"/>
            </a:xfrm>
            <a:custGeom>
              <a:avLst/>
              <a:gdLst>
                <a:gd name="T0" fmla="*/ 0 w 5723"/>
                <a:gd name="T1" fmla="*/ 0 h 597"/>
                <a:gd name="T2" fmla="*/ 5493 w 5723"/>
                <a:gd name="T3" fmla="*/ 0 h 597"/>
                <a:gd name="T4" fmla="*/ 5723 w 5723"/>
                <a:gd name="T5" fmla="*/ 298 h 597"/>
                <a:gd name="T6" fmla="*/ 5493 w 5723"/>
                <a:gd name="T7" fmla="*/ 597 h 597"/>
                <a:gd name="T8" fmla="*/ 0 w 5723"/>
                <a:gd name="T9" fmla="*/ 597 h 597"/>
                <a:gd name="T10" fmla="*/ 230 w 5723"/>
                <a:gd name="T11" fmla="*/ 298 h 597"/>
                <a:gd name="T12" fmla="*/ 0 w 5723"/>
                <a:gd name="T13" fmla="*/ 0 h 597"/>
              </a:gdLst>
              <a:ahLst/>
              <a:cxnLst>
                <a:cxn ang="0">
                  <a:pos x="T0" y="T1"/>
                </a:cxn>
                <a:cxn ang="0">
                  <a:pos x="T2" y="T3"/>
                </a:cxn>
                <a:cxn ang="0">
                  <a:pos x="T4" y="T5"/>
                </a:cxn>
                <a:cxn ang="0">
                  <a:pos x="T6" y="T7"/>
                </a:cxn>
                <a:cxn ang="0">
                  <a:pos x="T8" y="T9"/>
                </a:cxn>
                <a:cxn ang="0">
                  <a:pos x="T10" y="T11"/>
                </a:cxn>
                <a:cxn ang="0">
                  <a:pos x="T12" y="T13"/>
                </a:cxn>
              </a:cxnLst>
              <a:rect l="0" t="0" r="r" b="b"/>
              <a:pathLst>
                <a:path w="5723" h="597">
                  <a:moveTo>
                    <a:pt x="0" y="0"/>
                  </a:moveTo>
                  <a:lnTo>
                    <a:pt x="5493" y="0"/>
                  </a:lnTo>
                  <a:lnTo>
                    <a:pt x="5723" y="298"/>
                  </a:lnTo>
                  <a:lnTo>
                    <a:pt x="5493" y="597"/>
                  </a:lnTo>
                  <a:lnTo>
                    <a:pt x="0" y="597"/>
                  </a:lnTo>
                  <a:lnTo>
                    <a:pt x="230" y="298"/>
                  </a:lnTo>
                  <a:lnTo>
                    <a:pt x="0" y="0"/>
                  </a:lnTo>
                  <a:close/>
                </a:path>
              </a:pathLst>
            </a:custGeom>
            <a:solidFill>
              <a:schemeClr val="accent1"/>
            </a:solidFill>
            <a:ln>
              <a:noFill/>
            </a:ln>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72" name="Oval 21"/>
            <p:cNvSpPr>
              <a:spLocks noChangeAspect="1" noChangeArrowheads="1"/>
            </p:cNvSpPr>
            <p:nvPr/>
          </p:nvSpPr>
          <p:spPr bwMode="auto">
            <a:xfrm>
              <a:off x="3956844" y="3672447"/>
              <a:ext cx="127000" cy="127000"/>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73" name="组合 72"/>
          <p:cNvGrpSpPr>
            <a:grpSpLocks noChangeAspect="1"/>
          </p:cNvGrpSpPr>
          <p:nvPr/>
        </p:nvGrpSpPr>
        <p:grpSpPr>
          <a:xfrm>
            <a:off x="5007905" y="3950176"/>
            <a:ext cx="2080671" cy="215844"/>
            <a:chOff x="5100638" y="3627997"/>
            <a:chExt cx="2081213" cy="215900"/>
          </a:xfrm>
          <a:solidFill>
            <a:srgbClr val="C00000"/>
          </a:solidFill>
          <a:effectLst>
            <a:outerShdw blurRad="101600" dist="38100" dir="2700000" algn="tl" rotWithShape="0">
              <a:prstClr val="black">
                <a:alpha val="15000"/>
              </a:prstClr>
            </a:outerShdw>
          </a:effectLst>
        </p:grpSpPr>
        <p:sp>
          <p:nvSpPr>
            <p:cNvPr id="74" name="Freeform 17"/>
            <p:cNvSpPr>
              <a:spLocks noChangeAspect="1"/>
            </p:cNvSpPr>
            <p:nvPr/>
          </p:nvSpPr>
          <p:spPr bwMode="auto">
            <a:xfrm>
              <a:off x="5100638" y="3627997"/>
              <a:ext cx="2081213" cy="215900"/>
            </a:xfrm>
            <a:custGeom>
              <a:avLst/>
              <a:gdLst>
                <a:gd name="T0" fmla="*/ 0 w 5723"/>
                <a:gd name="T1" fmla="*/ 0 h 597"/>
                <a:gd name="T2" fmla="*/ 5493 w 5723"/>
                <a:gd name="T3" fmla="*/ 0 h 597"/>
                <a:gd name="T4" fmla="*/ 5723 w 5723"/>
                <a:gd name="T5" fmla="*/ 298 h 597"/>
                <a:gd name="T6" fmla="*/ 5493 w 5723"/>
                <a:gd name="T7" fmla="*/ 597 h 597"/>
                <a:gd name="T8" fmla="*/ 0 w 5723"/>
                <a:gd name="T9" fmla="*/ 597 h 597"/>
                <a:gd name="T10" fmla="*/ 230 w 5723"/>
                <a:gd name="T11" fmla="*/ 298 h 597"/>
                <a:gd name="T12" fmla="*/ 0 w 5723"/>
                <a:gd name="T13" fmla="*/ 0 h 597"/>
              </a:gdLst>
              <a:ahLst/>
              <a:cxnLst>
                <a:cxn ang="0">
                  <a:pos x="T0" y="T1"/>
                </a:cxn>
                <a:cxn ang="0">
                  <a:pos x="T2" y="T3"/>
                </a:cxn>
                <a:cxn ang="0">
                  <a:pos x="T4" y="T5"/>
                </a:cxn>
                <a:cxn ang="0">
                  <a:pos x="T6" y="T7"/>
                </a:cxn>
                <a:cxn ang="0">
                  <a:pos x="T8" y="T9"/>
                </a:cxn>
                <a:cxn ang="0">
                  <a:pos x="T10" y="T11"/>
                </a:cxn>
                <a:cxn ang="0">
                  <a:pos x="T12" y="T13"/>
                </a:cxn>
              </a:cxnLst>
              <a:rect l="0" t="0" r="r" b="b"/>
              <a:pathLst>
                <a:path w="5723" h="597">
                  <a:moveTo>
                    <a:pt x="0" y="0"/>
                  </a:moveTo>
                  <a:lnTo>
                    <a:pt x="5493" y="0"/>
                  </a:lnTo>
                  <a:lnTo>
                    <a:pt x="5723" y="298"/>
                  </a:lnTo>
                  <a:lnTo>
                    <a:pt x="5493" y="597"/>
                  </a:lnTo>
                  <a:lnTo>
                    <a:pt x="0" y="597"/>
                  </a:lnTo>
                  <a:lnTo>
                    <a:pt x="230" y="298"/>
                  </a:lnTo>
                  <a:lnTo>
                    <a:pt x="0" y="0"/>
                  </a:lnTo>
                  <a:close/>
                </a:path>
              </a:pathLst>
            </a:custGeom>
            <a:solidFill>
              <a:schemeClr val="accent2"/>
            </a:solidFill>
            <a:ln>
              <a:noFill/>
            </a:ln>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75" name="Oval 22"/>
            <p:cNvSpPr>
              <a:spLocks noChangeAspect="1" noChangeArrowheads="1"/>
            </p:cNvSpPr>
            <p:nvPr/>
          </p:nvSpPr>
          <p:spPr bwMode="auto">
            <a:xfrm>
              <a:off x="6077744" y="3672447"/>
              <a:ext cx="127000" cy="127000"/>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76" name="组合 75"/>
          <p:cNvGrpSpPr>
            <a:grpSpLocks noChangeAspect="1"/>
          </p:cNvGrpSpPr>
          <p:nvPr/>
        </p:nvGrpSpPr>
        <p:grpSpPr>
          <a:xfrm>
            <a:off x="7126665" y="3950176"/>
            <a:ext cx="2080671" cy="215844"/>
            <a:chOff x="7219950" y="3627997"/>
            <a:chExt cx="2081213" cy="215900"/>
          </a:xfrm>
          <a:solidFill>
            <a:schemeClr val="tx1">
              <a:lumMod val="95000"/>
              <a:lumOff val="5000"/>
            </a:schemeClr>
          </a:solidFill>
          <a:effectLst>
            <a:outerShdw blurRad="101600" dist="38100" dir="2700000" algn="tl" rotWithShape="0">
              <a:prstClr val="black">
                <a:alpha val="15000"/>
              </a:prstClr>
            </a:outerShdw>
          </a:effectLst>
        </p:grpSpPr>
        <p:sp>
          <p:nvSpPr>
            <p:cNvPr id="77" name="Freeform 18"/>
            <p:cNvSpPr>
              <a:spLocks noChangeAspect="1"/>
            </p:cNvSpPr>
            <p:nvPr/>
          </p:nvSpPr>
          <p:spPr bwMode="auto">
            <a:xfrm>
              <a:off x="7219950" y="3627997"/>
              <a:ext cx="2081213" cy="215900"/>
            </a:xfrm>
            <a:custGeom>
              <a:avLst/>
              <a:gdLst>
                <a:gd name="T0" fmla="*/ 0 w 5723"/>
                <a:gd name="T1" fmla="*/ 0 h 597"/>
                <a:gd name="T2" fmla="*/ 5493 w 5723"/>
                <a:gd name="T3" fmla="*/ 0 h 597"/>
                <a:gd name="T4" fmla="*/ 5723 w 5723"/>
                <a:gd name="T5" fmla="*/ 298 h 597"/>
                <a:gd name="T6" fmla="*/ 5493 w 5723"/>
                <a:gd name="T7" fmla="*/ 597 h 597"/>
                <a:gd name="T8" fmla="*/ 0 w 5723"/>
                <a:gd name="T9" fmla="*/ 597 h 597"/>
                <a:gd name="T10" fmla="*/ 230 w 5723"/>
                <a:gd name="T11" fmla="*/ 298 h 597"/>
                <a:gd name="T12" fmla="*/ 0 w 5723"/>
                <a:gd name="T13" fmla="*/ 0 h 597"/>
              </a:gdLst>
              <a:ahLst/>
              <a:cxnLst>
                <a:cxn ang="0">
                  <a:pos x="T0" y="T1"/>
                </a:cxn>
                <a:cxn ang="0">
                  <a:pos x="T2" y="T3"/>
                </a:cxn>
                <a:cxn ang="0">
                  <a:pos x="T4" y="T5"/>
                </a:cxn>
                <a:cxn ang="0">
                  <a:pos x="T6" y="T7"/>
                </a:cxn>
                <a:cxn ang="0">
                  <a:pos x="T8" y="T9"/>
                </a:cxn>
                <a:cxn ang="0">
                  <a:pos x="T10" y="T11"/>
                </a:cxn>
                <a:cxn ang="0">
                  <a:pos x="T12" y="T13"/>
                </a:cxn>
              </a:cxnLst>
              <a:rect l="0" t="0" r="r" b="b"/>
              <a:pathLst>
                <a:path w="5723" h="597">
                  <a:moveTo>
                    <a:pt x="0" y="0"/>
                  </a:moveTo>
                  <a:lnTo>
                    <a:pt x="5493" y="0"/>
                  </a:lnTo>
                  <a:lnTo>
                    <a:pt x="5723" y="298"/>
                  </a:lnTo>
                  <a:lnTo>
                    <a:pt x="5493" y="597"/>
                  </a:lnTo>
                  <a:lnTo>
                    <a:pt x="0" y="597"/>
                  </a:lnTo>
                  <a:lnTo>
                    <a:pt x="230" y="298"/>
                  </a:lnTo>
                  <a:lnTo>
                    <a:pt x="0" y="0"/>
                  </a:lnTo>
                  <a:close/>
                </a:path>
              </a:pathLst>
            </a:custGeom>
            <a:solidFill>
              <a:schemeClr val="accent1"/>
            </a:solidFill>
            <a:ln>
              <a:noFill/>
            </a:ln>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78" name="Oval 23"/>
            <p:cNvSpPr>
              <a:spLocks noChangeAspect="1" noChangeArrowheads="1"/>
            </p:cNvSpPr>
            <p:nvPr/>
          </p:nvSpPr>
          <p:spPr bwMode="auto">
            <a:xfrm>
              <a:off x="8197056" y="3672447"/>
              <a:ext cx="127000" cy="127000"/>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79" name="组合 78"/>
          <p:cNvGrpSpPr>
            <a:grpSpLocks noChangeAspect="1"/>
          </p:cNvGrpSpPr>
          <p:nvPr/>
        </p:nvGrpSpPr>
        <p:grpSpPr>
          <a:xfrm>
            <a:off x="9245426" y="3950176"/>
            <a:ext cx="2080671" cy="215844"/>
            <a:chOff x="9339263" y="3627997"/>
            <a:chExt cx="2081213" cy="215900"/>
          </a:xfrm>
          <a:solidFill>
            <a:srgbClr val="C00000"/>
          </a:solidFill>
          <a:effectLst>
            <a:outerShdw blurRad="101600" dist="38100" dir="2700000" algn="tl" rotWithShape="0">
              <a:prstClr val="black">
                <a:alpha val="15000"/>
              </a:prstClr>
            </a:outerShdw>
          </a:effectLst>
        </p:grpSpPr>
        <p:sp>
          <p:nvSpPr>
            <p:cNvPr id="80" name="Freeform 19"/>
            <p:cNvSpPr>
              <a:spLocks noChangeAspect="1"/>
            </p:cNvSpPr>
            <p:nvPr/>
          </p:nvSpPr>
          <p:spPr bwMode="auto">
            <a:xfrm>
              <a:off x="9339263" y="3627997"/>
              <a:ext cx="2081213" cy="215900"/>
            </a:xfrm>
            <a:custGeom>
              <a:avLst/>
              <a:gdLst>
                <a:gd name="T0" fmla="*/ 0 w 5723"/>
                <a:gd name="T1" fmla="*/ 0 h 597"/>
                <a:gd name="T2" fmla="*/ 5493 w 5723"/>
                <a:gd name="T3" fmla="*/ 0 h 597"/>
                <a:gd name="T4" fmla="*/ 5723 w 5723"/>
                <a:gd name="T5" fmla="*/ 298 h 597"/>
                <a:gd name="T6" fmla="*/ 5493 w 5723"/>
                <a:gd name="T7" fmla="*/ 597 h 597"/>
                <a:gd name="T8" fmla="*/ 0 w 5723"/>
                <a:gd name="T9" fmla="*/ 597 h 597"/>
                <a:gd name="T10" fmla="*/ 230 w 5723"/>
                <a:gd name="T11" fmla="*/ 298 h 597"/>
                <a:gd name="T12" fmla="*/ 0 w 5723"/>
                <a:gd name="T13" fmla="*/ 0 h 597"/>
              </a:gdLst>
              <a:ahLst/>
              <a:cxnLst>
                <a:cxn ang="0">
                  <a:pos x="T0" y="T1"/>
                </a:cxn>
                <a:cxn ang="0">
                  <a:pos x="T2" y="T3"/>
                </a:cxn>
                <a:cxn ang="0">
                  <a:pos x="T4" y="T5"/>
                </a:cxn>
                <a:cxn ang="0">
                  <a:pos x="T6" y="T7"/>
                </a:cxn>
                <a:cxn ang="0">
                  <a:pos x="T8" y="T9"/>
                </a:cxn>
                <a:cxn ang="0">
                  <a:pos x="T10" y="T11"/>
                </a:cxn>
                <a:cxn ang="0">
                  <a:pos x="T12" y="T13"/>
                </a:cxn>
              </a:cxnLst>
              <a:rect l="0" t="0" r="r" b="b"/>
              <a:pathLst>
                <a:path w="5723" h="597">
                  <a:moveTo>
                    <a:pt x="0" y="0"/>
                  </a:moveTo>
                  <a:lnTo>
                    <a:pt x="5493" y="0"/>
                  </a:lnTo>
                  <a:lnTo>
                    <a:pt x="5723" y="298"/>
                  </a:lnTo>
                  <a:lnTo>
                    <a:pt x="5493" y="597"/>
                  </a:lnTo>
                  <a:lnTo>
                    <a:pt x="0" y="597"/>
                  </a:lnTo>
                  <a:lnTo>
                    <a:pt x="230" y="298"/>
                  </a:lnTo>
                  <a:lnTo>
                    <a:pt x="0" y="0"/>
                  </a:lnTo>
                  <a:close/>
                </a:path>
              </a:pathLst>
            </a:custGeom>
            <a:solidFill>
              <a:schemeClr val="accent2"/>
            </a:solidFill>
            <a:ln>
              <a:noFill/>
            </a:ln>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81" name="Oval 24"/>
            <p:cNvSpPr>
              <a:spLocks noChangeAspect="1" noChangeArrowheads="1"/>
            </p:cNvSpPr>
            <p:nvPr/>
          </p:nvSpPr>
          <p:spPr bwMode="auto">
            <a:xfrm>
              <a:off x="10316369" y="3672447"/>
              <a:ext cx="127000" cy="127000"/>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82" name="组合 81"/>
          <p:cNvGrpSpPr>
            <a:grpSpLocks noChangeAspect="1"/>
          </p:cNvGrpSpPr>
          <p:nvPr/>
        </p:nvGrpSpPr>
        <p:grpSpPr>
          <a:xfrm>
            <a:off x="5618140" y="4807205"/>
            <a:ext cx="860201" cy="860201"/>
            <a:chOff x="5711032" y="4485247"/>
            <a:chExt cx="860425" cy="860425"/>
          </a:xfrm>
          <a:effectLst>
            <a:outerShdw blurRad="101600" dist="38100" dir="2700000" algn="tl" rotWithShape="0">
              <a:prstClr val="black">
                <a:alpha val="15000"/>
              </a:prstClr>
            </a:outerShdw>
          </a:effectLst>
        </p:grpSpPr>
        <p:sp>
          <p:nvSpPr>
            <p:cNvPr id="83" name="Oval 7"/>
            <p:cNvSpPr>
              <a:spLocks noChangeAspect="1" noChangeArrowheads="1"/>
            </p:cNvSpPr>
            <p:nvPr/>
          </p:nvSpPr>
          <p:spPr bwMode="auto">
            <a:xfrm>
              <a:off x="5711032" y="4485247"/>
              <a:ext cx="860425" cy="860425"/>
            </a:xfrm>
            <a:prstGeom prst="ellipse">
              <a:avLst/>
            </a:prstGeom>
            <a:solidFill>
              <a:schemeClr val="accent2"/>
            </a:solidFill>
            <a:ln w="25400" cap="flat" cmpd="sng" algn="ctr">
              <a:solidFill>
                <a:schemeClr val="bg1">
                  <a:lumMod val="95000"/>
                </a:schemeClr>
              </a:solidFill>
              <a:prstDash val="solid"/>
              <a:miter lim="800000"/>
            </a:ln>
            <a:effectLst/>
          </p:spPr>
          <p:txBody>
            <a:bodyPr rtlCol="0" anchor="ctr"/>
            <a:lstStyle/>
            <a:p>
              <a:pPr algn="ctr">
                <a:lnSpc>
                  <a:spcPct val="130000"/>
                </a:lnSpc>
                <a:defRPr/>
              </a:pPr>
              <a:endParaRPr lang="zh-CN" altLang="en-US" sz="1400" kern="0" dirty="0">
                <a:solidFill>
                  <a:prstClr val="white"/>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84" name="Freeform 59"/>
            <p:cNvSpPr>
              <a:spLocks noChangeAspect="1" noEditPoints="1"/>
            </p:cNvSpPr>
            <p:nvPr/>
          </p:nvSpPr>
          <p:spPr bwMode="auto">
            <a:xfrm>
              <a:off x="5896559" y="4681459"/>
              <a:ext cx="489371" cy="468000"/>
            </a:xfrm>
            <a:custGeom>
              <a:avLst/>
              <a:gdLst>
                <a:gd name="T0" fmla="*/ 312 w 999"/>
                <a:gd name="T1" fmla="*/ 203 h 956"/>
                <a:gd name="T2" fmla="*/ 468 w 999"/>
                <a:gd name="T3" fmla="*/ 20 h 956"/>
                <a:gd name="T4" fmla="*/ 231 w 999"/>
                <a:gd name="T5" fmla="*/ 253 h 956"/>
                <a:gd name="T6" fmla="*/ 0 w 999"/>
                <a:gd name="T7" fmla="*/ 441 h 956"/>
                <a:gd name="T8" fmla="*/ 231 w 999"/>
                <a:gd name="T9" fmla="*/ 253 h 956"/>
                <a:gd name="T10" fmla="*/ 249 w 999"/>
                <a:gd name="T11" fmla="*/ 192 h 956"/>
                <a:gd name="T12" fmla="*/ 374 w 999"/>
                <a:gd name="T13" fmla="*/ 0 h 956"/>
                <a:gd name="T14" fmla="*/ 121 w 999"/>
                <a:gd name="T15" fmla="*/ 801 h 956"/>
                <a:gd name="T16" fmla="*/ 283 w 999"/>
                <a:gd name="T17" fmla="*/ 843 h 956"/>
                <a:gd name="T18" fmla="*/ 121 w 999"/>
                <a:gd name="T19" fmla="*/ 801 h 956"/>
                <a:gd name="T20" fmla="*/ 468 w 999"/>
                <a:gd name="T21" fmla="*/ 677 h 956"/>
                <a:gd name="T22" fmla="*/ 266 w 999"/>
                <a:gd name="T23" fmla="*/ 505 h 956"/>
                <a:gd name="T24" fmla="*/ 231 w 999"/>
                <a:gd name="T25" fmla="*/ 705 h 956"/>
                <a:gd name="T26" fmla="*/ 0 w 999"/>
                <a:gd name="T27" fmla="*/ 505 h 956"/>
                <a:gd name="T28" fmla="*/ 231 w 999"/>
                <a:gd name="T29" fmla="*/ 705 h 956"/>
                <a:gd name="T30" fmla="*/ 797 w 999"/>
                <a:gd name="T31" fmla="*/ 441 h 956"/>
                <a:gd name="T32" fmla="*/ 918 w 999"/>
                <a:gd name="T33" fmla="*/ 206 h 956"/>
                <a:gd name="T34" fmla="*/ 770 w 999"/>
                <a:gd name="T35" fmla="*/ 705 h 956"/>
                <a:gd name="T36" fmla="*/ 999 w 999"/>
                <a:gd name="T37" fmla="*/ 505 h 956"/>
                <a:gd name="T38" fmla="*/ 770 w 999"/>
                <a:gd name="T39" fmla="*/ 705 h 956"/>
                <a:gd name="T40" fmla="*/ 626 w 999"/>
                <a:gd name="T41" fmla="*/ 956 h 956"/>
                <a:gd name="T42" fmla="*/ 751 w 999"/>
                <a:gd name="T43" fmla="*/ 765 h 956"/>
                <a:gd name="T44" fmla="*/ 532 w 999"/>
                <a:gd name="T45" fmla="*/ 216 h 956"/>
                <a:gd name="T46" fmla="*/ 660 w 999"/>
                <a:gd name="T47" fmla="*/ 143 h 956"/>
                <a:gd name="T48" fmla="*/ 532 w 999"/>
                <a:gd name="T49" fmla="*/ 677 h 956"/>
                <a:gd name="T50" fmla="*/ 733 w 999"/>
                <a:gd name="T51" fmla="*/ 505 h 956"/>
                <a:gd name="T52" fmla="*/ 532 w 999"/>
                <a:gd name="T53" fmla="*/ 677 h 956"/>
                <a:gd name="T54" fmla="*/ 468 w 999"/>
                <a:gd name="T55" fmla="*/ 441 h 956"/>
                <a:gd name="T56" fmla="*/ 293 w 999"/>
                <a:gd name="T57" fmla="*/ 264 h 956"/>
                <a:gd name="T58" fmla="*/ 532 w 999"/>
                <a:gd name="T59" fmla="*/ 441 h 956"/>
                <a:gd name="T60" fmla="*/ 707 w 999"/>
                <a:gd name="T61" fmla="*/ 264 h 956"/>
                <a:gd name="T62" fmla="*/ 532 w 999"/>
                <a:gd name="T63" fmla="*/ 441 h 956"/>
                <a:gd name="T64" fmla="*/ 751 w 999"/>
                <a:gd name="T65" fmla="*/ 192 h 956"/>
                <a:gd name="T66" fmla="*/ 626 w 999"/>
                <a:gd name="T67" fmla="*/ 0 h 956"/>
                <a:gd name="T68" fmla="*/ 312 w 999"/>
                <a:gd name="T69" fmla="*/ 753 h 956"/>
                <a:gd name="T70" fmla="*/ 468 w 999"/>
                <a:gd name="T71" fmla="*/ 938 h 956"/>
                <a:gd name="T72" fmla="*/ 312 w 999"/>
                <a:gd name="T73" fmla="*/ 753 h 956"/>
                <a:gd name="T74" fmla="*/ 687 w 999"/>
                <a:gd name="T75" fmla="*/ 753 h 956"/>
                <a:gd name="T76" fmla="*/ 532 w 999"/>
                <a:gd name="T77" fmla="*/ 938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9" h="956">
                  <a:moveTo>
                    <a:pt x="340" y="143"/>
                  </a:moveTo>
                  <a:cubicBezTo>
                    <a:pt x="330" y="162"/>
                    <a:pt x="321" y="183"/>
                    <a:pt x="312" y="203"/>
                  </a:cubicBezTo>
                  <a:cubicBezTo>
                    <a:pt x="361" y="210"/>
                    <a:pt x="413" y="214"/>
                    <a:pt x="468" y="216"/>
                  </a:cubicBezTo>
                  <a:lnTo>
                    <a:pt x="468" y="20"/>
                  </a:lnTo>
                  <a:cubicBezTo>
                    <a:pt x="421" y="33"/>
                    <a:pt x="376" y="75"/>
                    <a:pt x="340" y="143"/>
                  </a:cubicBezTo>
                  <a:close/>
                  <a:moveTo>
                    <a:pt x="231" y="253"/>
                  </a:moveTo>
                  <a:cubicBezTo>
                    <a:pt x="176" y="240"/>
                    <a:pt x="125" y="225"/>
                    <a:pt x="81" y="207"/>
                  </a:cubicBezTo>
                  <a:cubicBezTo>
                    <a:pt x="36" y="275"/>
                    <a:pt x="7" y="355"/>
                    <a:pt x="0" y="441"/>
                  </a:cubicBezTo>
                  <a:lnTo>
                    <a:pt x="203" y="441"/>
                  </a:lnTo>
                  <a:cubicBezTo>
                    <a:pt x="205" y="376"/>
                    <a:pt x="215" y="311"/>
                    <a:pt x="231" y="253"/>
                  </a:cubicBezTo>
                  <a:close/>
                  <a:moveTo>
                    <a:pt x="121" y="155"/>
                  </a:moveTo>
                  <a:cubicBezTo>
                    <a:pt x="159" y="170"/>
                    <a:pt x="201" y="183"/>
                    <a:pt x="249" y="192"/>
                  </a:cubicBezTo>
                  <a:cubicBezTo>
                    <a:pt x="259" y="164"/>
                    <a:pt x="270" y="138"/>
                    <a:pt x="283" y="113"/>
                  </a:cubicBezTo>
                  <a:cubicBezTo>
                    <a:pt x="309" y="65"/>
                    <a:pt x="340" y="27"/>
                    <a:pt x="374" y="0"/>
                  </a:cubicBezTo>
                  <a:cubicBezTo>
                    <a:pt x="274" y="26"/>
                    <a:pt x="186" y="81"/>
                    <a:pt x="121" y="155"/>
                  </a:cubicBezTo>
                  <a:close/>
                  <a:moveTo>
                    <a:pt x="121" y="801"/>
                  </a:moveTo>
                  <a:cubicBezTo>
                    <a:pt x="186" y="876"/>
                    <a:pt x="274" y="931"/>
                    <a:pt x="374" y="956"/>
                  </a:cubicBezTo>
                  <a:cubicBezTo>
                    <a:pt x="340" y="929"/>
                    <a:pt x="309" y="892"/>
                    <a:pt x="283" y="843"/>
                  </a:cubicBezTo>
                  <a:cubicBezTo>
                    <a:pt x="270" y="819"/>
                    <a:pt x="259" y="793"/>
                    <a:pt x="249" y="765"/>
                  </a:cubicBezTo>
                  <a:cubicBezTo>
                    <a:pt x="201" y="775"/>
                    <a:pt x="159" y="787"/>
                    <a:pt x="121" y="801"/>
                  </a:cubicBezTo>
                  <a:close/>
                  <a:moveTo>
                    <a:pt x="293" y="693"/>
                  </a:moveTo>
                  <a:cubicBezTo>
                    <a:pt x="348" y="684"/>
                    <a:pt x="407" y="679"/>
                    <a:pt x="468" y="677"/>
                  </a:cubicBezTo>
                  <a:lnTo>
                    <a:pt x="468" y="505"/>
                  </a:lnTo>
                  <a:lnTo>
                    <a:pt x="266" y="505"/>
                  </a:lnTo>
                  <a:cubicBezTo>
                    <a:pt x="268" y="572"/>
                    <a:pt x="277" y="635"/>
                    <a:pt x="293" y="693"/>
                  </a:cubicBezTo>
                  <a:close/>
                  <a:moveTo>
                    <a:pt x="231" y="705"/>
                  </a:moveTo>
                  <a:cubicBezTo>
                    <a:pt x="214" y="643"/>
                    <a:pt x="204" y="575"/>
                    <a:pt x="202" y="505"/>
                  </a:cubicBezTo>
                  <a:lnTo>
                    <a:pt x="0" y="505"/>
                  </a:lnTo>
                  <a:cubicBezTo>
                    <a:pt x="5" y="595"/>
                    <a:pt x="34" y="678"/>
                    <a:pt x="81" y="750"/>
                  </a:cubicBezTo>
                  <a:cubicBezTo>
                    <a:pt x="125" y="732"/>
                    <a:pt x="176" y="716"/>
                    <a:pt x="231" y="705"/>
                  </a:cubicBezTo>
                  <a:close/>
                  <a:moveTo>
                    <a:pt x="770" y="253"/>
                  </a:moveTo>
                  <a:cubicBezTo>
                    <a:pt x="785" y="311"/>
                    <a:pt x="795" y="376"/>
                    <a:pt x="797" y="441"/>
                  </a:cubicBezTo>
                  <a:lnTo>
                    <a:pt x="999" y="441"/>
                  </a:lnTo>
                  <a:cubicBezTo>
                    <a:pt x="992" y="355"/>
                    <a:pt x="964" y="275"/>
                    <a:pt x="918" y="206"/>
                  </a:cubicBezTo>
                  <a:cubicBezTo>
                    <a:pt x="873" y="225"/>
                    <a:pt x="823" y="241"/>
                    <a:pt x="770" y="253"/>
                  </a:cubicBezTo>
                  <a:close/>
                  <a:moveTo>
                    <a:pt x="770" y="705"/>
                  </a:moveTo>
                  <a:cubicBezTo>
                    <a:pt x="824" y="716"/>
                    <a:pt x="873" y="732"/>
                    <a:pt x="918" y="750"/>
                  </a:cubicBezTo>
                  <a:cubicBezTo>
                    <a:pt x="965" y="679"/>
                    <a:pt x="994" y="595"/>
                    <a:pt x="999" y="505"/>
                  </a:cubicBezTo>
                  <a:lnTo>
                    <a:pt x="797" y="505"/>
                  </a:lnTo>
                  <a:cubicBezTo>
                    <a:pt x="796" y="576"/>
                    <a:pt x="786" y="644"/>
                    <a:pt x="770" y="705"/>
                  </a:cubicBezTo>
                  <a:close/>
                  <a:moveTo>
                    <a:pt x="751" y="765"/>
                  </a:moveTo>
                  <a:cubicBezTo>
                    <a:pt x="720" y="849"/>
                    <a:pt x="678" y="915"/>
                    <a:pt x="626" y="956"/>
                  </a:cubicBezTo>
                  <a:cubicBezTo>
                    <a:pt x="725" y="932"/>
                    <a:pt x="812" y="877"/>
                    <a:pt x="877" y="803"/>
                  </a:cubicBezTo>
                  <a:cubicBezTo>
                    <a:pt x="839" y="788"/>
                    <a:pt x="797" y="775"/>
                    <a:pt x="751" y="765"/>
                  </a:cubicBezTo>
                  <a:close/>
                  <a:moveTo>
                    <a:pt x="532" y="20"/>
                  </a:moveTo>
                  <a:lnTo>
                    <a:pt x="532" y="216"/>
                  </a:lnTo>
                  <a:cubicBezTo>
                    <a:pt x="585" y="214"/>
                    <a:pt x="637" y="210"/>
                    <a:pt x="687" y="203"/>
                  </a:cubicBezTo>
                  <a:cubicBezTo>
                    <a:pt x="679" y="182"/>
                    <a:pt x="670" y="162"/>
                    <a:pt x="660" y="143"/>
                  </a:cubicBezTo>
                  <a:cubicBezTo>
                    <a:pt x="623" y="75"/>
                    <a:pt x="578" y="33"/>
                    <a:pt x="532" y="20"/>
                  </a:cubicBezTo>
                  <a:close/>
                  <a:moveTo>
                    <a:pt x="532" y="677"/>
                  </a:moveTo>
                  <a:cubicBezTo>
                    <a:pt x="592" y="679"/>
                    <a:pt x="651" y="684"/>
                    <a:pt x="707" y="693"/>
                  </a:cubicBezTo>
                  <a:cubicBezTo>
                    <a:pt x="722" y="636"/>
                    <a:pt x="732" y="572"/>
                    <a:pt x="733" y="505"/>
                  </a:cubicBezTo>
                  <a:lnTo>
                    <a:pt x="532" y="505"/>
                  </a:lnTo>
                  <a:lnTo>
                    <a:pt x="532" y="677"/>
                  </a:lnTo>
                  <a:close/>
                  <a:moveTo>
                    <a:pt x="266" y="441"/>
                  </a:moveTo>
                  <a:lnTo>
                    <a:pt x="468" y="441"/>
                  </a:lnTo>
                  <a:lnTo>
                    <a:pt x="468" y="278"/>
                  </a:lnTo>
                  <a:cubicBezTo>
                    <a:pt x="407" y="278"/>
                    <a:pt x="348" y="272"/>
                    <a:pt x="293" y="264"/>
                  </a:cubicBezTo>
                  <a:cubicBezTo>
                    <a:pt x="278" y="319"/>
                    <a:pt x="269" y="379"/>
                    <a:pt x="266" y="441"/>
                  </a:cubicBezTo>
                  <a:close/>
                  <a:moveTo>
                    <a:pt x="532" y="441"/>
                  </a:moveTo>
                  <a:lnTo>
                    <a:pt x="733" y="441"/>
                  </a:lnTo>
                  <a:cubicBezTo>
                    <a:pt x="730" y="379"/>
                    <a:pt x="722" y="319"/>
                    <a:pt x="707" y="264"/>
                  </a:cubicBezTo>
                  <a:cubicBezTo>
                    <a:pt x="651" y="272"/>
                    <a:pt x="592" y="278"/>
                    <a:pt x="532" y="278"/>
                  </a:cubicBezTo>
                  <a:lnTo>
                    <a:pt x="532" y="441"/>
                  </a:lnTo>
                  <a:close/>
                  <a:moveTo>
                    <a:pt x="716" y="113"/>
                  </a:moveTo>
                  <a:cubicBezTo>
                    <a:pt x="729" y="138"/>
                    <a:pt x="741" y="164"/>
                    <a:pt x="751" y="192"/>
                  </a:cubicBezTo>
                  <a:cubicBezTo>
                    <a:pt x="797" y="183"/>
                    <a:pt x="838" y="169"/>
                    <a:pt x="878" y="155"/>
                  </a:cubicBezTo>
                  <a:cubicBezTo>
                    <a:pt x="812" y="80"/>
                    <a:pt x="725" y="26"/>
                    <a:pt x="626" y="0"/>
                  </a:cubicBezTo>
                  <a:cubicBezTo>
                    <a:pt x="659" y="27"/>
                    <a:pt x="690" y="65"/>
                    <a:pt x="716" y="113"/>
                  </a:cubicBezTo>
                  <a:close/>
                  <a:moveTo>
                    <a:pt x="312" y="753"/>
                  </a:moveTo>
                  <a:cubicBezTo>
                    <a:pt x="321" y="775"/>
                    <a:pt x="330" y="794"/>
                    <a:pt x="340" y="813"/>
                  </a:cubicBezTo>
                  <a:cubicBezTo>
                    <a:pt x="376" y="880"/>
                    <a:pt x="421" y="923"/>
                    <a:pt x="468" y="938"/>
                  </a:cubicBezTo>
                  <a:lnTo>
                    <a:pt x="468" y="741"/>
                  </a:lnTo>
                  <a:cubicBezTo>
                    <a:pt x="413" y="742"/>
                    <a:pt x="361" y="747"/>
                    <a:pt x="312" y="753"/>
                  </a:cubicBezTo>
                  <a:close/>
                  <a:moveTo>
                    <a:pt x="532" y="938"/>
                  </a:moveTo>
                  <a:cubicBezTo>
                    <a:pt x="594" y="920"/>
                    <a:pt x="650" y="850"/>
                    <a:pt x="687" y="753"/>
                  </a:cubicBezTo>
                  <a:cubicBezTo>
                    <a:pt x="637" y="747"/>
                    <a:pt x="585" y="742"/>
                    <a:pt x="532" y="741"/>
                  </a:cubicBezTo>
                  <a:lnTo>
                    <a:pt x="532" y="938"/>
                  </a:lnTo>
                  <a:close/>
                </a:path>
              </a:pathLst>
            </a:custGeom>
            <a:solidFill>
              <a:srgbClr val="FFFFFF"/>
            </a:solidFill>
            <a:ln>
              <a:noFill/>
            </a:ln>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85" name="组合 84"/>
          <p:cNvGrpSpPr>
            <a:grpSpLocks noChangeAspect="1"/>
          </p:cNvGrpSpPr>
          <p:nvPr/>
        </p:nvGrpSpPr>
        <p:grpSpPr>
          <a:xfrm>
            <a:off x="7736106" y="2448792"/>
            <a:ext cx="861789" cy="858614"/>
            <a:chOff x="7829550" y="2126222"/>
            <a:chExt cx="862013" cy="858838"/>
          </a:xfrm>
          <a:effectLst>
            <a:outerShdw blurRad="101600" dist="38100" dir="2700000" algn="tl" rotWithShape="0">
              <a:prstClr val="black">
                <a:alpha val="15000"/>
              </a:prstClr>
            </a:outerShdw>
          </a:effectLst>
        </p:grpSpPr>
        <p:sp>
          <p:nvSpPr>
            <p:cNvPr id="86" name="Oval 13"/>
            <p:cNvSpPr>
              <a:spLocks noChangeAspect="1" noChangeArrowheads="1"/>
            </p:cNvSpPr>
            <p:nvPr/>
          </p:nvSpPr>
          <p:spPr bwMode="auto">
            <a:xfrm>
              <a:off x="7829550" y="2126222"/>
              <a:ext cx="862013" cy="858838"/>
            </a:xfrm>
            <a:prstGeom prst="ellipse">
              <a:avLst/>
            </a:prstGeom>
            <a:solidFill>
              <a:schemeClr val="accent1"/>
            </a:solidFill>
            <a:ln w="25400" cap="flat" cmpd="sng" algn="ctr">
              <a:solidFill>
                <a:schemeClr val="bg1">
                  <a:lumMod val="95000"/>
                </a:schemeClr>
              </a:solidFill>
              <a:prstDash val="solid"/>
              <a:miter lim="800000"/>
            </a:ln>
            <a:effectLst/>
          </p:spPr>
          <p:txBody>
            <a:bodyPr rtlCol="0" anchor="ctr"/>
            <a:lstStyle/>
            <a:p>
              <a:pPr algn="ctr">
                <a:lnSpc>
                  <a:spcPct val="130000"/>
                </a:lnSpc>
                <a:defRPr/>
              </a:pPr>
              <a:endParaRPr lang="zh-CN" altLang="en-US" sz="1400" kern="0" dirty="0">
                <a:solidFill>
                  <a:prstClr val="white"/>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87" name="Freeform 95"/>
            <p:cNvSpPr>
              <a:spLocks noChangeAspect="1" noEditPoints="1"/>
            </p:cNvSpPr>
            <p:nvPr/>
          </p:nvSpPr>
          <p:spPr bwMode="auto">
            <a:xfrm>
              <a:off x="7999556" y="2294641"/>
              <a:ext cx="522000" cy="522000"/>
            </a:xfrm>
            <a:custGeom>
              <a:avLst/>
              <a:gdLst>
                <a:gd name="T0" fmla="*/ 411 w 1101"/>
                <a:gd name="T1" fmla="*/ 1027 h 1104"/>
                <a:gd name="T2" fmla="*/ 592 w 1101"/>
                <a:gd name="T3" fmla="*/ 1027 h 1104"/>
                <a:gd name="T4" fmla="*/ 592 w 1101"/>
                <a:gd name="T5" fmla="*/ 950 h 1104"/>
                <a:gd name="T6" fmla="*/ 627 w 1101"/>
                <a:gd name="T7" fmla="*/ 916 h 1104"/>
                <a:gd name="T8" fmla="*/ 808 w 1101"/>
                <a:gd name="T9" fmla="*/ 916 h 1104"/>
                <a:gd name="T10" fmla="*/ 808 w 1101"/>
                <a:gd name="T11" fmla="*/ 837 h 1104"/>
                <a:gd name="T12" fmla="*/ 843 w 1101"/>
                <a:gd name="T13" fmla="*/ 804 h 1104"/>
                <a:gd name="T14" fmla="*/ 1101 w 1101"/>
                <a:gd name="T15" fmla="*/ 804 h 1104"/>
                <a:gd name="T16" fmla="*/ 1101 w 1101"/>
                <a:gd name="T17" fmla="*/ 847 h 1104"/>
                <a:gd name="T18" fmla="*/ 1067 w 1101"/>
                <a:gd name="T19" fmla="*/ 881 h 1104"/>
                <a:gd name="T20" fmla="*/ 887 w 1101"/>
                <a:gd name="T21" fmla="*/ 881 h 1104"/>
                <a:gd name="T22" fmla="*/ 887 w 1101"/>
                <a:gd name="T23" fmla="*/ 958 h 1104"/>
                <a:gd name="T24" fmla="*/ 851 w 1101"/>
                <a:gd name="T25" fmla="*/ 994 h 1104"/>
                <a:gd name="T26" fmla="*/ 671 w 1101"/>
                <a:gd name="T27" fmla="*/ 994 h 1104"/>
                <a:gd name="T28" fmla="*/ 671 w 1101"/>
                <a:gd name="T29" fmla="*/ 1071 h 1104"/>
                <a:gd name="T30" fmla="*/ 635 w 1101"/>
                <a:gd name="T31" fmla="*/ 1104 h 1104"/>
                <a:gd name="T32" fmla="*/ 377 w 1101"/>
                <a:gd name="T33" fmla="*/ 1104 h 1104"/>
                <a:gd name="T34" fmla="*/ 377 w 1101"/>
                <a:gd name="T35" fmla="*/ 1062 h 1104"/>
                <a:gd name="T36" fmla="*/ 411 w 1101"/>
                <a:gd name="T37" fmla="*/ 1027 h 1104"/>
                <a:gd name="T38" fmla="*/ 39 w 1101"/>
                <a:gd name="T39" fmla="*/ 680 h 1104"/>
                <a:gd name="T40" fmla="*/ 200 w 1101"/>
                <a:gd name="T41" fmla="*/ 694 h 1104"/>
                <a:gd name="T42" fmla="*/ 242 w 1101"/>
                <a:gd name="T43" fmla="*/ 658 h 1104"/>
                <a:gd name="T44" fmla="*/ 249 w 1101"/>
                <a:gd name="T45" fmla="*/ 570 h 1104"/>
                <a:gd name="T46" fmla="*/ 214 w 1101"/>
                <a:gd name="T47" fmla="*/ 529 h 1104"/>
                <a:gd name="T48" fmla="*/ 52 w 1101"/>
                <a:gd name="T49" fmla="*/ 514 h 1104"/>
                <a:gd name="T50" fmla="*/ 10 w 1101"/>
                <a:gd name="T51" fmla="*/ 549 h 1104"/>
                <a:gd name="T52" fmla="*/ 4 w 1101"/>
                <a:gd name="T53" fmla="*/ 638 h 1104"/>
                <a:gd name="T54" fmla="*/ 39 w 1101"/>
                <a:gd name="T55" fmla="*/ 680 h 1104"/>
                <a:gd name="T56" fmla="*/ 213 w 1101"/>
                <a:gd name="T57" fmla="*/ 903 h 1104"/>
                <a:gd name="T58" fmla="*/ 343 w 1101"/>
                <a:gd name="T59" fmla="*/ 657 h 1104"/>
                <a:gd name="T60" fmla="*/ 451 w 1101"/>
                <a:gd name="T61" fmla="*/ 690 h 1104"/>
                <a:gd name="T62" fmla="*/ 462 w 1101"/>
                <a:gd name="T63" fmla="*/ 695 h 1104"/>
                <a:gd name="T64" fmla="*/ 292 w 1101"/>
                <a:gd name="T65" fmla="*/ 974 h 1104"/>
                <a:gd name="T66" fmla="*/ 213 w 1101"/>
                <a:gd name="T67" fmla="*/ 903 h 1104"/>
                <a:gd name="T68" fmla="*/ 512 w 1101"/>
                <a:gd name="T69" fmla="*/ 9 h 1104"/>
                <a:gd name="T70" fmla="*/ 575 w 1101"/>
                <a:gd name="T71" fmla="*/ 113 h 1104"/>
                <a:gd name="T72" fmla="*/ 471 w 1101"/>
                <a:gd name="T73" fmla="*/ 202 h 1104"/>
                <a:gd name="T74" fmla="*/ 410 w 1101"/>
                <a:gd name="T75" fmla="*/ 79 h 1104"/>
                <a:gd name="T76" fmla="*/ 512 w 1101"/>
                <a:gd name="T77" fmla="*/ 9 h 1104"/>
                <a:gd name="T78" fmla="*/ 501 w 1101"/>
                <a:gd name="T79" fmla="*/ 247 h 1104"/>
                <a:gd name="T80" fmla="*/ 544 w 1101"/>
                <a:gd name="T81" fmla="*/ 268 h 1104"/>
                <a:gd name="T82" fmla="*/ 775 w 1101"/>
                <a:gd name="T83" fmla="*/ 375 h 1104"/>
                <a:gd name="T84" fmla="*/ 781 w 1101"/>
                <a:gd name="T85" fmla="*/ 460 h 1104"/>
                <a:gd name="T86" fmla="*/ 537 w 1101"/>
                <a:gd name="T87" fmla="*/ 399 h 1104"/>
                <a:gd name="T88" fmla="*/ 515 w 1101"/>
                <a:gd name="T89" fmla="*/ 519 h 1104"/>
                <a:gd name="T90" fmla="*/ 527 w 1101"/>
                <a:gd name="T91" fmla="*/ 542 h 1104"/>
                <a:gd name="T92" fmla="*/ 757 w 1101"/>
                <a:gd name="T93" fmla="*/ 800 h 1104"/>
                <a:gd name="T94" fmla="*/ 660 w 1101"/>
                <a:gd name="T95" fmla="*/ 844 h 1104"/>
                <a:gd name="T96" fmla="*/ 315 w 1101"/>
                <a:gd name="T97" fmla="*/ 603 h 1104"/>
                <a:gd name="T98" fmla="*/ 274 w 1101"/>
                <a:gd name="T99" fmla="*/ 529 h 1104"/>
                <a:gd name="T100" fmla="*/ 312 w 1101"/>
                <a:gd name="T101" fmla="*/ 322 h 1104"/>
                <a:gd name="T102" fmla="*/ 213 w 1101"/>
                <a:gd name="T103" fmla="*/ 464 h 1104"/>
                <a:gd name="T104" fmla="*/ 129 w 1101"/>
                <a:gd name="T105" fmla="*/ 448 h 1104"/>
                <a:gd name="T106" fmla="*/ 334 w 1101"/>
                <a:gd name="T107" fmla="*/ 209 h 1104"/>
                <a:gd name="T108" fmla="*/ 423 w 1101"/>
                <a:gd name="T109" fmla="*/ 220 h 1104"/>
                <a:gd name="T110" fmla="*/ 471 w 1101"/>
                <a:gd name="T111" fmla="*/ 306 h 1104"/>
                <a:gd name="T112" fmla="*/ 501 w 1101"/>
                <a:gd name="T113" fmla="*/ 247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01" h="1104">
                  <a:moveTo>
                    <a:pt x="411" y="1027"/>
                  </a:moveTo>
                  <a:cubicBezTo>
                    <a:pt x="592" y="1027"/>
                    <a:pt x="592" y="1027"/>
                    <a:pt x="592" y="1027"/>
                  </a:cubicBezTo>
                  <a:cubicBezTo>
                    <a:pt x="592" y="950"/>
                    <a:pt x="592" y="950"/>
                    <a:pt x="592" y="950"/>
                  </a:cubicBezTo>
                  <a:cubicBezTo>
                    <a:pt x="592" y="931"/>
                    <a:pt x="608" y="916"/>
                    <a:pt x="627" y="916"/>
                  </a:cubicBezTo>
                  <a:cubicBezTo>
                    <a:pt x="808" y="916"/>
                    <a:pt x="808" y="916"/>
                    <a:pt x="808" y="916"/>
                  </a:cubicBezTo>
                  <a:cubicBezTo>
                    <a:pt x="808" y="837"/>
                    <a:pt x="808" y="837"/>
                    <a:pt x="808" y="837"/>
                  </a:cubicBezTo>
                  <a:cubicBezTo>
                    <a:pt x="808" y="819"/>
                    <a:pt x="824" y="804"/>
                    <a:pt x="843" y="804"/>
                  </a:cubicBezTo>
                  <a:cubicBezTo>
                    <a:pt x="1101" y="804"/>
                    <a:pt x="1101" y="804"/>
                    <a:pt x="1101" y="804"/>
                  </a:cubicBezTo>
                  <a:cubicBezTo>
                    <a:pt x="1101" y="847"/>
                    <a:pt x="1101" y="847"/>
                    <a:pt x="1101" y="847"/>
                  </a:cubicBezTo>
                  <a:cubicBezTo>
                    <a:pt x="1101" y="866"/>
                    <a:pt x="1086" y="881"/>
                    <a:pt x="1067" y="881"/>
                  </a:cubicBezTo>
                  <a:cubicBezTo>
                    <a:pt x="887" y="881"/>
                    <a:pt x="887" y="881"/>
                    <a:pt x="887" y="881"/>
                  </a:cubicBezTo>
                  <a:cubicBezTo>
                    <a:pt x="887" y="958"/>
                    <a:pt x="887" y="958"/>
                    <a:pt x="887" y="958"/>
                  </a:cubicBezTo>
                  <a:cubicBezTo>
                    <a:pt x="887" y="977"/>
                    <a:pt x="870" y="994"/>
                    <a:pt x="851" y="994"/>
                  </a:cubicBezTo>
                  <a:cubicBezTo>
                    <a:pt x="671" y="994"/>
                    <a:pt x="671" y="994"/>
                    <a:pt x="671" y="994"/>
                  </a:cubicBezTo>
                  <a:cubicBezTo>
                    <a:pt x="671" y="1071"/>
                    <a:pt x="671" y="1071"/>
                    <a:pt x="671" y="1071"/>
                  </a:cubicBezTo>
                  <a:cubicBezTo>
                    <a:pt x="671" y="1089"/>
                    <a:pt x="654" y="1104"/>
                    <a:pt x="635" y="1104"/>
                  </a:cubicBezTo>
                  <a:cubicBezTo>
                    <a:pt x="377" y="1104"/>
                    <a:pt x="377" y="1104"/>
                    <a:pt x="377" y="1104"/>
                  </a:cubicBezTo>
                  <a:cubicBezTo>
                    <a:pt x="377" y="1062"/>
                    <a:pt x="377" y="1062"/>
                    <a:pt x="377" y="1062"/>
                  </a:cubicBezTo>
                  <a:cubicBezTo>
                    <a:pt x="377" y="1043"/>
                    <a:pt x="392" y="1027"/>
                    <a:pt x="411" y="1027"/>
                  </a:cubicBezTo>
                  <a:close/>
                  <a:moveTo>
                    <a:pt x="39" y="680"/>
                  </a:moveTo>
                  <a:cubicBezTo>
                    <a:pt x="200" y="694"/>
                    <a:pt x="200" y="694"/>
                    <a:pt x="200" y="694"/>
                  </a:cubicBezTo>
                  <a:cubicBezTo>
                    <a:pt x="222" y="696"/>
                    <a:pt x="240" y="680"/>
                    <a:pt x="242" y="658"/>
                  </a:cubicBezTo>
                  <a:cubicBezTo>
                    <a:pt x="249" y="570"/>
                    <a:pt x="249" y="570"/>
                    <a:pt x="249" y="570"/>
                  </a:cubicBezTo>
                  <a:cubicBezTo>
                    <a:pt x="252" y="549"/>
                    <a:pt x="235" y="530"/>
                    <a:pt x="214" y="529"/>
                  </a:cubicBezTo>
                  <a:cubicBezTo>
                    <a:pt x="52" y="514"/>
                    <a:pt x="52" y="514"/>
                    <a:pt x="52" y="514"/>
                  </a:cubicBezTo>
                  <a:cubicBezTo>
                    <a:pt x="32" y="513"/>
                    <a:pt x="13" y="529"/>
                    <a:pt x="10" y="549"/>
                  </a:cubicBezTo>
                  <a:cubicBezTo>
                    <a:pt x="4" y="638"/>
                    <a:pt x="4" y="638"/>
                    <a:pt x="4" y="638"/>
                  </a:cubicBezTo>
                  <a:cubicBezTo>
                    <a:pt x="0" y="660"/>
                    <a:pt x="17" y="678"/>
                    <a:pt x="39" y="680"/>
                  </a:cubicBezTo>
                  <a:close/>
                  <a:moveTo>
                    <a:pt x="213" y="903"/>
                  </a:moveTo>
                  <a:cubicBezTo>
                    <a:pt x="297" y="803"/>
                    <a:pt x="311" y="798"/>
                    <a:pt x="343" y="657"/>
                  </a:cubicBezTo>
                  <a:cubicBezTo>
                    <a:pt x="378" y="669"/>
                    <a:pt x="415" y="680"/>
                    <a:pt x="451" y="690"/>
                  </a:cubicBezTo>
                  <a:cubicBezTo>
                    <a:pt x="455" y="692"/>
                    <a:pt x="458" y="694"/>
                    <a:pt x="462" y="695"/>
                  </a:cubicBezTo>
                  <a:cubicBezTo>
                    <a:pt x="409" y="854"/>
                    <a:pt x="400" y="859"/>
                    <a:pt x="292" y="974"/>
                  </a:cubicBezTo>
                  <a:cubicBezTo>
                    <a:pt x="243" y="1024"/>
                    <a:pt x="165" y="957"/>
                    <a:pt x="213" y="903"/>
                  </a:cubicBezTo>
                  <a:close/>
                  <a:moveTo>
                    <a:pt x="512" y="9"/>
                  </a:moveTo>
                  <a:cubicBezTo>
                    <a:pt x="557" y="20"/>
                    <a:pt x="586" y="66"/>
                    <a:pt x="575" y="113"/>
                  </a:cubicBezTo>
                  <a:cubicBezTo>
                    <a:pt x="566" y="162"/>
                    <a:pt x="517" y="212"/>
                    <a:pt x="471" y="202"/>
                  </a:cubicBezTo>
                  <a:cubicBezTo>
                    <a:pt x="425" y="193"/>
                    <a:pt x="401" y="126"/>
                    <a:pt x="410" y="79"/>
                  </a:cubicBezTo>
                  <a:cubicBezTo>
                    <a:pt x="422" y="31"/>
                    <a:pt x="466" y="0"/>
                    <a:pt x="512" y="9"/>
                  </a:cubicBezTo>
                  <a:close/>
                  <a:moveTo>
                    <a:pt x="501" y="247"/>
                  </a:moveTo>
                  <a:cubicBezTo>
                    <a:pt x="510" y="249"/>
                    <a:pt x="530" y="256"/>
                    <a:pt x="544" y="268"/>
                  </a:cubicBezTo>
                  <a:cubicBezTo>
                    <a:pt x="667" y="386"/>
                    <a:pt x="640" y="380"/>
                    <a:pt x="775" y="375"/>
                  </a:cubicBezTo>
                  <a:cubicBezTo>
                    <a:pt x="826" y="374"/>
                    <a:pt x="825" y="456"/>
                    <a:pt x="781" y="460"/>
                  </a:cubicBezTo>
                  <a:cubicBezTo>
                    <a:pt x="644" y="472"/>
                    <a:pt x="635" y="483"/>
                    <a:pt x="537" y="399"/>
                  </a:cubicBezTo>
                  <a:cubicBezTo>
                    <a:pt x="515" y="519"/>
                    <a:pt x="515" y="519"/>
                    <a:pt x="515" y="519"/>
                  </a:cubicBezTo>
                  <a:cubicBezTo>
                    <a:pt x="513" y="529"/>
                    <a:pt x="517" y="538"/>
                    <a:pt x="527" y="542"/>
                  </a:cubicBezTo>
                  <a:cubicBezTo>
                    <a:pt x="667" y="604"/>
                    <a:pt x="695" y="604"/>
                    <a:pt x="757" y="800"/>
                  </a:cubicBezTo>
                  <a:cubicBezTo>
                    <a:pt x="780" y="861"/>
                    <a:pt x="688" y="901"/>
                    <a:pt x="660" y="844"/>
                  </a:cubicBezTo>
                  <a:cubicBezTo>
                    <a:pt x="563" y="653"/>
                    <a:pt x="547" y="682"/>
                    <a:pt x="315" y="603"/>
                  </a:cubicBezTo>
                  <a:cubicBezTo>
                    <a:pt x="285" y="587"/>
                    <a:pt x="274" y="561"/>
                    <a:pt x="274" y="529"/>
                  </a:cubicBezTo>
                  <a:cubicBezTo>
                    <a:pt x="312" y="322"/>
                    <a:pt x="312" y="322"/>
                    <a:pt x="312" y="322"/>
                  </a:cubicBezTo>
                  <a:cubicBezTo>
                    <a:pt x="222" y="351"/>
                    <a:pt x="231" y="349"/>
                    <a:pt x="213" y="464"/>
                  </a:cubicBezTo>
                  <a:cubicBezTo>
                    <a:pt x="204" y="507"/>
                    <a:pt x="123" y="502"/>
                    <a:pt x="129" y="448"/>
                  </a:cubicBezTo>
                  <a:cubicBezTo>
                    <a:pt x="145" y="279"/>
                    <a:pt x="171" y="268"/>
                    <a:pt x="334" y="209"/>
                  </a:cubicBezTo>
                  <a:cubicBezTo>
                    <a:pt x="356" y="201"/>
                    <a:pt x="410" y="216"/>
                    <a:pt x="423" y="220"/>
                  </a:cubicBezTo>
                  <a:cubicBezTo>
                    <a:pt x="471" y="306"/>
                    <a:pt x="471" y="306"/>
                    <a:pt x="471" y="306"/>
                  </a:cubicBezTo>
                  <a:cubicBezTo>
                    <a:pt x="501" y="247"/>
                    <a:pt x="501" y="247"/>
                    <a:pt x="501" y="247"/>
                  </a:cubicBezTo>
                  <a:close/>
                </a:path>
              </a:pathLst>
            </a:custGeom>
            <a:solidFill>
              <a:srgbClr val="FFFFFF"/>
            </a:solidFill>
            <a:ln>
              <a:noFill/>
            </a:ln>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88" name="组合 87"/>
          <p:cNvGrpSpPr>
            <a:grpSpLocks noChangeAspect="1"/>
          </p:cNvGrpSpPr>
          <p:nvPr/>
        </p:nvGrpSpPr>
        <p:grpSpPr>
          <a:xfrm>
            <a:off x="1378237" y="4807205"/>
            <a:ext cx="861789" cy="860201"/>
            <a:chOff x="1470025" y="4485247"/>
            <a:chExt cx="862013" cy="860425"/>
          </a:xfrm>
          <a:effectLst>
            <a:outerShdw blurRad="101600" dist="38100" dir="2700000" algn="tl" rotWithShape="0">
              <a:prstClr val="black">
                <a:alpha val="15000"/>
              </a:prstClr>
            </a:outerShdw>
          </a:effectLst>
        </p:grpSpPr>
        <p:sp>
          <p:nvSpPr>
            <p:cNvPr id="89" name="Oval 5"/>
            <p:cNvSpPr>
              <a:spLocks noChangeAspect="1" noChangeArrowheads="1"/>
            </p:cNvSpPr>
            <p:nvPr/>
          </p:nvSpPr>
          <p:spPr bwMode="auto">
            <a:xfrm>
              <a:off x="1470025" y="4485247"/>
              <a:ext cx="862013" cy="860425"/>
            </a:xfrm>
            <a:prstGeom prst="ellipse">
              <a:avLst/>
            </a:prstGeom>
            <a:solidFill>
              <a:schemeClr val="accent2"/>
            </a:solidFill>
            <a:ln w="25400" cap="flat" cmpd="sng" algn="ctr">
              <a:solidFill>
                <a:schemeClr val="bg1">
                  <a:lumMod val="95000"/>
                </a:schemeClr>
              </a:solidFill>
              <a:prstDash val="solid"/>
              <a:miter lim="800000"/>
            </a:ln>
            <a:effectLst/>
          </p:spPr>
          <p:txBody>
            <a:bodyPr rtlCol="0" anchor="ctr"/>
            <a:lstStyle/>
            <a:p>
              <a:pPr algn="ctr">
                <a:lnSpc>
                  <a:spcPct val="130000"/>
                </a:lnSpc>
                <a:defRPr/>
              </a:pPr>
              <a:endParaRPr lang="zh-CN" altLang="en-US" sz="1400" kern="0" dirty="0">
                <a:solidFill>
                  <a:prstClr val="white"/>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90" name="Freeform 121"/>
            <p:cNvSpPr>
              <a:spLocks noChangeAspect="1" noEditPoints="1"/>
            </p:cNvSpPr>
            <p:nvPr/>
          </p:nvSpPr>
          <p:spPr bwMode="auto">
            <a:xfrm>
              <a:off x="1645633" y="4654459"/>
              <a:ext cx="510797" cy="522000"/>
            </a:xfrm>
            <a:custGeom>
              <a:avLst/>
              <a:gdLst>
                <a:gd name="T0" fmla="*/ 141 w 999"/>
                <a:gd name="T1" fmla="*/ 708 h 1016"/>
                <a:gd name="T2" fmla="*/ 479 w 999"/>
                <a:gd name="T3" fmla="*/ 708 h 1016"/>
                <a:gd name="T4" fmla="*/ 274 w 999"/>
                <a:gd name="T5" fmla="*/ 673 h 1016"/>
                <a:gd name="T6" fmla="*/ 345 w 999"/>
                <a:gd name="T7" fmla="*/ 744 h 1016"/>
                <a:gd name="T8" fmla="*/ 232 w 999"/>
                <a:gd name="T9" fmla="*/ 630 h 1016"/>
                <a:gd name="T10" fmla="*/ 388 w 999"/>
                <a:gd name="T11" fmla="*/ 785 h 1016"/>
                <a:gd name="T12" fmla="*/ 505 w 999"/>
                <a:gd name="T13" fmla="*/ 141 h 1016"/>
                <a:gd name="T14" fmla="*/ 323 w 999"/>
                <a:gd name="T15" fmla="*/ 287 h 1016"/>
                <a:gd name="T16" fmla="*/ 505 w 999"/>
                <a:gd name="T17" fmla="*/ 141 h 1016"/>
                <a:gd name="T18" fmla="*/ 410 w 999"/>
                <a:gd name="T19" fmla="*/ 247 h 1016"/>
                <a:gd name="T20" fmla="*/ 417 w 999"/>
                <a:gd name="T21" fmla="*/ 178 h 1016"/>
                <a:gd name="T22" fmla="*/ 490 w 999"/>
                <a:gd name="T23" fmla="*/ 221 h 1016"/>
                <a:gd name="T24" fmla="*/ 338 w 999"/>
                <a:gd name="T25" fmla="*/ 205 h 1016"/>
                <a:gd name="T26" fmla="*/ 463 w 999"/>
                <a:gd name="T27" fmla="*/ 8 h 1016"/>
                <a:gd name="T28" fmla="*/ 353 w 999"/>
                <a:gd name="T29" fmla="*/ 11 h 1016"/>
                <a:gd name="T30" fmla="*/ 290 w 999"/>
                <a:gd name="T31" fmla="*/ 87 h 1016"/>
                <a:gd name="T32" fmla="*/ 243 w 999"/>
                <a:gd name="T33" fmla="*/ 166 h 1016"/>
                <a:gd name="T34" fmla="*/ 242 w 999"/>
                <a:gd name="T35" fmla="*/ 257 h 1016"/>
                <a:gd name="T36" fmla="*/ 276 w 999"/>
                <a:gd name="T37" fmla="*/ 324 h 1016"/>
                <a:gd name="T38" fmla="*/ 334 w 999"/>
                <a:gd name="T39" fmla="*/ 371 h 1016"/>
                <a:gd name="T40" fmla="*/ 423 w 999"/>
                <a:gd name="T41" fmla="*/ 390 h 1016"/>
                <a:gd name="T42" fmla="*/ 511 w 999"/>
                <a:gd name="T43" fmla="*/ 361 h 1016"/>
                <a:gd name="T44" fmla="*/ 598 w 999"/>
                <a:gd name="T45" fmla="*/ 317 h 1016"/>
                <a:gd name="T46" fmla="*/ 626 w 999"/>
                <a:gd name="T47" fmla="*/ 211 h 1016"/>
                <a:gd name="T48" fmla="*/ 596 w 999"/>
                <a:gd name="T49" fmla="*/ 107 h 1016"/>
                <a:gd name="T50" fmla="*/ 559 w 999"/>
                <a:gd name="T51" fmla="*/ 60 h 1016"/>
                <a:gd name="T52" fmla="*/ 876 w 999"/>
                <a:gd name="T53" fmla="*/ 337 h 1016"/>
                <a:gd name="T54" fmla="*/ 694 w 999"/>
                <a:gd name="T55" fmla="*/ 484 h 1016"/>
                <a:gd name="T56" fmla="*/ 876 w 999"/>
                <a:gd name="T57" fmla="*/ 337 h 1016"/>
                <a:gd name="T58" fmla="*/ 781 w 999"/>
                <a:gd name="T59" fmla="*/ 446 h 1016"/>
                <a:gd name="T60" fmla="*/ 789 w 999"/>
                <a:gd name="T61" fmla="*/ 377 h 1016"/>
                <a:gd name="T62" fmla="*/ 861 w 999"/>
                <a:gd name="T63" fmla="*/ 419 h 1016"/>
                <a:gd name="T64" fmla="*/ 709 w 999"/>
                <a:gd name="T65" fmla="*/ 403 h 1016"/>
                <a:gd name="T66" fmla="*/ 834 w 999"/>
                <a:gd name="T67" fmla="*/ 206 h 1016"/>
                <a:gd name="T68" fmla="*/ 724 w 999"/>
                <a:gd name="T69" fmla="*/ 210 h 1016"/>
                <a:gd name="T70" fmla="*/ 661 w 999"/>
                <a:gd name="T71" fmla="*/ 285 h 1016"/>
                <a:gd name="T72" fmla="*/ 614 w 999"/>
                <a:gd name="T73" fmla="*/ 363 h 1016"/>
                <a:gd name="T74" fmla="*/ 613 w 999"/>
                <a:gd name="T75" fmla="*/ 455 h 1016"/>
                <a:gd name="T76" fmla="*/ 648 w 999"/>
                <a:gd name="T77" fmla="*/ 521 h 1016"/>
                <a:gd name="T78" fmla="*/ 705 w 999"/>
                <a:gd name="T79" fmla="*/ 569 h 1016"/>
                <a:gd name="T80" fmla="*/ 795 w 999"/>
                <a:gd name="T81" fmla="*/ 587 h 1016"/>
                <a:gd name="T82" fmla="*/ 882 w 999"/>
                <a:gd name="T83" fmla="*/ 558 h 1016"/>
                <a:gd name="T84" fmla="*/ 969 w 999"/>
                <a:gd name="T85" fmla="*/ 514 h 1016"/>
                <a:gd name="T86" fmla="*/ 997 w 999"/>
                <a:gd name="T87" fmla="*/ 409 h 1016"/>
                <a:gd name="T88" fmla="*/ 967 w 999"/>
                <a:gd name="T89" fmla="*/ 303 h 1016"/>
                <a:gd name="T90" fmla="*/ 930 w 999"/>
                <a:gd name="T91" fmla="*/ 257 h 1016"/>
                <a:gd name="T92" fmla="*/ 352 w 999"/>
                <a:gd name="T93" fmla="*/ 457 h 1016"/>
                <a:gd name="T94" fmla="*/ 473 w 999"/>
                <a:gd name="T95" fmla="*/ 511 h 1016"/>
                <a:gd name="T96" fmla="*/ 591 w 999"/>
                <a:gd name="T97" fmla="*/ 591 h 1016"/>
                <a:gd name="T98" fmla="*/ 613 w 999"/>
                <a:gd name="T99" fmla="*/ 746 h 1016"/>
                <a:gd name="T100" fmla="*/ 553 w 999"/>
                <a:gd name="T101" fmla="*/ 892 h 1016"/>
                <a:gd name="T102" fmla="*/ 492 w 999"/>
                <a:gd name="T103" fmla="*/ 952 h 1016"/>
                <a:gd name="T104" fmla="*/ 345 w 999"/>
                <a:gd name="T105" fmla="*/ 1009 h 1016"/>
                <a:gd name="T106" fmla="*/ 189 w 999"/>
                <a:gd name="T107" fmla="*/ 986 h 1016"/>
                <a:gd name="T108" fmla="*/ 112 w 999"/>
                <a:gd name="T109" fmla="*/ 869 h 1016"/>
                <a:gd name="T110" fmla="*/ 58 w 999"/>
                <a:gd name="T111" fmla="*/ 749 h 1016"/>
                <a:gd name="T112" fmla="*/ 71 w 999"/>
                <a:gd name="T113" fmla="*/ 618 h 1016"/>
                <a:gd name="T114" fmla="*/ 129 w 999"/>
                <a:gd name="T115" fmla="*/ 528 h 1016"/>
                <a:gd name="T116" fmla="*/ 220 w 999"/>
                <a:gd name="T117" fmla="*/ 470 h 1016"/>
                <a:gd name="T118" fmla="*/ 352 w 999"/>
                <a:gd name="T119" fmla="*/ 457 h 1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99" h="1016">
                  <a:moveTo>
                    <a:pt x="429" y="589"/>
                  </a:moveTo>
                  <a:cubicBezTo>
                    <a:pt x="399" y="558"/>
                    <a:pt x="357" y="540"/>
                    <a:pt x="309" y="540"/>
                  </a:cubicBezTo>
                  <a:cubicBezTo>
                    <a:pt x="263" y="540"/>
                    <a:pt x="221" y="558"/>
                    <a:pt x="190" y="589"/>
                  </a:cubicBezTo>
                  <a:cubicBezTo>
                    <a:pt x="160" y="620"/>
                    <a:pt x="141" y="662"/>
                    <a:pt x="141" y="708"/>
                  </a:cubicBezTo>
                  <a:cubicBezTo>
                    <a:pt x="141" y="755"/>
                    <a:pt x="160" y="797"/>
                    <a:pt x="190" y="827"/>
                  </a:cubicBezTo>
                  <a:cubicBezTo>
                    <a:pt x="221" y="857"/>
                    <a:pt x="263" y="876"/>
                    <a:pt x="309" y="876"/>
                  </a:cubicBezTo>
                  <a:cubicBezTo>
                    <a:pt x="357" y="876"/>
                    <a:pt x="399" y="857"/>
                    <a:pt x="429" y="827"/>
                  </a:cubicBezTo>
                  <a:cubicBezTo>
                    <a:pt x="460" y="797"/>
                    <a:pt x="479" y="755"/>
                    <a:pt x="479" y="708"/>
                  </a:cubicBezTo>
                  <a:cubicBezTo>
                    <a:pt x="479" y="662"/>
                    <a:pt x="460" y="620"/>
                    <a:pt x="429" y="589"/>
                  </a:cubicBezTo>
                  <a:close/>
                  <a:moveTo>
                    <a:pt x="345" y="673"/>
                  </a:moveTo>
                  <a:cubicBezTo>
                    <a:pt x="336" y="663"/>
                    <a:pt x="324" y="658"/>
                    <a:pt x="309" y="658"/>
                  </a:cubicBezTo>
                  <a:cubicBezTo>
                    <a:pt x="296" y="658"/>
                    <a:pt x="283" y="663"/>
                    <a:pt x="274" y="673"/>
                  </a:cubicBezTo>
                  <a:cubicBezTo>
                    <a:pt x="265" y="682"/>
                    <a:pt x="259" y="694"/>
                    <a:pt x="259" y="708"/>
                  </a:cubicBezTo>
                  <a:cubicBezTo>
                    <a:pt x="259" y="722"/>
                    <a:pt x="265" y="735"/>
                    <a:pt x="274" y="744"/>
                  </a:cubicBezTo>
                  <a:cubicBezTo>
                    <a:pt x="283" y="753"/>
                    <a:pt x="296" y="758"/>
                    <a:pt x="309" y="758"/>
                  </a:cubicBezTo>
                  <a:cubicBezTo>
                    <a:pt x="324" y="758"/>
                    <a:pt x="336" y="753"/>
                    <a:pt x="345" y="744"/>
                  </a:cubicBezTo>
                  <a:cubicBezTo>
                    <a:pt x="355" y="735"/>
                    <a:pt x="360" y="722"/>
                    <a:pt x="360" y="708"/>
                  </a:cubicBezTo>
                  <a:cubicBezTo>
                    <a:pt x="360" y="694"/>
                    <a:pt x="355" y="682"/>
                    <a:pt x="345" y="673"/>
                  </a:cubicBezTo>
                  <a:close/>
                  <a:moveTo>
                    <a:pt x="309" y="598"/>
                  </a:moveTo>
                  <a:cubicBezTo>
                    <a:pt x="280" y="598"/>
                    <a:pt x="252" y="611"/>
                    <a:pt x="232" y="630"/>
                  </a:cubicBezTo>
                  <a:cubicBezTo>
                    <a:pt x="212" y="651"/>
                    <a:pt x="199" y="679"/>
                    <a:pt x="199" y="708"/>
                  </a:cubicBezTo>
                  <a:cubicBezTo>
                    <a:pt x="199" y="738"/>
                    <a:pt x="212" y="766"/>
                    <a:pt x="232" y="785"/>
                  </a:cubicBezTo>
                  <a:cubicBezTo>
                    <a:pt x="252" y="806"/>
                    <a:pt x="280" y="818"/>
                    <a:pt x="309" y="818"/>
                  </a:cubicBezTo>
                  <a:cubicBezTo>
                    <a:pt x="340" y="818"/>
                    <a:pt x="368" y="806"/>
                    <a:pt x="388" y="785"/>
                  </a:cubicBezTo>
                  <a:cubicBezTo>
                    <a:pt x="407" y="766"/>
                    <a:pt x="420" y="738"/>
                    <a:pt x="420" y="708"/>
                  </a:cubicBezTo>
                  <a:cubicBezTo>
                    <a:pt x="420" y="679"/>
                    <a:pt x="407" y="651"/>
                    <a:pt x="388" y="630"/>
                  </a:cubicBezTo>
                  <a:cubicBezTo>
                    <a:pt x="368" y="611"/>
                    <a:pt x="340" y="598"/>
                    <a:pt x="309" y="598"/>
                  </a:cubicBezTo>
                  <a:close/>
                  <a:moveTo>
                    <a:pt x="505" y="141"/>
                  </a:moveTo>
                  <a:cubicBezTo>
                    <a:pt x="525" y="163"/>
                    <a:pt x="534" y="194"/>
                    <a:pt x="530" y="225"/>
                  </a:cubicBezTo>
                  <a:cubicBezTo>
                    <a:pt x="527" y="257"/>
                    <a:pt x="511" y="285"/>
                    <a:pt x="488" y="303"/>
                  </a:cubicBezTo>
                  <a:cubicBezTo>
                    <a:pt x="464" y="323"/>
                    <a:pt x="434" y="333"/>
                    <a:pt x="402" y="329"/>
                  </a:cubicBezTo>
                  <a:cubicBezTo>
                    <a:pt x="369" y="326"/>
                    <a:pt x="342" y="309"/>
                    <a:pt x="323" y="287"/>
                  </a:cubicBezTo>
                  <a:cubicBezTo>
                    <a:pt x="304" y="263"/>
                    <a:pt x="294" y="233"/>
                    <a:pt x="297" y="200"/>
                  </a:cubicBezTo>
                  <a:cubicBezTo>
                    <a:pt x="302" y="169"/>
                    <a:pt x="317" y="141"/>
                    <a:pt x="340" y="122"/>
                  </a:cubicBezTo>
                  <a:cubicBezTo>
                    <a:pt x="363" y="104"/>
                    <a:pt x="394" y="94"/>
                    <a:pt x="426" y="98"/>
                  </a:cubicBezTo>
                  <a:cubicBezTo>
                    <a:pt x="459" y="101"/>
                    <a:pt x="486" y="117"/>
                    <a:pt x="505" y="141"/>
                  </a:cubicBezTo>
                  <a:close/>
                  <a:moveTo>
                    <a:pt x="442" y="191"/>
                  </a:moveTo>
                  <a:cubicBezTo>
                    <a:pt x="448" y="198"/>
                    <a:pt x="450" y="207"/>
                    <a:pt x="449" y="217"/>
                  </a:cubicBezTo>
                  <a:cubicBezTo>
                    <a:pt x="448" y="226"/>
                    <a:pt x="443" y="235"/>
                    <a:pt x="436" y="240"/>
                  </a:cubicBezTo>
                  <a:cubicBezTo>
                    <a:pt x="429" y="246"/>
                    <a:pt x="420" y="249"/>
                    <a:pt x="410" y="247"/>
                  </a:cubicBezTo>
                  <a:cubicBezTo>
                    <a:pt x="401" y="247"/>
                    <a:pt x="393" y="242"/>
                    <a:pt x="387" y="235"/>
                  </a:cubicBezTo>
                  <a:cubicBezTo>
                    <a:pt x="381" y="228"/>
                    <a:pt x="379" y="219"/>
                    <a:pt x="379" y="210"/>
                  </a:cubicBezTo>
                  <a:cubicBezTo>
                    <a:pt x="380" y="200"/>
                    <a:pt x="385" y="191"/>
                    <a:pt x="392" y="186"/>
                  </a:cubicBezTo>
                  <a:cubicBezTo>
                    <a:pt x="399" y="181"/>
                    <a:pt x="408" y="178"/>
                    <a:pt x="417" y="178"/>
                  </a:cubicBezTo>
                  <a:cubicBezTo>
                    <a:pt x="427" y="179"/>
                    <a:pt x="436" y="184"/>
                    <a:pt x="442" y="191"/>
                  </a:cubicBezTo>
                  <a:close/>
                  <a:moveTo>
                    <a:pt x="423" y="138"/>
                  </a:moveTo>
                  <a:cubicBezTo>
                    <a:pt x="443" y="139"/>
                    <a:pt x="461" y="150"/>
                    <a:pt x="474" y="165"/>
                  </a:cubicBezTo>
                  <a:cubicBezTo>
                    <a:pt x="486" y="181"/>
                    <a:pt x="492" y="200"/>
                    <a:pt x="490" y="221"/>
                  </a:cubicBezTo>
                  <a:cubicBezTo>
                    <a:pt x="488" y="242"/>
                    <a:pt x="477" y="260"/>
                    <a:pt x="462" y="272"/>
                  </a:cubicBezTo>
                  <a:cubicBezTo>
                    <a:pt x="446" y="285"/>
                    <a:pt x="426" y="291"/>
                    <a:pt x="406" y="289"/>
                  </a:cubicBezTo>
                  <a:cubicBezTo>
                    <a:pt x="385" y="287"/>
                    <a:pt x="367" y="277"/>
                    <a:pt x="354" y="261"/>
                  </a:cubicBezTo>
                  <a:cubicBezTo>
                    <a:pt x="342" y="246"/>
                    <a:pt x="336" y="226"/>
                    <a:pt x="338" y="205"/>
                  </a:cubicBezTo>
                  <a:cubicBezTo>
                    <a:pt x="340" y="184"/>
                    <a:pt x="351" y="166"/>
                    <a:pt x="366" y="154"/>
                  </a:cubicBezTo>
                  <a:cubicBezTo>
                    <a:pt x="381" y="142"/>
                    <a:pt x="401" y="135"/>
                    <a:pt x="423" y="138"/>
                  </a:cubicBezTo>
                  <a:close/>
                  <a:moveTo>
                    <a:pt x="462" y="43"/>
                  </a:moveTo>
                  <a:lnTo>
                    <a:pt x="463" y="8"/>
                  </a:lnTo>
                  <a:cubicBezTo>
                    <a:pt x="448" y="2"/>
                    <a:pt x="431" y="0"/>
                    <a:pt x="413" y="4"/>
                  </a:cubicBezTo>
                  <a:lnTo>
                    <a:pt x="404" y="37"/>
                  </a:lnTo>
                  <a:cubicBezTo>
                    <a:pt x="393" y="37"/>
                    <a:pt x="381" y="40"/>
                    <a:pt x="370" y="42"/>
                  </a:cubicBezTo>
                  <a:lnTo>
                    <a:pt x="353" y="11"/>
                  </a:lnTo>
                  <a:cubicBezTo>
                    <a:pt x="337" y="14"/>
                    <a:pt x="321" y="20"/>
                    <a:pt x="307" y="32"/>
                  </a:cubicBezTo>
                  <a:lnTo>
                    <a:pt x="317" y="65"/>
                  </a:lnTo>
                  <a:cubicBezTo>
                    <a:pt x="312" y="69"/>
                    <a:pt x="307" y="72"/>
                    <a:pt x="303" y="76"/>
                  </a:cubicBezTo>
                  <a:cubicBezTo>
                    <a:pt x="298" y="79"/>
                    <a:pt x="294" y="83"/>
                    <a:pt x="290" y="87"/>
                  </a:cubicBezTo>
                  <a:lnTo>
                    <a:pt x="261" y="69"/>
                  </a:lnTo>
                  <a:cubicBezTo>
                    <a:pt x="247" y="79"/>
                    <a:pt x="236" y="92"/>
                    <a:pt x="230" y="110"/>
                  </a:cubicBezTo>
                  <a:lnTo>
                    <a:pt x="255" y="133"/>
                  </a:lnTo>
                  <a:cubicBezTo>
                    <a:pt x="251" y="144"/>
                    <a:pt x="247" y="154"/>
                    <a:pt x="243" y="166"/>
                  </a:cubicBezTo>
                  <a:lnTo>
                    <a:pt x="208" y="164"/>
                  </a:lnTo>
                  <a:cubicBezTo>
                    <a:pt x="202" y="180"/>
                    <a:pt x="200" y="197"/>
                    <a:pt x="203" y="216"/>
                  </a:cubicBezTo>
                  <a:lnTo>
                    <a:pt x="236" y="223"/>
                  </a:lnTo>
                  <a:cubicBezTo>
                    <a:pt x="238" y="234"/>
                    <a:pt x="239" y="246"/>
                    <a:pt x="242" y="257"/>
                  </a:cubicBezTo>
                  <a:lnTo>
                    <a:pt x="212" y="273"/>
                  </a:lnTo>
                  <a:cubicBezTo>
                    <a:pt x="213" y="290"/>
                    <a:pt x="220" y="306"/>
                    <a:pt x="233" y="320"/>
                  </a:cubicBezTo>
                  <a:lnTo>
                    <a:pt x="266" y="309"/>
                  </a:lnTo>
                  <a:cubicBezTo>
                    <a:pt x="269" y="315"/>
                    <a:pt x="272" y="319"/>
                    <a:pt x="276" y="324"/>
                  </a:cubicBezTo>
                  <a:cubicBezTo>
                    <a:pt x="280" y="328"/>
                    <a:pt x="283" y="333"/>
                    <a:pt x="287" y="337"/>
                  </a:cubicBezTo>
                  <a:lnTo>
                    <a:pt x="269" y="366"/>
                  </a:lnTo>
                  <a:cubicBezTo>
                    <a:pt x="279" y="380"/>
                    <a:pt x="293" y="390"/>
                    <a:pt x="311" y="396"/>
                  </a:cubicBezTo>
                  <a:lnTo>
                    <a:pt x="334" y="371"/>
                  </a:lnTo>
                  <a:cubicBezTo>
                    <a:pt x="344" y="375"/>
                    <a:pt x="355" y="380"/>
                    <a:pt x="366" y="383"/>
                  </a:cubicBezTo>
                  <a:lnTo>
                    <a:pt x="365" y="418"/>
                  </a:lnTo>
                  <a:cubicBezTo>
                    <a:pt x="381" y="424"/>
                    <a:pt x="398" y="426"/>
                    <a:pt x="416" y="424"/>
                  </a:cubicBezTo>
                  <a:lnTo>
                    <a:pt x="423" y="390"/>
                  </a:lnTo>
                  <a:cubicBezTo>
                    <a:pt x="436" y="389"/>
                    <a:pt x="448" y="387"/>
                    <a:pt x="458" y="384"/>
                  </a:cubicBezTo>
                  <a:lnTo>
                    <a:pt x="475" y="415"/>
                  </a:lnTo>
                  <a:cubicBezTo>
                    <a:pt x="491" y="412"/>
                    <a:pt x="507" y="406"/>
                    <a:pt x="521" y="394"/>
                  </a:cubicBezTo>
                  <a:lnTo>
                    <a:pt x="511" y="361"/>
                  </a:lnTo>
                  <a:cubicBezTo>
                    <a:pt x="516" y="358"/>
                    <a:pt x="521" y="354"/>
                    <a:pt x="525" y="351"/>
                  </a:cubicBezTo>
                  <a:cubicBezTo>
                    <a:pt x="530" y="347"/>
                    <a:pt x="534" y="343"/>
                    <a:pt x="538" y="339"/>
                  </a:cubicBezTo>
                  <a:lnTo>
                    <a:pt x="568" y="357"/>
                  </a:lnTo>
                  <a:cubicBezTo>
                    <a:pt x="582" y="347"/>
                    <a:pt x="592" y="334"/>
                    <a:pt x="598" y="317"/>
                  </a:cubicBezTo>
                  <a:lnTo>
                    <a:pt x="572" y="293"/>
                  </a:lnTo>
                  <a:cubicBezTo>
                    <a:pt x="578" y="283"/>
                    <a:pt x="582" y="272"/>
                    <a:pt x="585" y="261"/>
                  </a:cubicBezTo>
                  <a:lnTo>
                    <a:pt x="620" y="262"/>
                  </a:lnTo>
                  <a:cubicBezTo>
                    <a:pt x="626" y="246"/>
                    <a:pt x="628" y="229"/>
                    <a:pt x="626" y="211"/>
                  </a:cubicBezTo>
                  <a:lnTo>
                    <a:pt x="591" y="204"/>
                  </a:lnTo>
                  <a:cubicBezTo>
                    <a:pt x="591" y="192"/>
                    <a:pt x="589" y="181"/>
                    <a:pt x="586" y="169"/>
                  </a:cubicBezTo>
                  <a:lnTo>
                    <a:pt x="617" y="153"/>
                  </a:lnTo>
                  <a:cubicBezTo>
                    <a:pt x="615" y="136"/>
                    <a:pt x="607" y="120"/>
                    <a:pt x="596" y="107"/>
                  </a:cubicBezTo>
                  <a:lnTo>
                    <a:pt x="563" y="117"/>
                  </a:lnTo>
                  <a:cubicBezTo>
                    <a:pt x="559" y="113"/>
                    <a:pt x="556" y="107"/>
                    <a:pt x="552" y="102"/>
                  </a:cubicBezTo>
                  <a:cubicBezTo>
                    <a:pt x="549" y="98"/>
                    <a:pt x="545" y="94"/>
                    <a:pt x="541" y="90"/>
                  </a:cubicBezTo>
                  <a:lnTo>
                    <a:pt x="559" y="60"/>
                  </a:lnTo>
                  <a:cubicBezTo>
                    <a:pt x="550" y="47"/>
                    <a:pt x="535" y="37"/>
                    <a:pt x="518" y="31"/>
                  </a:cubicBezTo>
                  <a:lnTo>
                    <a:pt x="495" y="56"/>
                  </a:lnTo>
                  <a:cubicBezTo>
                    <a:pt x="484" y="51"/>
                    <a:pt x="473" y="46"/>
                    <a:pt x="462" y="43"/>
                  </a:cubicBezTo>
                  <a:close/>
                  <a:moveTo>
                    <a:pt x="876" y="337"/>
                  </a:moveTo>
                  <a:cubicBezTo>
                    <a:pt x="895" y="361"/>
                    <a:pt x="905" y="391"/>
                    <a:pt x="902" y="424"/>
                  </a:cubicBezTo>
                  <a:cubicBezTo>
                    <a:pt x="898" y="455"/>
                    <a:pt x="882" y="483"/>
                    <a:pt x="859" y="502"/>
                  </a:cubicBezTo>
                  <a:cubicBezTo>
                    <a:pt x="836" y="521"/>
                    <a:pt x="805" y="530"/>
                    <a:pt x="772" y="527"/>
                  </a:cubicBezTo>
                  <a:cubicBezTo>
                    <a:pt x="740" y="523"/>
                    <a:pt x="713" y="508"/>
                    <a:pt x="694" y="484"/>
                  </a:cubicBezTo>
                  <a:cubicBezTo>
                    <a:pt x="674" y="461"/>
                    <a:pt x="665" y="431"/>
                    <a:pt x="668" y="399"/>
                  </a:cubicBezTo>
                  <a:cubicBezTo>
                    <a:pt x="672" y="366"/>
                    <a:pt x="688" y="339"/>
                    <a:pt x="711" y="320"/>
                  </a:cubicBezTo>
                  <a:cubicBezTo>
                    <a:pt x="734" y="301"/>
                    <a:pt x="765" y="291"/>
                    <a:pt x="797" y="295"/>
                  </a:cubicBezTo>
                  <a:cubicBezTo>
                    <a:pt x="830" y="299"/>
                    <a:pt x="857" y="315"/>
                    <a:pt x="876" y="337"/>
                  </a:cubicBezTo>
                  <a:close/>
                  <a:moveTo>
                    <a:pt x="813" y="389"/>
                  </a:moveTo>
                  <a:cubicBezTo>
                    <a:pt x="818" y="396"/>
                    <a:pt x="821" y="405"/>
                    <a:pt x="820" y="414"/>
                  </a:cubicBezTo>
                  <a:cubicBezTo>
                    <a:pt x="819" y="424"/>
                    <a:pt x="814" y="433"/>
                    <a:pt x="807" y="438"/>
                  </a:cubicBezTo>
                  <a:cubicBezTo>
                    <a:pt x="800" y="444"/>
                    <a:pt x="791" y="446"/>
                    <a:pt x="781" y="446"/>
                  </a:cubicBezTo>
                  <a:cubicBezTo>
                    <a:pt x="772" y="445"/>
                    <a:pt x="763" y="440"/>
                    <a:pt x="758" y="433"/>
                  </a:cubicBezTo>
                  <a:cubicBezTo>
                    <a:pt x="752" y="426"/>
                    <a:pt x="749" y="417"/>
                    <a:pt x="750" y="407"/>
                  </a:cubicBezTo>
                  <a:cubicBezTo>
                    <a:pt x="751" y="398"/>
                    <a:pt x="756" y="390"/>
                    <a:pt x="763" y="384"/>
                  </a:cubicBezTo>
                  <a:cubicBezTo>
                    <a:pt x="770" y="378"/>
                    <a:pt x="779" y="375"/>
                    <a:pt x="789" y="377"/>
                  </a:cubicBezTo>
                  <a:cubicBezTo>
                    <a:pt x="798" y="377"/>
                    <a:pt x="807" y="382"/>
                    <a:pt x="813" y="389"/>
                  </a:cubicBezTo>
                  <a:close/>
                  <a:moveTo>
                    <a:pt x="794" y="335"/>
                  </a:moveTo>
                  <a:cubicBezTo>
                    <a:pt x="814" y="337"/>
                    <a:pt x="832" y="348"/>
                    <a:pt x="845" y="363"/>
                  </a:cubicBezTo>
                  <a:cubicBezTo>
                    <a:pt x="857" y="378"/>
                    <a:pt x="863" y="398"/>
                    <a:pt x="861" y="419"/>
                  </a:cubicBezTo>
                  <a:cubicBezTo>
                    <a:pt x="859" y="440"/>
                    <a:pt x="848" y="458"/>
                    <a:pt x="833" y="471"/>
                  </a:cubicBezTo>
                  <a:cubicBezTo>
                    <a:pt x="817" y="482"/>
                    <a:pt x="797" y="489"/>
                    <a:pt x="777" y="487"/>
                  </a:cubicBezTo>
                  <a:cubicBezTo>
                    <a:pt x="756" y="484"/>
                    <a:pt x="738" y="474"/>
                    <a:pt x="725" y="459"/>
                  </a:cubicBezTo>
                  <a:cubicBezTo>
                    <a:pt x="713" y="443"/>
                    <a:pt x="707" y="424"/>
                    <a:pt x="709" y="403"/>
                  </a:cubicBezTo>
                  <a:cubicBezTo>
                    <a:pt x="711" y="382"/>
                    <a:pt x="722" y="364"/>
                    <a:pt x="737" y="352"/>
                  </a:cubicBezTo>
                  <a:cubicBezTo>
                    <a:pt x="752" y="339"/>
                    <a:pt x="772" y="334"/>
                    <a:pt x="794" y="335"/>
                  </a:cubicBezTo>
                  <a:close/>
                  <a:moveTo>
                    <a:pt x="833" y="241"/>
                  </a:moveTo>
                  <a:lnTo>
                    <a:pt x="834" y="206"/>
                  </a:lnTo>
                  <a:cubicBezTo>
                    <a:pt x="818" y="200"/>
                    <a:pt x="801" y="198"/>
                    <a:pt x="783" y="200"/>
                  </a:cubicBezTo>
                  <a:lnTo>
                    <a:pt x="776" y="234"/>
                  </a:lnTo>
                  <a:cubicBezTo>
                    <a:pt x="763" y="235"/>
                    <a:pt x="752" y="237"/>
                    <a:pt x="741" y="240"/>
                  </a:cubicBezTo>
                  <a:lnTo>
                    <a:pt x="724" y="210"/>
                  </a:lnTo>
                  <a:cubicBezTo>
                    <a:pt x="708" y="211"/>
                    <a:pt x="692" y="218"/>
                    <a:pt x="678" y="230"/>
                  </a:cubicBezTo>
                  <a:lnTo>
                    <a:pt x="688" y="263"/>
                  </a:lnTo>
                  <a:cubicBezTo>
                    <a:pt x="683" y="266"/>
                    <a:pt x="678" y="270"/>
                    <a:pt x="674" y="273"/>
                  </a:cubicBezTo>
                  <a:cubicBezTo>
                    <a:pt x="670" y="278"/>
                    <a:pt x="665" y="281"/>
                    <a:pt x="661" y="285"/>
                  </a:cubicBezTo>
                  <a:lnTo>
                    <a:pt x="632" y="266"/>
                  </a:lnTo>
                  <a:cubicBezTo>
                    <a:pt x="617" y="277"/>
                    <a:pt x="607" y="290"/>
                    <a:pt x="601" y="308"/>
                  </a:cubicBezTo>
                  <a:lnTo>
                    <a:pt x="626" y="331"/>
                  </a:lnTo>
                  <a:cubicBezTo>
                    <a:pt x="622" y="341"/>
                    <a:pt x="617" y="352"/>
                    <a:pt x="614" y="363"/>
                  </a:cubicBezTo>
                  <a:lnTo>
                    <a:pt x="579" y="362"/>
                  </a:lnTo>
                  <a:cubicBezTo>
                    <a:pt x="572" y="378"/>
                    <a:pt x="571" y="394"/>
                    <a:pt x="573" y="412"/>
                  </a:cubicBezTo>
                  <a:lnTo>
                    <a:pt x="607" y="420"/>
                  </a:lnTo>
                  <a:cubicBezTo>
                    <a:pt x="608" y="433"/>
                    <a:pt x="610" y="443"/>
                    <a:pt x="613" y="455"/>
                  </a:cubicBezTo>
                  <a:lnTo>
                    <a:pt x="582" y="471"/>
                  </a:lnTo>
                  <a:cubicBezTo>
                    <a:pt x="584" y="488"/>
                    <a:pt x="592" y="503"/>
                    <a:pt x="603" y="517"/>
                  </a:cubicBezTo>
                  <a:lnTo>
                    <a:pt x="636" y="508"/>
                  </a:lnTo>
                  <a:cubicBezTo>
                    <a:pt x="640" y="512"/>
                    <a:pt x="643" y="517"/>
                    <a:pt x="648" y="521"/>
                  </a:cubicBezTo>
                  <a:cubicBezTo>
                    <a:pt x="651" y="526"/>
                    <a:pt x="654" y="530"/>
                    <a:pt x="658" y="534"/>
                  </a:cubicBezTo>
                  <a:lnTo>
                    <a:pt x="640" y="564"/>
                  </a:lnTo>
                  <a:cubicBezTo>
                    <a:pt x="650" y="577"/>
                    <a:pt x="664" y="588"/>
                    <a:pt x="681" y="594"/>
                  </a:cubicBezTo>
                  <a:lnTo>
                    <a:pt x="705" y="569"/>
                  </a:lnTo>
                  <a:cubicBezTo>
                    <a:pt x="715" y="573"/>
                    <a:pt x="726" y="578"/>
                    <a:pt x="737" y="581"/>
                  </a:cubicBezTo>
                  <a:lnTo>
                    <a:pt x="736" y="616"/>
                  </a:lnTo>
                  <a:cubicBezTo>
                    <a:pt x="752" y="622"/>
                    <a:pt x="769" y="624"/>
                    <a:pt x="787" y="620"/>
                  </a:cubicBezTo>
                  <a:lnTo>
                    <a:pt x="795" y="587"/>
                  </a:lnTo>
                  <a:cubicBezTo>
                    <a:pt x="807" y="587"/>
                    <a:pt x="818" y="584"/>
                    <a:pt x="829" y="582"/>
                  </a:cubicBezTo>
                  <a:lnTo>
                    <a:pt x="845" y="612"/>
                  </a:lnTo>
                  <a:cubicBezTo>
                    <a:pt x="862" y="611"/>
                    <a:pt x="878" y="603"/>
                    <a:pt x="892" y="592"/>
                  </a:cubicBezTo>
                  <a:lnTo>
                    <a:pt x="882" y="558"/>
                  </a:lnTo>
                  <a:cubicBezTo>
                    <a:pt x="887" y="555"/>
                    <a:pt x="892" y="552"/>
                    <a:pt x="896" y="548"/>
                  </a:cubicBezTo>
                  <a:cubicBezTo>
                    <a:pt x="900" y="545"/>
                    <a:pt x="905" y="542"/>
                    <a:pt x="909" y="537"/>
                  </a:cubicBezTo>
                  <a:lnTo>
                    <a:pt x="938" y="555"/>
                  </a:lnTo>
                  <a:cubicBezTo>
                    <a:pt x="953" y="545"/>
                    <a:pt x="962" y="531"/>
                    <a:pt x="969" y="514"/>
                  </a:cubicBezTo>
                  <a:lnTo>
                    <a:pt x="943" y="491"/>
                  </a:lnTo>
                  <a:cubicBezTo>
                    <a:pt x="949" y="480"/>
                    <a:pt x="953" y="470"/>
                    <a:pt x="956" y="459"/>
                  </a:cubicBezTo>
                  <a:lnTo>
                    <a:pt x="991" y="460"/>
                  </a:lnTo>
                  <a:cubicBezTo>
                    <a:pt x="997" y="444"/>
                    <a:pt x="999" y="427"/>
                    <a:pt x="997" y="409"/>
                  </a:cubicBezTo>
                  <a:lnTo>
                    <a:pt x="962" y="401"/>
                  </a:lnTo>
                  <a:cubicBezTo>
                    <a:pt x="962" y="390"/>
                    <a:pt x="960" y="378"/>
                    <a:pt x="956" y="367"/>
                  </a:cubicBezTo>
                  <a:lnTo>
                    <a:pt x="988" y="351"/>
                  </a:lnTo>
                  <a:cubicBezTo>
                    <a:pt x="986" y="334"/>
                    <a:pt x="978" y="319"/>
                    <a:pt x="967" y="303"/>
                  </a:cubicBezTo>
                  <a:lnTo>
                    <a:pt x="934" y="315"/>
                  </a:lnTo>
                  <a:cubicBezTo>
                    <a:pt x="930" y="309"/>
                    <a:pt x="927" y="305"/>
                    <a:pt x="923" y="300"/>
                  </a:cubicBezTo>
                  <a:cubicBezTo>
                    <a:pt x="919" y="296"/>
                    <a:pt x="916" y="291"/>
                    <a:pt x="912" y="287"/>
                  </a:cubicBezTo>
                  <a:lnTo>
                    <a:pt x="930" y="257"/>
                  </a:lnTo>
                  <a:cubicBezTo>
                    <a:pt x="920" y="244"/>
                    <a:pt x="906" y="234"/>
                    <a:pt x="889" y="228"/>
                  </a:cubicBezTo>
                  <a:lnTo>
                    <a:pt x="865" y="253"/>
                  </a:lnTo>
                  <a:cubicBezTo>
                    <a:pt x="855" y="248"/>
                    <a:pt x="844" y="244"/>
                    <a:pt x="833" y="241"/>
                  </a:cubicBezTo>
                  <a:close/>
                  <a:moveTo>
                    <a:pt x="352" y="457"/>
                  </a:moveTo>
                  <a:cubicBezTo>
                    <a:pt x="369" y="460"/>
                    <a:pt x="385" y="465"/>
                    <a:pt x="401" y="471"/>
                  </a:cubicBezTo>
                  <a:lnTo>
                    <a:pt x="431" y="430"/>
                  </a:lnTo>
                  <a:cubicBezTo>
                    <a:pt x="457" y="437"/>
                    <a:pt x="478" y="449"/>
                    <a:pt x="495" y="466"/>
                  </a:cubicBezTo>
                  <a:lnTo>
                    <a:pt x="473" y="511"/>
                  </a:lnTo>
                  <a:cubicBezTo>
                    <a:pt x="479" y="517"/>
                    <a:pt x="485" y="523"/>
                    <a:pt x="490" y="528"/>
                  </a:cubicBezTo>
                  <a:cubicBezTo>
                    <a:pt x="497" y="535"/>
                    <a:pt x="503" y="540"/>
                    <a:pt x="508" y="547"/>
                  </a:cubicBezTo>
                  <a:lnTo>
                    <a:pt x="554" y="527"/>
                  </a:lnTo>
                  <a:cubicBezTo>
                    <a:pt x="573" y="546"/>
                    <a:pt x="586" y="567"/>
                    <a:pt x="591" y="591"/>
                  </a:cubicBezTo>
                  <a:lnTo>
                    <a:pt x="550" y="619"/>
                  </a:lnTo>
                  <a:cubicBezTo>
                    <a:pt x="555" y="635"/>
                    <a:pt x="559" y="651"/>
                    <a:pt x="563" y="667"/>
                  </a:cubicBezTo>
                  <a:lnTo>
                    <a:pt x="613" y="673"/>
                  </a:lnTo>
                  <a:cubicBezTo>
                    <a:pt x="619" y="699"/>
                    <a:pt x="619" y="723"/>
                    <a:pt x="613" y="746"/>
                  </a:cubicBezTo>
                  <a:lnTo>
                    <a:pt x="562" y="750"/>
                  </a:lnTo>
                  <a:cubicBezTo>
                    <a:pt x="559" y="767"/>
                    <a:pt x="555" y="783"/>
                    <a:pt x="550" y="799"/>
                  </a:cubicBezTo>
                  <a:lnTo>
                    <a:pt x="589" y="828"/>
                  </a:lnTo>
                  <a:cubicBezTo>
                    <a:pt x="582" y="854"/>
                    <a:pt x="570" y="875"/>
                    <a:pt x="553" y="892"/>
                  </a:cubicBezTo>
                  <a:lnTo>
                    <a:pt x="507" y="871"/>
                  </a:lnTo>
                  <a:cubicBezTo>
                    <a:pt x="502" y="876"/>
                    <a:pt x="496" y="882"/>
                    <a:pt x="490" y="888"/>
                  </a:cubicBezTo>
                  <a:cubicBezTo>
                    <a:pt x="485" y="894"/>
                    <a:pt x="478" y="900"/>
                    <a:pt x="471" y="905"/>
                  </a:cubicBezTo>
                  <a:lnTo>
                    <a:pt x="492" y="952"/>
                  </a:lnTo>
                  <a:cubicBezTo>
                    <a:pt x="473" y="971"/>
                    <a:pt x="452" y="982"/>
                    <a:pt x="428" y="988"/>
                  </a:cubicBezTo>
                  <a:lnTo>
                    <a:pt x="399" y="946"/>
                  </a:lnTo>
                  <a:cubicBezTo>
                    <a:pt x="384" y="952"/>
                    <a:pt x="368" y="956"/>
                    <a:pt x="351" y="959"/>
                  </a:cubicBezTo>
                  <a:lnTo>
                    <a:pt x="345" y="1009"/>
                  </a:lnTo>
                  <a:cubicBezTo>
                    <a:pt x="320" y="1016"/>
                    <a:pt x="295" y="1016"/>
                    <a:pt x="271" y="1009"/>
                  </a:cubicBezTo>
                  <a:lnTo>
                    <a:pt x="267" y="959"/>
                  </a:lnTo>
                  <a:cubicBezTo>
                    <a:pt x="251" y="956"/>
                    <a:pt x="234" y="952"/>
                    <a:pt x="219" y="946"/>
                  </a:cubicBezTo>
                  <a:lnTo>
                    <a:pt x="189" y="986"/>
                  </a:lnTo>
                  <a:cubicBezTo>
                    <a:pt x="163" y="980"/>
                    <a:pt x="142" y="967"/>
                    <a:pt x="125" y="950"/>
                  </a:cubicBezTo>
                  <a:lnTo>
                    <a:pt x="147" y="904"/>
                  </a:lnTo>
                  <a:cubicBezTo>
                    <a:pt x="140" y="900"/>
                    <a:pt x="135" y="894"/>
                    <a:pt x="129" y="888"/>
                  </a:cubicBezTo>
                  <a:cubicBezTo>
                    <a:pt x="123" y="882"/>
                    <a:pt x="117" y="875"/>
                    <a:pt x="112" y="869"/>
                  </a:cubicBezTo>
                  <a:lnTo>
                    <a:pt x="66" y="890"/>
                  </a:lnTo>
                  <a:cubicBezTo>
                    <a:pt x="47" y="871"/>
                    <a:pt x="34" y="849"/>
                    <a:pt x="29" y="826"/>
                  </a:cubicBezTo>
                  <a:lnTo>
                    <a:pt x="70" y="797"/>
                  </a:lnTo>
                  <a:cubicBezTo>
                    <a:pt x="64" y="782"/>
                    <a:pt x="60" y="766"/>
                    <a:pt x="58" y="749"/>
                  </a:cubicBezTo>
                  <a:lnTo>
                    <a:pt x="8" y="744"/>
                  </a:lnTo>
                  <a:cubicBezTo>
                    <a:pt x="0" y="718"/>
                    <a:pt x="0" y="693"/>
                    <a:pt x="8" y="670"/>
                  </a:cubicBezTo>
                  <a:lnTo>
                    <a:pt x="58" y="666"/>
                  </a:lnTo>
                  <a:cubicBezTo>
                    <a:pt x="61" y="649"/>
                    <a:pt x="65" y="633"/>
                    <a:pt x="71" y="618"/>
                  </a:cubicBezTo>
                  <a:lnTo>
                    <a:pt x="30" y="589"/>
                  </a:lnTo>
                  <a:cubicBezTo>
                    <a:pt x="36" y="563"/>
                    <a:pt x="49" y="542"/>
                    <a:pt x="67" y="525"/>
                  </a:cubicBezTo>
                  <a:lnTo>
                    <a:pt x="113" y="546"/>
                  </a:lnTo>
                  <a:cubicBezTo>
                    <a:pt x="118" y="540"/>
                    <a:pt x="123" y="534"/>
                    <a:pt x="129" y="528"/>
                  </a:cubicBezTo>
                  <a:cubicBezTo>
                    <a:pt x="135" y="523"/>
                    <a:pt x="141" y="517"/>
                    <a:pt x="148" y="511"/>
                  </a:cubicBezTo>
                  <a:lnTo>
                    <a:pt x="128" y="465"/>
                  </a:lnTo>
                  <a:cubicBezTo>
                    <a:pt x="147" y="446"/>
                    <a:pt x="168" y="434"/>
                    <a:pt x="192" y="428"/>
                  </a:cubicBezTo>
                  <a:lnTo>
                    <a:pt x="220" y="470"/>
                  </a:lnTo>
                  <a:cubicBezTo>
                    <a:pt x="236" y="464"/>
                    <a:pt x="252" y="460"/>
                    <a:pt x="269" y="457"/>
                  </a:cubicBezTo>
                  <a:lnTo>
                    <a:pt x="275" y="408"/>
                  </a:lnTo>
                  <a:cubicBezTo>
                    <a:pt x="300" y="400"/>
                    <a:pt x="325" y="400"/>
                    <a:pt x="348" y="408"/>
                  </a:cubicBezTo>
                  <a:lnTo>
                    <a:pt x="352" y="457"/>
                  </a:lnTo>
                  <a:close/>
                </a:path>
              </a:pathLst>
            </a:custGeom>
            <a:solidFill>
              <a:srgbClr val="FFFFFF"/>
            </a:solidFill>
            <a:ln>
              <a:noFill/>
            </a:ln>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91" name="组合 90"/>
          <p:cNvGrpSpPr>
            <a:grpSpLocks noChangeAspect="1"/>
          </p:cNvGrpSpPr>
          <p:nvPr/>
        </p:nvGrpSpPr>
        <p:grpSpPr>
          <a:xfrm>
            <a:off x="9855661" y="4807205"/>
            <a:ext cx="860201" cy="860201"/>
            <a:chOff x="9949657" y="4485247"/>
            <a:chExt cx="860425" cy="860425"/>
          </a:xfrm>
          <a:effectLst>
            <a:outerShdw blurRad="101600" dist="38100" dir="2700000" algn="tl" rotWithShape="0">
              <a:prstClr val="black">
                <a:alpha val="15000"/>
              </a:prstClr>
            </a:outerShdw>
          </a:effectLst>
        </p:grpSpPr>
        <p:sp>
          <p:nvSpPr>
            <p:cNvPr id="92" name="Oval 9"/>
            <p:cNvSpPr>
              <a:spLocks noChangeAspect="1" noChangeArrowheads="1"/>
            </p:cNvSpPr>
            <p:nvPr/>
          </p:nvSpPr>
          <p:spPr bwMode="auto">
            <a:xfrm>
              <a:off x="9949657" y="4485247"/>
              <a:ext cx="860425" cy="860425"/>
            </a:xfrm>
            <a:prstGeom prst="ellipse">
              <a:avLst/>
            </a:prstGeom>
            <a:solidFill>
              <a:schemeClr val="accent2"/>
            </a:solidFill>
            <a:ln w="25400" cap="flat" cmpd="sng" algn="ctr">
              <a:solidFill>
                <a:schemeClr val="bg1">
                  <a:lumMod val="95000"/>
                </a:schemeClr>
              </a:solidFill>
              <a:prstDash val="solid"/>
              <a:miter lim="800000"/>
            </a:ln>
            <a:effectLst/>
          </p:spPr>
          <p:txBody>
            <a:bodyPr rtlCol="0" anchor="ctr"/>
            <a:lstStyle/>
            <a:p>
              <a:pPr algn="ctr">
                <a:lnSpc>
                  <a:spcPct val="130000"/>
                </a:lnSpc>
                <a:defRPr/>
              </a:pPr>
              <a:endParaRPr lang="zh-CN" altLang="en-US" sz="1400" kern="0" dirty="0">
                <a:solidFill>
                  <a:prstClr val="white"/>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93" name="Freeform 15"/>
            <p:cNvSpPr>
              <a:spLocks noChangeAspect="1" noEditPoints="1"/>
            </p:cNvSpPr>
            <p:nvPr/>
          </p:nvSpPr>
          <p:spPr bwMode="auto">
            <a:xfrm>
              <a:off x="10100518" y="4654459"/>
              <a:ext cx="558703" cy="522000"/>
            </a:xfrm>
            <a:custGeom>
              <a:avLst/>
              <a:gdLst>
                <a:gd name="T0" fmla="*/ 694 w 1198"/>
                <a:gd name="T1" fmla="*/ 876 h 1121"/>
                <a:gd name="T2" fmla="*/ 474 w 1198"/>
                <a:gd name="T3" fmla="*/ 825 h 1121"/>
                <a:gd name="T4" fmla="*/ 796 w 1198"/>
                <a:gd name="T5" fmla="*/ 423 h 1121"/>
                <a:gd name="T6" fmla="*/ 387 w 1198"/>
                <a:gd name="T7" fmla="*/ 588 h 1121"/>
                <a:gd name="T8" fmla="*/ 779 w 1198"/>
                <a:gd name="T9" fmla="*/ 478 h 1121"/>
                <a:gd name="T10" fmla="*/ 711 w 1198"/>
                <a:gd name="T11" fmla="*/ 819 h 1121"/>
                <a:gd name="T12" fmla="*/ 1198 w 1198"/>
                <a:gd name="T13" fmla="*/ 216 h 1121"/>
                <a:gd name="T14" fmla="*/ 1003 w 1198"/>
                <a:gd name="T15" fmla="*/ 220 h 1121"/>
                <a:gd name="T16" fmla="*/ 588 w 1198"/>
                <a:gd name="T17" fmla="*/ 258 h 1121"/>
                <a:gd name="T18" fmla="*/ 427 w 1198"/>
                <a:gd name="T19" fmla="*/ 872 h 1121"/>
                <a:gd name="T20" fmla="*/ 592 w 1198"/>
                <a:gd name="T21" fmla="*/ 1121 h 1121"/>
                <a:gd name="T22" fmla="*/ 760 w 1198"/>
                <a:gd name="T23" fmla="*/ 867 h 1121"/>
                <a:gd name="T24" fmla="*/ 1016 w 1198"/>
                <a:gd name="T25" fmla="*/ 300 h 1121"/>
                <a:gd name="T26" fmla="*/ 599 w 1198"/>
                <a:gd name="T27" fmla="*/ 455 h 1121"/>
                <a:gd name="T28" fmla="*/ 730 w 1198"/>
                <a:gd name="T29" fmla="*/ 588 h 1121"/>
                <a:gd name="T30" fmla="*/ 768 w 1198"/>
                <a:gd name="T31" fmla="*/ 588 h 1121"/>
                <a:gd name="T32" fmla="*/ 599 w 1198"/>
                <a:gd name="T33" fmla="*/ 419 h 1121"/>
                <a:gd name="T34" fmla="*/ 633 w 1198"/>
                <a:gd name="T35" fmla="*/ 539 h 1121"/>
                <a:gd name="T36" fmla="*/ 599 w 1198"/>
                <a:gd name="T37" fmla="*/ 645 h 1121"/>
                <a:gd name="T38" fmla="*/ 685 w 1198"/>
                <a:gd name="T39" fmla="*/ 550 h 1121"/>
                <a:gd name="T40" fmla="*/ 504 w 1198"/>
                <a:gd name="T41" fmla="*/ 588 h 1121"/>
                <a:gd name="T42" fmla="*/ 601 w 1198"/>
                <a:gd name="T43" fmla="*/ 565 h 1121"/>
                <a:gd name="T44" fmla="*/ 599 w 1198"/>
                <a:gd name="T45" fmla="*/ 609 h 1121"/>
                <a:gd name="T46" fmla="*/ 601 w 1198"/>
                <a:gd name="T47" fmla="*/ 565 h 1121"/>
                <a:gd name="T48" fmla="*/ 563 w 1198"/>
                <a:gd name="T49" fmla="*/ 31 h 1121"/>
                <a:gd name="T50" fmla="*/ 622 w 1198"/>
                <a:gd name="T51" fmla="*/ 173 h 1121"/>
                <a:gd name="T52" fmla="*/ 857 w 1198"/>
                <a:gd name="T53" fmla="*/ 288 h 1121"/>
                <a:gd name="T54" fmla="*/ 912 w 1198"/>
                <a:gd name="T55" fmla="*/ 122 h 1121"/>
                <a:gd name="T56" fmla="*/ 880 w 1198"/>
                <a:gd name="T57" fmla="*/ 275 h 1121"/>
                <a:gd name="T58" fmla="*/ 292 w 1198"/>
                <a:gd name="T59" fmla="*/ 273 h 1121"/>
                <a:gd name="T60" fmla="*/ 262 w 1198"/>
                <a:gd name="T61" fmla="*/ 122 h 1121"/>
                <a:gd name="T62" fmla="*/ 317 w 1198"/>
                <a:gd name="T63" fmla="*/ 285 h 1121"/>
                <a:gd name="T64" fmla="*/ 27 w 1198"/>
                <a:gd name="T65" fmla="*/ 508 h 1121"/>
                <a:gd name="T66" fmla="*/ 180 w 1198"/>
                <a:gd name="T67" fmla="*/ 478 h 1121"/>
                <a:gd name="T68" fmla="*/ 112 w 1198"/>
                <a:gd name="T69" fmla="*/ 880 h 1121"/>
                <a:gd name="T70" fmla="*/ 218 w 1198"/>
                <a:gd name="T71" fmla="*/ 749 h 1121"/>
                <a:gd name="T72" fmla="*/ 129 w 1198"/>
                <a:gd name="T73" fmla="*/ 876 h 1121"/>
                <a:gd name="T74" fmla="*/ 1043 w 1198"/>
                <a:gd name="T75" fmla="*/ 876 h 1121"/>
                <a:gd name="T76" fmla="*/ 954 w 1198"/>
                <a:gd name="T77" fmla="*/ 751 h 1121"/>
                <a:gd name="T78" fmla="*/ 1060 w 1198"/>
                <a:gd name="T79" fmla="*/ 880 h 1121"/>
                <a:gd name="T80" fmla="*/ 992 w 1198"/>
                <a:gd name="T81" fmla="*/ 480 h 1121"/>
                <a:gd name="T82" fmla="*/ 1168 w 1198"/>
                <a:gd name="T83" fmla="*/ 480 h 1121"/>
                <a:gd name="T84" fmla="*/ 1005 w 1198"/>
                <a:gd name="T85" fmla="*/ 537 h 1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98" h="1121">
                  <a:moveTo>
                    <a:pt x="711" y="819"/>
                  </a:moveTo>
                  <a:cubicBezTo>
                    <a:pt x="700" y="825"/>
                    <a:pt x="694" y="838"/>
                    <a:pt x="694" y="848"/>
                  </a:cubicBezTo>
                  <a:lnTo>
                    <a:pt x="694" y="876"/>
                  </a:lnTo>
                  <a:lnTo>
                    <a:pt x="493" y="876"/>
                  </a:lnTo>
                  <a:lnTo>
                    <a:pt x="493" y="853"/>
                  </a:lnTo>
                  <a:cubicBezTo>
                    <a:pt x="493" y="842"/>
                    <a:pt x="487" y="829"/>
                    <a:pt x="474" y="825"/>
                  </a:cubicBezTo>
                  <a:cubicBezTo>
                    <a:pt x="385" y="781"/>
                    <a:pt x="326" y="687"/>
                    <a:pt x="326" y="586"/>
                  </a:cubicBezTo>
                  <a:cubicBezTo>
                    <a:pt x="326" y="440"/>
                    <a:pt x="444" y="321"/>
                    <a:pt x="588" y="321"/>
                  </a:cubicBezTo>
                  <a:cubicBezTo>
                    <a:pt x="673" y="321"/>
                    <a:pt x="747" y="362"/>
                    <a:pt x="796" y="423"/>
                  </a:cubicBezTo>
                  <a:lnTo>
                    <a:pt x="757" y="450"/>
                  </a:lnTo>
                  <a:cubicBezTo>
                    <a:pt x="719" y="406"/>
                    <a:pt x="662" y="376"/>
                    <a:pt x="599" y="376"/>
                  </a:cubicBezTo>
                  <a:cubicBezTo>
                    <a:pt x="482" y="376"/>
                    <a:pt x="387" y="472"/>
                    <a:pt x="387" y="588"/>
                  </a:cubicBezTo>
                  <a:cubicBezTo>
                    <a:pt x="387" y="704"/>
                    <a:pt x="482" y="797"/>
                    <a:pt x="599" y="797"/>
                  </a:cubicBezTo>
                  <a:cubicBezTo>
                    <a:pt x="715" y="797"/>
                    <a:pt x="810" y="704"/>
                    <a:pt x="810" y="588"/>
                  </a:cubicBezTo>
                  <a:cubicBezTo>
                    <a:pt x="810" y="548"/>
                    <a:pt x="798" y="510"/>
                    <a:pt x="779" y="478"/>
                  </a:cubicBezTo>
                  <a:lnTo>
                    <a:pt x="817" y="450"/>
                  </a:lnTo>
                  <a:cubicBezTo>
                    <a:pt x="840" y="491"/>
                    <a:pt x="853" y="537"/>
                    <a:pt x="853" y="586"/>
                  </a:cubicBezTo>
                  <a:cubicBezTo>
                    <a:pt x="853" y="685"/>
                    <a:pt x="800" y="774"/>
                    <a:pt x="711" y="819"/>
                  </a:cubicBezTo>
                  <a:close/>
                  <a:moveTo>
                    <a:pt x="1016" y="300"/>
                  </a:moveTo>
                  <a:lnTo>
                    <a:pt x="1071" y="309"/>
                  </a:lnTo>
                  <a:lnTo>
                    <a:pt x="1198" y="216"/>
                  </a:lnTo>
                  <a:lnTo>
                    <a:pt x="1121" y="205"/>
                  </a:lnTo>
                  <a:lnTo>
                    <a:pt x="1132" y="127"/>
                  </a:lnTo>
                  <a:lnTo>
                    <a:pt x="1003" y="220"/>
                  </a:lnTo>
                  <a:lnTo>
                    <a:pt x="997" y="279"/>
                  </a:lnTo>
                  <a:lnTo>
                    <a:pt x="848" y="385"/>
                  </a:lnTo>
                  <a:cubicBezTo>
                    <a:pt x="789" y="307"/>
                    <a:pt x="694" y="258"/>
                    <a:pt x="588" y="258"/>
                  </a:cubicBezTo>
                  <a:cubicBezTo>
                    <a:pt x="408" y="258"/>
                    <a:pt x="260" y="404"/>
                    <a:pt x="260" y="586"/>
                  </a:cubicBezTo>
                  <a:cubicBezTo>
                    <a:pt x="260" y="649"/>
                    <a:pt x="279" y="711"/>
                    <a:pt x="311" y="764"/>
                  </a:cubicBezTo>
                  <a:cubicBezTo>
                    <a:pt x="341" y="808"/>
                    <a:pt x="381" y="846"/>
                    <a:pt x="427" y="872"/>
                  </a:cubicBezTo>
                  <a:lnTo>
                    <a:pt x="427" y="982"/>
                  </a:lnTo>
                  <a:cubicBezTo>
                    <a:pt x="427" y="1011"/>
                    <a:pt x="444" y="1037"/>
                    <a:pt x="468" y="1049"/>
                  </a:cubicBezTo>
                  <a:cubicBezTo>
                    <a:pt x="476" y="1092"/>
                    <a:pt x="529" y="1121"/>
                    <a:pt x="592" y="1121"/>
                  </a:cubicBezTo>
                  <a:cubicBezTo>
                    <a:pt x="658" y="1121"/>
                    <a:pt x="709" y="1092"/>
                    <a:pt x="719" y="1051"/>
                  </a:cubicBezTo>
                  <a:cubicBezTo>
                    <a:pt x="743" y="1037"/>
                    <a:pt x="760" y="1011"/>
                    <a:pt x="760" y="982"/>
                  </a:cubicBezTo>
                  <a:lnTo>
                    <a:pt x="760" y="867"/>
                  </a:lnTo>
                  <a:cubicBezTo>
                    <a:pt x="859" y="808"/>
                    <a:pt x="918" y="702"/>
                    <a:pt x="918" y="586"/>
                  </a:cubicBezTo>
                  <a:cubicBezTo>
                    <a:pt x="918" y="522"/>
                    <a:pt x="899" y="463"/>
                    <a:pt x="867" y="412"/>
                  </a:cubicBezTo>
                  <a:lnTo>
                    <a:pt x="1016" y="300"/>
                  </a:lnTo>
                  <a:close/>
                  <a:moveTo>
                    <a:pt x="724" y="474"/>
                  </a:moveTo>
                  <a:lnTo>
                    <a:pt x="694" y="495"/>
                  </a:lnTo>
                  <a:cubicBezTo>
                    <a:pt x="671" y="469"/>
                    <a:pt x="637" y="455"/>
                    <a:pt x="599" y="455"/>
                  </a:cubicBezTo>
                  <a:cubicBezTo>
                    <a:pt x="525" y="455"/>
                    <a:pt x="465" y="514"/>
                    <a:pt x="465" y="588"/>
                  </a:cubicBezTo>
                  <a:cubicBezTo>
                    <a:pt x="465" y="660"/>
                    <a:pt x="525" y="719"/>
                    <a:pt x="599" y="719"/>
                  </a:cubicBezTo>
                  <a:cubicBezTo>
                    <a:pt x="673" y="719"/>
                    <a:pt x="730" y="660"/>
                    <a:pt x="730" y="588"/>
                  </a:cubicBezTo>
                  <a:cubicBezTo>
                    <a:pt x="730" y="565"/>
                    <a:pt x="726" y="544"/>
                    <a:pt x="717" y="527"/>
                  </a:cubicBezTo>
                  <a:lnTo>
                    <a:pt x="745" y="503"/>
                  </a:lnTo>
                  <a:cubicBezTo>
                    <a:pt x="760" y="529"/>
                    <a:pt x="768" y="556"/>
                    <a:pt x="768" y="588"/>
                  </a:cubicBezTo>
                  <a:cubicBezTo>
                    <a:pt x="768" y="681"/>
                    <a:pt x="692" y="755"/>
                    <a:pt x="599" y="755"/>
                  </a:cubicBezTo>
                  <a:cubicBezTo>
                    <a:pt x="506" y="755"/>
                    <a:pt x="429" y="681"/>
                    <a:pt x="429" y="588"/>
                  </a:cubicBezTo>
                  <a:cubicBezTo>
                    <a:pt x="429" y="495"/>
                    <a:pt x="506" y="419"/>
                    <a:pt x="599" y="419"/>
                  </a:cubicBezTo>
                  <a:cubicBezTo>
                    <a:pt x="647" y="419"/>
                    <a:pt x="692" y="440"/>
                    <a:pt x="724" y="474"/>
                  </a:cubicBezTo>
                  <a:close/>
                  <a:moveTo>
                    <a:pt x="662" y="518"/>
                  </a:moveTo>
                  <a:lnTo>
                    <a:pt x="633" y="539"/>
                  </a:lnTo>
                  <a:cubicBezTo>
                    <a:pt x="622" y="533"/>
                    <a:pt x="611" y="529"/>
                    <a:pt x="599" y="529"/>
                  </a:cubicBezTo>
                  <a:cubicBezTo>
                    <a:pt x="567" y="529"/>
                    <a:pt x="539" y="556"/>
                    <a:pt x="539" y="588"/>
                  </a:cubicBezTo>
                  <a:cubicBezTo>
                    <a:pt x="539" y="620"/>
                    <a:pt x="567" y="645"/>
                    <a:pt x="599" y="645"/>
                  </a:cubicBezTo>
                  <a:cubicBezTo>
                    <a:pt x="630" y="645"/>
                    <a:pt x="658" y="620"/>
                    <a:pt x="658" y="588"/>
                  </a:cubicBezTo>
                  <a:cubicBezTo>
                    <a:pt x="658" y="582"/>
                    <a:pt x="656" y="577"/>
                    <a:pt x="654" y="573"/>
                  </a:cubicBezTo>
                  <a:lnTo>
                    <a:pt x="685" y="550"/>
                  </a:lnTo>
                  <a:cubicBezTo>
                    <a:pt x="690" y="560"/>
                    <a:pt x="692" y="575"/>
                    <a:pt x="692" y="588"/>
                  </a:cubicBezTo>
                  <a:cubicBezTo>
                    <a:pt x="692" y="639"/>
                    <a:pt x="650" y="681"/>
                    <a:pt x="599" y="681"/>
                  </a:cubicBezTo>
                  <a:cubicBezTo>
                    <a:pt x="546" y="681"/>
                    <a:pt x="504" y="639"/>
                    <a:pt x="504" y="588"/>
                  </a:cubicBezTo>
                  <a:cubicBezTo>
                    <a:pt x="504" y="535"/>
                    <a:pt x="546" y="495"/>
                    <a:pt x="599" y="495"/>
                  </a:cubicBezTo>
                  <a:cubicBezTo>
                    <a:pt x="624" y="495"/>
                    <a:pt x="645" y="503"/>
                    <a:pt x="662" y="518"/>
                  </a:cubicBezTo>
                  <a:close/>
                  <a:moveTo>
                    <a:pt x="601" y="565"/>
                  </a:moveTo>
                  <a:lnTo>
                    <a:pt x="597" y="590"/>
                  </a:lnTo>
                  <a:lnTo>
                    <a:pt x="620" y="592"/>
                  </a:lnTo>
                  <a:cubicBezTo>
                    <a:pt x="618" y="603"/>
                    <a:pt x="609" y="609"/>
                    <a:pt x="599" y="609"/>
                  </a:cubicBezTo>
                  <a:cubicBezTo>
                    <a:pt x="586" y="609"/>
                    <a:pt x="575" y="601"/>
                    <a:pt x="575" y="588"/>
                  </a:cubicBezTo>
                  <a:cubicBezTo>
                    <a:pt x="575" y="575"/>
                    <a:pt x="586" y="565"/>
                    <a:pt x="599" y="565"/>
                  </a:cubicBezTo>
                  <a:cubicBezTo>
                    <a:pt x="599" y="565"/>
                    <a:pt x="601" y="565"/>
                    <a:pt x="601" y="565"/>
                  </a:cubicBezTo>
                  <a:close/>
                  <a:moveTo>
                    <a:pt x="592" y="203"/>
                  </a:moveTo>
                  <a:cubicBezTo>
                    <a:pt x="578" y="203"/>
                    <a:pt x="565" y="190"/>
                    <a:pt x="565" y="173"/>
                  </a:cubicBezTo>
                  <a:lnTo>
                    <a:pt x="563" y="31"/>
                  </a:lnTo>
                  <a:cubicBezTo>
                    <a:pt x="563" y="15"/>
                    <a:pt x="575" y="2"/>
                    <a:pt x="592" y="2"/>
                  </a:cubicBezTo>
                  <a:cubicBezTo>
                    <a:pt x="607" y="0"/>
                    <a:pt x="620" y="15"/>
                    <a:pt x="620" y="29"/>
                  </a:cubicBezTo>
                  <a:lnTo>
                    <a:pt x="622" y="173"/>
                  </a:lnTo>
                  <a:cubicBezTo>
                    <a:pt x="622" y="188"/>
                    <a:pt x="609" y="203"/>
                    <a:pt x="592" y="203"/>
                  </a:cubicBezTo>
                  <a:cubicBezTo>
                    <a:pt x="592" y="203"/>
                    <a:pt x="592" y="203"/>
                    <a:pt x="592" y="203"/>
                  </a:cubicBezTo>
                  <a:close/>
                  <a:moveTo>
                    <a:pt x="857" y="288"/>
                  </a:moveTo>
                  <a:cubicBezTo>
                    <a:pt x="851" y="288"/>
                    <a:pt x="844" y="285"/>
                    <a:pt x="840" y="281"/>
                  </a:cubicBezTo>
                  <a:cubicBezTo>
                    <a:pt x="827" y="273"/>
                    <a:pt x="823" y="256"/>
                    <a:pt x="831" y="241"/>
                  </a:cubicBezTo>
                  <a:lnTo>
                    <a:pt x="912" y="122"/>
                  </a:lnTo>
                  <a:cubicBezTo>
                    <a:pt x="920" y="110"/>
                    <a:pt x="937" y="106"/>
                    <a:pt x="950" y="114"/>
                  </a:cubicBezTo>
                  <a:cubicBezTo>
                    <a:pt x="965" y="122"/>
                    <a:pt x="969" y="142"/>
                    <a:pt x="961" y="154"/>
                  </a:cubicBezTo>
                  <a:lnTo>
                    <a:pt x="880" y="275"/>
                  </a:lnTo>
                  <a:cubicBezTo>
                    <a:pt x="874" y="281"/>
                    <a:pt x="865" y="288"/>
                    <a:pt x="857" y="288"/>
                  </a:cubicBezTo>
                  <a:close/>
                  <a:moveTo>
                    <a:pt x="317" y="285"/>
                  </a:moveTo>
                  <a:cubicBezTo>
                    <a:pt x="307" y="285"/>
                    <a:pt x="298" y="281"/>
                    <a:pt x="292" y="273"/>
                  </a:cubicBezTo>
                  <a:lnTo>
                    <a:pt x="214" y="154"/>
                  </a:lnTo>
                  <a:cubicBezTo>
                    <a:pt x="203" y="142"/>
                    <a:pt x="207" y="122"/>
                    <a:pt x="222" y="114"/>
                  </a:cubicBezTo>
                  <a:cubicBezTo>
                    <a:pt x="235" y="106"/>
                    <a:pt x="252" y="108"/>
                    <a:pt x="262" y="122"/>
                  </a:cubicBezTo>
                  <a:lnTo>
                    <a:pt x="341" y="241"/>
                  </a:lnTo>
                  <a:cubicBezTo>
                    <a:pt x="349" y="254"/>
                    <a:pt x="345" y="273"/>
                    <a:pt x="332" y="281"/>
                  </a:cubicBezTo>
                  <a:cubicBezTo>
                    <a:pt x="328" y="285"/>
                    <a:pt x="322" y="285"/>
                    <a:pt x="317" y="285"/>
                  </a:cubicBezTo>
                  <a:close/>
                  <a:moveTo>
                    <a:pt x="173" y="537"/>
                  </a:moveTo>
                  <a:cubicBezTo>
                    <a:pt x="171" y="537"/>
                    <a:pt x="169" y="535"/>
                    <a:pt x="167" y="535"/>
                  </a:cubicBezTo>
                  <a:lnTo>
                    <a:pt x="27" y="508"/>
                  </a:lnTo>
                  <a:cubicBezTo>
                    <a:pt x="10" y="503"/>
                    <a:pt x="0" y="489"/>
                    <a:pt x="4" y="474"/>
                  </a:cubicBezTo>
                  <a:cubicBezTo>
                    <a:pt x="8" y="457"/>
                    <a:pt x="23" y="448"/>
                    <a:pt x="38" y="450"/>
                  </a:cubicBezTo>
                  <a:lnTo>
                    <a:pt x="180" y="478"/>
                  </a:lnTo>
                  <a:cubicBezTo>
                    <a:pt x="195" y="482"/>
                    <a:pt x="205" y="497"/>
                    <a:pt x="201" y="514"/>
                  </a:cubicBezTo>
                  <a:cubicBezTo>
                    <a:pt x="199" y="527"/>
                    <a:pt x="186" y="537"/>
                    <a:pt x="173" y="537"/>
                  </a:cubicBezTo>
                  <a:close/>
                  <a:moveTo>
                    <a:pt x="112" y="880"/>
                  </a:moveTo>
                  <a:cubicBezTo>
                    <a:pt x="104" y="880"/>
                    <a:pt x="93" y="876"/>
                    <a:pt x="89" y="865"/>
                  </a:cubicBezTo>
                  <a:cubicBezTo>
                    <a:pt x="80" y="853"/>
                    <a:pt x="85" y="833"/>
                    <a:pt x="97" y="825"/>
                  </a:cubicBezTo>
                  <a:lnTo>
                    <a:pt x="218" y="749"/>
                  </a:lnTo>
                  <a:cubicBezTo>
                    <a:pt x="233" y="740"/>
                    <a:pt x="250" y="745"/>
                    <a:pt x="258" y="759"/>
                  </a:cubicBezTo>
                  <a:cubicBezTo>
                    <a:pt x="266" y="772"/>
                    <a:pt x="262" y="789"/>
                    <a:pt x="250" y="797"/>
                  </a:cubicBezTo>
                  <a:lnTo>
                    <a:pt x="129" y="876"/>
                  </a:lnTo>
                  <a:cubicBezTo>
                    <a:pt x="123" y="878"/>
                    <a:pt x="118" y="880"/>
                    <a:pt x="112" y="880"/>
                  </a:cubicBezTo>
                  <a:close/>
                  <a:moveTo>
                    <a:pt x="1060" y="880"/>
                  </a:moveTo>
                  <a:cubicBezTo>
                    <a:pt x="1054" y="880"/>
                    <a:pt x="1049" y="880"/>
                    <a:pt x="1043" y="876"/>
                  </a:cubicBezTo>
                  <a:lnTo>
                    <a:pt x="922" y="800"/>
                  </a:lnTo>
                  <a:cubicBezTo>
                    <a:pt x="910" y="791"/>
                    <a:pt x="906" y="772"/>
                    <a:pt x="914" y="759"/>
                  </a:cubicBezTo>
                  <a:cubicBezTo>
                    <a:pt x="922" y="747"/>
                    <a:pt x="939" y="742"/>
                    <a:pt x="954" y="751"/>
                  </a:cubicBezTo>
                  <a:lnTo>
                    <a:pt x="1075" y="827"/>
                  </a:lnTo>
                  <a:cubicBezTo>
                    <a:pt x="1088" y="836"/>
                    <a:pt x="1092" y="853"/>
                    <a:pt x="1083" y="867"/>
                  </a:cubicBezTo>
                  <a:cubicBezTo>
                    <a:pt x="1079" y="876"/>
                    <a:pt x="1071" y="880"/>
                    <a:pt x="1060" y="880"/>
                  </a:cubicBezTo>
                  <a:close/>
                  <a:moveTo>
                    <a:pt x="999" y="537"/>
                  </a:moveTo>
                  <a:cubicBezTo>
                    <a:pt x="986" y="537"/>
                    <a:pt x="973" y="527"/>
                    <a:pt x="971" y="514"/>
                  </a:cubicBezTo>
                  <a:cubicBezTo>
                    <a:pt x="967" y="499"/>
                    <a:pt x="978" y="482"/>
                    <a:pt x="992" y="480"/>
                  </a:cubicBezTo>
                  <a:lnTo>
                    <a:pt x="1134" y="453"/>
                  </a:lnTo>
                  <a:cubicBezTo>
                    <a:pt x="1149" y="448"/>
                    <a:pt x="1166" y="459"/>
                    <a:pt x="1168" y="474"/>
                  </a:cubicBezTo>
                  <a:cubicBezTo>
                    <a:pt x="1168" y="476"/>
                    <a:pt x="1168" y="478"/>
                    <a:pt x="1168" y="480"/>
                  </a:cubicBezTo>
                  <a:lnTo>
                    <a:pt x="1168" y="480"/>
                  </a:lnTo>
                  <a:cubicBezTo>
                    <a:pt x="1168" y="493"/>
                    <a:pt x="1159" y="505"/>
                    <a:pt x="1145" y="508"/>
                  </a:cubicBezTo>
                  <a:lnTo>
                    <a:pt x="1005" y="537"/>
                  </a:lnTo>
                  <a:cubicBezTo>
                    <a:pt x="1003" y="537"/>
                    <a:pt x="1001" y="537"/>
                    <a:pt x="999" y="537"/>
                  </a:cubicBezTo>
                  <a:close/>
                </a:path>
              </a:pathLst>
            </a:custGeom>
            <a:solidFill>
              <a:srgbClr val="FFFFFF"/>
            </a:solidFill>
            <a:ln>
              <a:noFill/>
            </a:ln>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94" name="组合 93"/>
          <p:cNvGrpSpPr>
            <a:grpSpLocks noChangeAspect="1"/>
          </p:cNvGrpSpPr>
          <p:nvPr/>
        </p:nvGrpSpPr>
        <p:grpSpPr>
          <a:xfrm>
            <a:off x="3497792" y="2448792"/>
            <a:ext cx="860201" cy="858614"/>
            <a:chOff x="3590132" y="2126222"/>
            <a:chExt cx="860425" cy="858838"/>
          </a:xfrm>
          <a:effectLst>
            <a:outerShdw blurRad="101600" dist="38100" dir="2700000" algn="tl" rotWithShape="0">
              <a:prstClr val="black">
                <a:alpha val="15000"/>
              </a:prstClr>
            </a:outerShdw>
          </a:effectLst>
        </p:grpSpPr>
        <p:sp>
          <p:nvSpPr>
            <p:cNvPr id="95" name="Oval 11"/>
            <p:cNvSpPr>
              <a:spLocks noChangeAspect="1" noChangeArrowheads="1"/>
            </p:cNvSpPr>
            <p:nvPr/>
          </p:nvSpPr>
          <p:spPr bwMode="auto">
            <a:xfrm>
              <a:off x="3590132" y="2126222"/>
              <a:ext cx="860425" cy="858838"/>
            </a:xfrm>
            <a:prstGeom prst="ellipse">
              <a:avLst/>
            </a:prstGeom>
            <a:solidFill>
              <a:schemeClr val="accent1"/>
            </a:solidFill>
            <a:ln w="25400" cap="flat" cmpd="sng" algn="ctr">
              <a:solidFill>
                <a:schemeClr val="bg1">
                  <a:lumMod val="95000"/>
                </a:schemeClr>
              </a:solidFill>
              <a:prstDash val="solid"/>
              <a:miter lim="800000"/>
            </a:ln>
            <a:effectLst/>
          </p:spPr>
          <p:txBody>
            <a:bodyPr rtlCol="0" anchor="ctr"/>
            <a:lstStyle/>
            <a:p>
              <a:pPr algn="ctr">
                <a:lnSpc>
                  <a:spcPct val="130000"/>
                </a:lnSpc>
                <a:defRPr/>
              </a:pPr>
              <a:endParaRPr lang="zh-CN" altLang="en-US" sz="1400" kern="0" dirty="0">
                <a:solidFill>
                  <a:prstClr val="white"/>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96" name="Freeform 102"/>
            <p:cNvSpPr>
              <a:spLocks noChangeAspect="1" noEditPoints="1"/>
            </p:cNvSpPr>
            <p:nvPr/>
          </p:nvSpPr>
          <p:spPr bwMode="auto">
            <a:xfrm>
              <a:off x="3777673" y="2310841"/>
              <a:ext cx="485343" cy="489600"/>
            </a:xfrm>
            <a:custGeom>
              <a:avLst/>
              <a:gdLst>
                <a:gd name="T0" fmla="*/ 775 w 999"/>
                <a:gd name="T1" fmla="*/ 879 h 1007"/>
                <a:gd name="T2" fmla="*/ 567 w 999"/>
                <a:gd name="T3" fmla="*/ 517 h 1007"/>
                <a:gd name="T4" fmla="*/ 889 w 999"/>
                <a:gd name="T5" fmla="*/ 251 h 1007"/>
                <a:gd name="T6" fmla="*/ 962 w 999"/>
                <a:gd name="T7" fmla="*/ 504 h 1007"/>
                <a:gd name="T8" fmla="*/ 775 w 999"/>
                <a:gd name="T9" fmla="*/ 879 h 1007"/>
                <a:gd name="T10" fmla="*/ 857 w 999"/>
                <a:gd name="T11" fmla="*/ 153 h 1007"/>
                <a:gd name="T12" fmla="*/ 515 w 999"/>
                <a:gd name="T13" fmla="*/ 431 h 1007"/>
                <a:gd name="T14" fmla="*/ 515 w 999"/>
                <a:gd name="T15" fmla="*/ 466 h 1007"/>
                <a:gd name="T16" fmla="*/ 874 w 999"/>
                <a:gd name="T17" fmla="*/ 171 h 1007"/>
                <a:gd name="T18" fmla="*/ 857 w 999"/>
                <a:gd name="T19" fmla="*/ 153 h 1007"/>
                <a:gd name="T20" fmla="*/ 820 w 999"/>
                <a:gd name="T21" fmla="*/ 117 h 1007"/>
                <a:gd name="T22" fmla="*/ 515 w 999"/>
                <a:gd name="T23" fmla="*/ 366 h 1007"/>
                <a:gd name="T24" fmla="*/ 515 w 999"/>
                <a:gd name="T25" fmla="*/ 403 h 1007"/>
                <a:gd name="T26" fmla="*/ 842 w 999"/>
                <a:gd name="T27" fmla="*/ 137 h 1007"/>
                <a:gd name="T28" fmla="*/ 820 w 999"/>
                <a:gd name="T29" fmla="*/ 117 h 1007"/>
                <a:gd name="T30" fmla="*/ 779 w 999"/>
                <a:gd name="T31" fmla="*/ 86 h 1007"/>
                <a:gd name="T32" fmla="*/ 515 w 999"/>
                <a:gd name="T33" fmla="*/ 301 h 1007"/>
                <a:gd name="T34" fmla="*/ 515 w 999"/>
                <a:gd name="T35" fmla="*/ 338 h 1007"/>
                <a:gd name="T36" fmla="*/ 803 w 999"/>
                <a:gd name="T37" fmla="*/ 104 h 1007"/>
                <a:gd name="T38" fmla="*/ 779 w 999"/>
                <a:gd name="T39" fmla="*/ 86 h 1007"/>
                <a:gd name="T40" fmla="*/ 733 w 999"/>
                <a:gd name="T41" fmla="*/ 58 h 1007"/>
                <a:gd name="T42" fmla="*/ 515 w 999"/>
                <a:gd name="T43" fmla="*/ 236 h 1007"/>
                <a:gd name="T44" fmla="*/ 515 w 999"/>
                <a:gd name="T45" fmla="*/ 273 h 1007"/>
                <a:gd name="T46" fmla="*/ 759 w 999"/>
                <a:gd name="T47" fmla="*/ 74 h 1007"/>
                <a:gd name="T48" fmla="*/ 733 w 999"/>
                <a:gd name="T49" fmla="*/ 58 h 1007"/>
                <a:gd name="T50" fmla="*/ 682 w 999"/>
                <a:gd name="T51" fmla="*/ 35 h 1007"/>
                <a:gd name="T52" fmla="*/ 515 w 999"/>
                <a:gd name="T53" fmla="*/ 171 h 1007"/>
                <a:gd name="T54" fmla="*/ 515 w 999"/>
                <a:gd name="T55" fmla="*/ 208 h 1007"/>
                <a:gd name="T56" fmla="*/ 711 w 999"/>
                <a:gd name="T57" fmla="*/ 47 h 1007"/>
                <a:gd name="T58" fmla="*/ 682 w 999"/>
                <a:gd name="T59" fmla="*/ 35 h 1007"/>
                <a:gd name="T60" fmla="*/ 624 w 999"/>
                <a:gd name="T61" fmla="*/ 17 h 1007"/>
                <a:gd name="T62" fmla="*/ 515 w 999"/>
                <a:gd name="T63" fmla="*/ 106 h 1007"/>
                <a:gd name="T64" fmla="*/ 515 w 999"/>
                <a:gd name="T65" fmla="*/ 143 h 1007"/>
                <a:gd name="T66" fmla="*/ 658 w 999"/>
                <a:gd name="T67" fmla="*/ 27 h 1007"/>
                <a:gd name="T68" fmla="*/ 624 w 999"/>
                <a:gd name="T69" fmla="*/ 17 h 1007"/>
                <a:gd name="T70" fmla="*/ 560 w 999"/>
                <a:gd name="T71" fmla="*/ 4 h 1007"/>
                <a:gd name="T72" fmla="*/ 515 w 999"/>
                <a:gd name="T73" fmla="*/ 41 h 1007"/>
                <a:gd name="T74" fmla="*/ 515 w 999"/>
                <a:gd name="T75" fmla="*/ 77 h 1007"/>
                <a:gd name="T76" fmla="*/ 598 w 999"/>
                <a:gd name="T77" fmla="*/ 11 h 1007"/>
                <a:gd name="T78" fmla="*/ 560 w 999"/>
                <a:gd name="T79" fmla="*/ 4 h 1007"/>
                <a:gd name="T80" fmla="*/ 515 w 999"/>
                <a:gd name="T81" fmla="*/ 0 h 1007"/>
                <a:gd name="T82" fmla="*/ 515 w 999"/>
                <a:gd name="T83" fmla="*/ 13 h 1007"/>
                <a:gd name="T84" fmla="*/ 529 w 999"/>
                <a:gd name="T85" fmla="*/ 1 h 1007"/>
                <a:gd name="T86" fmla="*/ 515 w 999"/>
                <a:gd name="T87" fmla="*/ 0 h 1007"/>
                <a:gd name="T88" fmla="*/ 481 w 999"/>
                <a:gd name="T89" fmla="*/ 511 h 1007"/>
                <a:gd name="T90" fmla="*/ 480 w 999"/>
                <a:gd name="T91" fmla="*/ 508 h 1007"/>
                <a:gd name="T92" fmla="*/ 479 w 999"/>
                <a:gd name="T93" fmla="*/ 504 h 1007"/>
                <a:gd name="T94" fmla="*/ 479 w 999"/>
                <a:gd name="T95" fmla="*/ 0 h 1007"/>
                <a:gd name="T96" fmla="*/ 0 w 999"/>
                <a:gd name="T97" fmla="*/ 504 h 1007"/>
                <a:gd name="T98" fmla="*/ 500 w 999"/>
                <a:gd name="T99" fmla="*/ 1007 h 1007"/>
                <a:gd name="T100" fmla="*/ 732 w 999"/>
                <a:gd name="T101" fmla="*/ 950 h 1007"/>
                <a:gd name="T102" fmla="*/ 482 w 999"/>
                <a:gd name="T103" fmla="*/ 512 h 1007"/>
                <a:gd name="T104" fmla="*/ 481 w 999"/>
                <a:gd name="T105" fmla="*/ 511 h 1007"/>
                <a:gd name="T106" fmla="*/ 897 w 999"/>
                <a:gd name="T107" fmla="*/ 199 h 1007"/>
                <a:gd name="T108" fmla="*/ 520 w 999"/>
                <a:gd name="T109" fmla="*/ 508 h 1007"/>
                <a:gd name="T110" fmla="*/ 763 w 999"/>
                <a:gd name="T111" fmla="*/ 931 h 1007"/>
                <a:gd name="T112" fmla="*/ 999 w 999"/>
                <a:gd name="T113" fmla="*/ 504 h 1007"/>
                <a:gd name="T114" fmla="*/ 897 w 999"/>
                <a:gd name="T115" fmla="*/ 199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99" h="1004">
                  <a:moveTo>
                    <a:pt x="775" y="879"/>
                  </a:moveTo>
                  <a:lnTo>
                    <a:pt x="567" y="517"/>
                  </a:lnTo>
                  <a:lnTo>
                    <a:pt x="889" y="251"/>
                  </a:lnTo>
                  <a:cubicBezTo>
                    <a:pt x="938" y="327"/>
                    <a:pt x="962" y="413"/>
                    <a:pt x="962" y="504"/>
                  </a:cubicBezTo>
                  <a:cubicBezTo>
                    <a:pt x="962" y="654"/>
                    <a:pt x="893" y="791"/>
                    <a:pt x="775" y="879"/>
                  </a:cubicBezTo>
                  <a:close/>
                  <a:moveTo>
                    <a:pt x="857" y="153"/>
                  </a:moveTo>
                  <a:lnTo>
                    <a:pt x="515" y="431"/>
                  </a:lnTo>
                  <a:lnTo>
                    <a:pt x="515" y="466"/>
                  </a:lnTo>
                  <a:lnTo>
                    <a:pt x="874" y="171"/>
                  </a:lnTo>
                  <a:lnTo>
                    <a:pt x="857" y="153"/>
                  </a:lnTo>
                  <a:close/>
                  <a:moveTo>
                    <a:pt x="820" y="117"/>
                  </a:moveTo>
                  <a:lnTo>
                    <a:pt x="515" y="366"/>
                  </a:lnTo>
                  <a:lnTo>
                    <a:pt x="515" y="403"/>
                  </a:lnTo>
                  <a:lnTo>
                    <a:pt x="842" y="137"/>
                  </a:lnTo>
                  <a:lnTo>
                    <a:pt x="820" y="117"/>
                  </a:lnTo>
                  <a:close/>
                  <a:moveTo>
                    <a:pt x="779" y="86"/>
                  </a:moveTo>
                  <a:lnTo>
                    <a:pt x="515" y="301"/>
                  </a:lnTo>
                  <a:lnTo>
                    <a:pt x="515" y="338"/>
                  </a:lnTo>
                  <a:lnTo>
                    <a:pt x="803" y="104"/>
                  </a:lnTo>
                  <a:lnTo>
                    <a:pt x="779" y="86"/>
                  </a:lnTo>
                  <a:close/>
                  <a:moveTo>
                    <a:pt x="733" y="58"/>
                  </a:moveTo>
                  <a:lnTo>
                    <a:pt x="515" y="236"/>
                  </a:lnTo>
                  <a:lnTo>
                    <a:pt x="515" y="273"/>
                  </a:lnTo>
                  <a:lnTo>
                    <a:pt x="759" y="74"/>
                  </a:lnTo>
                  <a:cubicBezTo>
                    <a:pt x="750" y="68"/>
                    <a:pt x="742" y="63"/>
                    <a:pt x="733" y="58"/>
                  </a:cubicBezTo>
                  <a:close/>
                  <a:moveTo>
                    <a:pt x="682" y="35"/>
                  </a:moveTo>
                  <a:lnTo>
                    <a:pt x="515" y="171"/>
                  </a:lnTo>
                  <a:lnTo>
                    <a:pt x="515" y="208"/>
                  </a:lnTo>
                  <a:lnTo>
                    <a:pt x="711" y="47"/>
                  </a:lnTo>
                  <a:cubicBezTo>
                    <a:pt x="702" y="43"/>
                    <a:pt x="692" y="39"/>
                    <a:pt x="682" y="35"/>
                  </a:cubicBezTo>
                  <a:close/>
                  <a:moveTo>
                    <a:pt x="624" y="17"/>
                  </a:moveTo>
                  <a:lnTo>
                    <a:pt x="515" y="106"/>
                  </a:lnTo>
                  <a:lnTo>
                    <a:pt x="515" y="143"/>
                  </a:lnTo>
                  <a:lnTo>
                    <a:pt x="658" y="27"/>
                  </a:lnTo>
                  <a:cubicBezTo>
                    <a:pt x="647" y="22"/>
                    <a:pt x="636" y="19"/>
                    <a:pt x="624" y="17"/>
                  </a:cubicBezTo>
                  <a:close/>
                  <a:moveTo>
                    <a:pt x="560" y="4"/>
                  </a:moveTo>
                  <a:lnTo>
                    <a:pt x="515" y="41"/>
                  </a:lnTo>
                  <a:lnTo>
                    <a:pt x="515" y="77"/>
                  </a:lnTo>
                  <a:lnTo>
                    <a:pt x="598" y="11"/>
                  </a:lnTo>
                  <a:cubicBezTo>
                    <a:pt x="586" y="8"/>
                    <a:pt x="573" y="5"/>
                    <a:pt x="560" y="4"/>
                  </a:cubicBezTo>
                  <a:close/>
                  <a:moveTo>
                    <a:pt x="515" y="0"/>
                  </a:moveTo>
                  <a:lnTo>
                    <a:pt x="515" y="13"/>
                  </a:lnTo>
                  <a:lnTo>
                    <a:pt x="529" y="1"/>
                  </a:lnTo>
                  <a:lnTo>
                    <a:pt x="515" y="0"/>
                  </a:lnTo>
                  <a:close/>
                  <a:moveTo>
                    <a:pt x="481" y="511"/>
                  </a:moveTo>
                  <a:lnTo>
                    <a:pt x="480" y="508"/>
                  </a:lnTo>
                  <a:lnTo>
                    <a:pt x="479" y="504"/>
                  </a:lnTo>
                  <a:lnTo>
                    <a:pt x="479" y="0"/>
                  </a:lnTo>
                  <a:cubicBezTo>
                    <a:pt x="213" y="11"/>
                    <a:pt x="0" y="233"/>
                    <a:pt x="0" y="504"/>
                  </a:cubicBezTo>
                  <a:cubicBezTo>
                    <a:pt x="0" y="782"/>
                    <a:pt x="223" y="1007"/>
                    <a:pt x="500" y="1007"/>
                  </a:cubicBezTo>
                  <a:cubicBezTo>
                    <a:pt x="584" y="1007"/>
                    <a:pt x="663" y="987"/>
                    <a:pt x="732" y="950"/>
                  </a:cubicBezTo>
                  <a:lnTo>
                    <a:pt x="482" y="512"/>
                  </a:lnTo>
                  <a:lnTo>
                    <a:pt x="481" y="511"/>
                  </a:lnTo>
                  <a:close/>
                  <a:moveTo>
                    <a:pt x="897" y="199"/>
                  </a:moveTo>
                  <a:lnTo>
                    <a:pt x="520" y="508"/>
                  </a:lnTo>
                  <a:lnTo>
                    <a:pt x="763" y="931"/>
                  </a:lnTo>
                  <a:cubicBezTo>
                    <a:pt x="904" y="842"/>
                    <a:pt x="999" y="685"/>
                    <a:pt x="999" y="504"/>
                  </a:cubicBezTo>
                  <a:cubicBezTo>
                    <a:pt x="999" y="389"/>
                    <a:pt x="961" y="283"/>
                    <a:pt x="897" y="199"/>
                  </a:cubicBezTo>
                  <a:close/>
                </a:path>
              </a:pathLst>
            </a:custGeom>
            <a:solidFill>
              <a:srgbClr val="FFFFFF"/>
            </a:solidFill>
            <a:ln>
              <a:noFill/>
            </a:ln>
          </p:spPr>
          <p:txBody>
            <a:bodyPr vert="horz" wrap="square" lIns="91416" tIns="45708" rIns="91416" bIns="45708" numCol="1" anchor="t" anchorCtr="0" compatLnSpc="1"/>
            <a:lstStyle/>
            <a:p>
              <a:pPr>
                <a:lnSpc>
                  <a:spcPct val="130000"/>
                </a:lnSpc>
                <a:defRPr/>
              </a:pPr>
              <a:endParaRPr lang="zh-CN" altLang="en-US" sz="18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sp>
        <p:nvSpPr>
          <p:cNvPr id="97" name="文本框 96"/>
          <p:cNvSpPr txBox="1"/>
          <p:nvPr/>
        </p:nvSpPr>
        <p:spPr>
          <a:xfrm>
            <a:off x="1128742" y="5755025"/>
            <a:ext cx="1357744" cy="423001"/>
          </a:xfrm>
          <a:prstGeom prst="rect">
            <a:avLst/>
          </a:prstGeom>
          <a:noFill/>
        </p:spPr>
        <p:txBody>
          <a:bodyPr wrap="none" rtlCol="0">
            <a:spAutoFit/>
          </a:bodyPr>
          <a:lstStyle/>
          <a:p>
            <a:pPr>
              <a:lnSpc>
                <a:spcPct val="130000"/>
              </a:lnSpc>
            </a:pPr>
            <a:r>
              <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rPr>
              <a:t>PROJECT 1</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98" name="文本框 97"/>
          <p:cNvSpPr txBox="1"/>
          <p:nvPr/>
        </p:nvSpPr>
        <p:spPr>
          <a:xfrm>
            <a:off x="3233080" y="2070168"/>
            <a:ext cx="1357744" cy="423001"/>
          </a:xfrm>
          <a:prstGeom prst="rect">
            <a:avLst/>
          </a:prstGeom>
          <a:noFill/>
        </p:spPr>
        <p:txBody>
          <a:bodyPr wrap="none" rtlCol="0">
            <a:spAutoFit/>
          </a:bodyPr>
          <a:lstStyle/>
          <a:p>
            <a:pPr>
              <a:lnSpc>
                <a:spcPct val="130000"/>
              </a:lnSpc>
            </a:pPr>
            <a:r>
              <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rPr>
              <a:t>PROJECT 2</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99" name="文本框 98"/>
          <p:cNvSpPr txBox="1"/>
          <p:nvPr/>
        </p:nvSpPr>
        <p:spPr>
          <a:xfrm>
            <a:off x="7467380" y="2070168"/>
            <a:ext cx="1357744" cy="423001"/>
          </a:xfrm>
          <a:prstGeom prst="rect">
            <a:avLst/>
          </a:prstGeom>
          <a:noFill/>
        </p:spPr>
        <p:txBody>
          <a:bodyPr wrap="none" rtlCol="0">
            <a:spAutoFit/>
          </a:bodyPr>
          <a:lstStyle/>
          <a:p>
            <a:pPr>
              <a:lnSpc>
                <a:spcPct val="130000"/>
              </a:lnSpc>
            </a:pPr>
            <a:r>
              <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rPr>
              <a:t>PROJECT 4</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00" name="文本框 99"/>
          <p:cNvSpPr txBox="1"/>
          <p:nvPr/>
        </p:nvSpPr>
        <p:spPr>
          <a:xfrm>
            <a:off x="5351023" y="5755025"/>
            <a:ext cx="1357744" cy="423001"/>
          </a:xfrm>
          <a:prstGeom prst="rect">
            <a:avLst/>
          </a:prstGeom>
          <a:noFill/>
        </p:spPr>
        <p:txBody>
          <a:bodyPr wrap="none" rtlCol="0">
            <a:spAutoFit/>
          </a:bodyPr>
          <a:lstStyle/>
          <a:p>
            <a:pPr>
              <a:lnSpc>
                <a:spcPct val="130000"/>
              </a:lnSpc>
            </a:pPr>
            <a:r>
              <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rPr>
              <a:t>PROJECT 3</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01" name="文本框 100"/>
          <p:cNvSpPr txBox="1"/>
          <p:nvPr/>
        </p:nvSpPr>
        <p:spPr>
          <a:xfrm>
            <a:off x="9587744" y="5755025"/>
            <a:ext cx="1357744" cy="423001"/>
          </a:xfrm>
          <a:prstGeom prst="rect">
            <a:avLst/>
          </a:prstGeom>
          <a:noFill/>
        </p:spPr>
        <p:txBody>
          <a:bodyPr wrap="none" rtlCol="0">
            <a:spAutoFit/>
          </a:bodyPr>
          <a:lstStyle/>
          <a:p>
            <a:pPr>
              <a:lnSpc>
                <a:spcPct val="130000"/>
              </a:lnSpc>
            </a:pPr>
            <a:r>
              <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rPr>
              <a:t>PROJECT 5</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02" name="文本框 101"/>
          <p:cNvSpPr txBox="1"/>
          <p:nvPr/>
        </p:nvSpPr>
        <p:spPr>
          <a:xfrm>
            <a:off x="1159922" y="3429000"/>
            <a:ext cx="1479892" cy="525657"/>
          </a:xfrm>
          <a:prstGeom prst="rect">
            <a:avLst/>
          </a:prstGeom>
          <a:noFill/>
        </p:spPr>
        <p:txBody>
          <a:bodyPr wrap="none" rtlCol="0">
            <a:spAutoFit/>
          </a:bodyPr>
          <a:lstStyle/>
          <a:p>
            <a:pPr>
              <a:lnSpc>
                <a:spcPct val="130000"/>
              </a:lnSpc>
            </a:pP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rPr>
              <a:t>202X-03</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03" name="文本框 102"/>
          <p:cNvSpPr txBox="1"/>
          <p:nvPr/>
        </p:nvSpPr>
        <p:spPr>
          <a:xfrm>
            <a:off x="3275478" y="4192494"/>
            <a:ext cx="1479892" cy="525657"/>
          </a:xfrm>
          <a:prstGeom prst="rect">
            <a:avLst/>
          </a:prstGeom>
          <a:noFill/>
        </p:spPr>
        <p:txBody>
          <a:bodyPr wrap="none" rtlCol="0">
            <a:spAutoFit/>
          </a:bodyPr>
          <a:lstStyle/>
          <a:p>
            <a:pPr>
              <a:lnSpc>
                <a:spcPct val="130000"/>
              </a:lnSpc>
            </a:pP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rPr>
              <a:t>202X-04</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04" name="文本框 103"/>
          <p:cNvSpPr txBox="1"/>
          <p:nvPr/>
        </p:nvSpPr>
        <p:spPr>
          <a:xfrm>
            <a:off x="7551606" y="4192494"/>
            <a:ext cx="1479892" cy="525657"/>
          </a:xfrm>
          <a:prstGeom prst="rect">
            <a:avLst/>
          </a:prstGeom>
          <a:noFill/>
        </p:spPr>
        <p:txBody>
          <a:bodyPr wrap="none" rtlCol="0">
            <a:spAutoFit/>
          </a:bodyPr>
          <a:lstStyle/>
          <a:p>
            <a:pPr>
              <a:lnSpc>
                <a:spcPct val="130000"/>
              </a:lnSpc>
            </a:pP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rPr>
              <a:t>202X-06</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05" name="文本框 104"/>
          <p:cNvSpPr txBox="1"/>
          <p:nvPr/>
        </p:nvSpPr>
        <p:spPr>
          <a:xfrm>
            <a:off x="5395024" y="3429000"/>
            <a:ext cx="1479892" cy="525657"/>
          </a:xfrm>
          <a:prstGeom prst="rect">
            <a:avLst/>
          </a:prstGeom>
          <a:noFill/>
        </p:spPr>
        <p:txBody>
          <a:bodyPr wrap="none" rtlCol="0">
            <a:spAutoFit/>
          </a:bodyPr>
          <a:lstStyle/>
          <a:p>
            <a:pPr>
              <a:lnSpc>
                <a:spcPct val="130000"/>
              </a:lnSpc>
            </a:pP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rPr>
              <a:t>202X-05</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06" name="文本框 105"/>
          <p:cNvSpPr txBox="1"/>
          <p:nvPr/>
        </p:nvSpPr>
        <p:spPr>
          <a:xfrm>
            <a:off x="9678380" y="3429000"/>
            <a:ext cx="1479892" cy="525657"/>
          </a:xfrm>
          <a:prstGeom prst="rect">
            <a:avLst/>
          </a:prstGeom>
          <a:noFill/>
        </p:spPr>
        <p:txBody>
          <a:bodyPr wrap="none" rtlCol="0">
            <a:spAutoFit/>
          </a:bodyPr>
          <a:lstStyle/>
          <a:p>
            <a:pPr>
              <a:lnSpc>
                <a:spcPct val="130000"/>
              </a:lnSpc>
            </a:pP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rPr>
              <a:t>202X-07</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07" name="文本框 106"/>
          <p:cNvSpPr txBox="1"/>
          <p:nvPr/>
        </p:nvSpPr>
        <p:spPr>
          <a:xfrm flipH="1">
            <a:off x="924636" y="2409424"/>
            <a:ext cx="1768987" cy="1033103"/>
          </a:xfrm>
          <a:prstGeom prst="rect">
            <a:avLst/>
          </a:prstGeom>
          <a:noFill/>
        </p:spPr>
        <p:txBody>
          <a:bodyPr wrap="square" rtlCol="0">
            <a:spAutoFit/>
          </a:bodyPr>
          <a:lstStyle/>
          <a:p>
            <a:pPr algn="just">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在这里输入您的文字内容，或者将您的文字内容复制在这里，在这里输入您的文字内容</a:t>
            </a:r>
          </a:p>
        </p:txBody>
      </p:sp>
      <p:sp>
        <p:nvSpPr>
          <p:cNvPr id="108" name="文本框 107"/>
          <p:cNvSpPr txBox="1"/>
          <p:nvPr/>
        </p:nvSpPr>
        <p:spPr>
          <a:xfrm flipH="1">
            <a:off x="5163745" y="2409424"/>
            <a:ext cx="1768987" cy="1033103"/>
          </a:xfrm>
          <a:prstGeom prst="rect">
            <a:avLst/>
          </a:prstGeom>
          <a:noFill/>
        </p:spPr>
        <p:txBody>
          <a:bodyPr wrap="square" rtlCol="0">
            <a:spAutoFit/>
          </a:bodyPr>
          <a:lstStyle/>
          <a:p>
            <a:pPr algn="just">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在这里输入您的文字内容，或者将您的文字内容复制在这里，在这里输入您的文字内容</a:t>
            </a:r>
          </a:p>
        </p:txBody>
      </p:sp>
      <p:sp>
        <p:nvSpPr>
          <p:cNvPr id="109" name="文本框 108"/>
          <p:cNvSpPr txBox="1"/>
          <p:nvPr/>
        </p:nvSpPr>
        <p:spPr>
          <a:xfrm flipH="1">
            <a:off x="9401266" y="2409424"/>
            <a:ext cx="1768987" cy="1033103"/>
          </a:xfrm>
          <a:prstGeom prst="rect">
            <a:avLst/>
          </a:prstGeom>
          <a:noFill/>
        </p:spPr>
        <p:txBody>
          <a:bodyPr wrap="square" rtlCol="0">
            <a:spAutoFit/>
          </a:bodyPr>
          <a:lstStyle/>
          <a:p>
            <a:pPr algn="just">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在这里输入您的文字内容，或者将您的文字内容复制在这里，在这里输入您的文字内容</a:t>
            </a:r>
          </a:p>
        </p:txBody>
      </p:sp>
      <p:sp>
        <p:nvSpPr>
          <p:cNvPr id="110" name="文本框 109"/>
          <p:cNvSpPr txBox="1"/>
          <p:nvPr/>
        </p:nvSpPr>
        <p:spPr>
          <a:xfrm flipH="1">
            <a:off x="3043397" y="4888659"/>
            <a:ext cx="1768987" cy="1033103"/>
          </a:xfrm>
          <a:prstGeom prst="rect">
            <a:avLst/>
          </a:prstGeom>
          <a:noFill/>
        </p:spPr>
        <p:txBody>
          <a:bodyPr wrap="square" rtlCol="0">
            <a:spAutoFit/>
          </a:bodyPr>
          <a:lstStyle/>
          <a:p>
            <a:pPr algn="just">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在这里输入您的文字内容，或者将您的文字内容复制在这里，在这里输入您的文字内容</a:t>
            </a:r>
          </a:p>
        </p:txBody>
      </p:sp>
      <p:sp>
        <p:nvSpPr>
          <p:cNvPr id="111" name="文本框 110"/>
          <p:cNvSpPr txBox="1"/>
          <p:nvPr/>
        </p:nvSpPr>
        <p:spPr>
          <a:xfrm flipH="1">
            <a:off x="7282505" y="4888659"/>
            <a:ext cx="1768987" cy="1033103"/>
          </a:xfrm>
          <a:prstGeom prst="rect">
            <a:avLst/>
          </a:prstGeom>
          <a:noFill/>
        </p:spPr>
        <p:txBody>
          <a:bodyPr wrap="square" rtlCol="0">
            <a:spAutoFit/>
          </a:bodyPr>
          <a:lstStyle/>
          <a:p>
            <a:pPr algn="just">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在这里输入您的文字内容，或者将您的文字内容复制在这里，在这里输入您的文字内容</a:t>
            </a:r>
          </a:p>
        </p:txBody>
      </p:sp>
      <p:grpSp>
        <p:nvGrpSpPr>
          <p:cNvPr id="2" name="组合 1"/>
          <p:cNvGrpSpPr/>
          <p:nvPr/>
        </p:nvGrpSpPr>
        <p:grpSpPr>
          <a:xfrm>
            <a:off x="22101" y="3587"/>
            <a:ext cx="12192313" cy="6854413"/>
            <a:chOff x="22101" y="3587"/>
            <a:chExt cx="12192313" cy="6854413"/>
          </a:xfrm>
        </p:grpSpPr>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a:off x="22101" y="3587"/>
              <a:ext cx="2022217" cy="1083786"/>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flipH="1" flipV="1">
              <a:off x="10192197" y="5774214"/>
              <a:ext cx="2022217" cy="1083786"/>
            </a:xfrm>
            <a:prstGeom prst="rect">
              <a:avLst/>
            </a:prstGeom>
          </p:spPr>
        </p:pic>
        <p:sp>
          <p:nvSpPr>
            <p:cNvPr id="5" name="ïSļiḓé"/>
            <p:cNvSpPr txBox="1"/>
            <p:nvPr/>
          </p:nvSpPr>
          <p:spPr>
            <a:xfrm>
              <a:off x="1033209" y="489898"/>
              <a:ext cx="2995946" cy="523220"/>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800" dirty="0">
                  <a:solidFill>
                    <a:schemeClr val="tx1"/>
                  </a:solidFill>
                  <a:effectLst/>
                  <a:latin typeface="思源宋体 CN Heavy" panose="02020900000000000000" pitchFamily="18" charset="-122"/>
                  <a:ea typeface="思源宋体 CN Heavy" panose="02020900000000000000" pitchFamily="18" charset="-122"/>
                </a:rPr>
                <a:t>论文选题背景</a:t>
              </a: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p:cTn id="7" dur="500" fill="hold"/>
                                        <p:tgtEl>
                                          <p:spTgt spid="79"/>
                                        </p:tgtEl>
                                        <p:attrNameLst>
                                          <p:attrName>ppt_w</p:attrName>
                                        </p:attrNameLst>
                                      </p:cBhvr>
                                      <p:tavLst>
                                        <p:tav tm="0">
                                          <p:val>
                                            <p:fltVal val="0"/>
                                          </p:val>
                                        </p:tav>
                                        <p:tav tm="100000">
                                          <p:val>
                                            <p:strVal val="#ppt_w"/>
                                          </p:val>
                                        </p:tav>
                                      </p:tavLst>
                                    </p:anim>
                                    <p:anim calcmode="lin" valueType="num">
                                      <p:cBhvr>
                                        <p:cTn id="8" dur="500" fill="hold"/>
                                        <p:tgtEl>
                                          <p:spTgt spid="79"/>
                                        </p:tgtEl>
                                        <p:attrNameLst>
                                          <p:attrName>ppt_h</p:attrName>
                                        </p:attrNameLst>
                                      </p:cBhvr>
                                      <p:tavLst>
                                        <p:tav tm="0">
                                          <p:val>
                                            <p:fltVal val="0"/>
                                          </p:val>
                                        </p:tav>
                                        <p:tav tm="100000">
                                          <p:val>
                                            <p:strVal val="#ppt_h"/>
                                          </p:val>
                                        </p:tav>
                                      </p:tavLst>
                                    </p:anim>
                                    <p:animEffect transition="in" filter="fade">
                                      <p:cBhvr>
                                        <p:cTn id="9" dur="500"/>
                                        <p:tgtEl>
                                          <p:spTgt spid="79"/>
                                        </p:tgtEl>
                                      </p:cBhvr>
                                    </p:animEffect>
                                  </p:childTnLst>
                                </p:cTn>
                              </p:par>
                              <p:par>
                                <p:cTn id="10" presetID="35" presetClass="path" presetSubtype="0" accel="50000" decel="50000" fill="hold" nodeType="withEffect">
                                  <p:stCondLst>
                                    <p:cond delay="0"/>
                                  </p:stCondLst>
                                  <p:childTnLst>
                                    <p:animMotion origin="layout" path="M -3.30643E-07 3.33333E-06 L -0.08839 3.33333E-06" pathEditMode="relative" rAng="0" ptsTypes="AA">
                                      <p:cBhvr>
                                        <p:cTn id="11" dur="1000" spd="-100000" fill="hold"/>
                                        <p:tgtEl>
                                          <p:spTgt spid="79"/>
                                        </p:tgtEl>
                                        <p:attrNameLst>
                                          <p:attrName>ppt_x</p:attrName>
                                          <p:attrName>ppt_y</p:attrName>
                                        </p:attrNameLst>
                                      </p:cBhvr>
                                      <p:rCtr x="-4426" y="0"/>
                                    </p:animMotion>
                                  </p:childTnLst>
                                </p:cTn>
                              </p:par>
                              <p:par>
                                <p:cTn id="12" presetID="53" presetClass="entr" presetSubtype="16" fill="hold" nodeType="withEffect">
                                  <p:stCondLst>
                                    <p:cond delay="250"/>
                                  </p:stCondLst>
                                  <p:childTnLst>
                                    <p:set>
                                      <p:cBhvr>
                                        <p:cTn id="13" dur="1" fill="hold">
                                          <p:stCondLst>
                                            <p:cond delay="0"/>
                                          </p:stCondLst>
                                        </p:cTn>
                                        <p:tgtEl>
                                          <p:spTgt spid="76"/>
                                        </p:tgtEl>
                                        <p:attrNameLst>
                                          <p:attrName>style.visibility</p:attrName>
                                        </p:attrNameLst>
                                      </p:cBhvr>
                                      <p:to>
                                        <p:strVal val="visible"/>
                                      </p:to>
                                    </p:set>
                                    <p:anim calcmode="lin" valueType="num">
                                      <p:cBhvr>
                                        <p:cTn id="14" dur="500" fill="hold"/>
                                        <p:tgtEl>
                                          <p:spTgt spid="76"/>
                                        </p:tgtEl>
                                        <p:attrNameLst>
                                          <p:attrName>ppt_w</p:attrName>
                                        </p:attrNameLst>
                                      </p:cBhvr>
                                      <p:tavLst>
                                        <p:tav tm="0">
                                          <p:val>
                                            <p:fltVal val="0"/>
                                          </p:val>
                                        </p:tav>
                                        <p:tav tm="100000">
                                          <p:val>
                                            <p:strVal val="#ppt_w"/>
                                          </p:val>
                                        </p:tav>
                                      </p:tavLst>
                                    </p:anim>
                                    <p:anim calcmode="lin" valueType="num">
                                      <p:cBhvr>
                                        <p:cTn id="15" dur="500" fill="hold"/>
                                        <p:tgtEl>
                                          <p:spTgt spid="76"/>
                                        </p:tgtEl>
                                        <p:attrNameLst>
                                          <p:attrName>ppt_h</p:attrName>
                                        </p:attrNameLst>
                                      </p:cBhvr>
                                      <p:tavLst>
                                        <p:tav tm="0">
                                          <p:val>
                                            <p:fltVal val="0"/>
                                          </p:val>
                                        </p:tav>
                                        <p:tav tm="100000">
                                          <p:val>
                                            <p:strVal val="#ppt_h"/>
                                          </p:val>
                                        </p:tav>
                                      </p:tavLst>
                                    </p:anim>
                                    <p:animEffect transition="in" filter="fade">
                                      <p:cBhvr>
                                        <p:cTn id="16" dur="500"/>
                                        <p:tgtEl>
                                          <p:spTgt spid="76"/>
                                        </p:tgtEl>
                                      </p:cBhvr>
                                    </p:animEffect>
                                  </p:childTnLst>
                                </p:cTn>
                              </p:par>
                              <p:par>
                                <p:cTn id="17" presetID="35" presetClass="path" presetSubtype="0" accel="50000" decel="50000" fill="hold" nodeType="withEffect">
                                  <p:stCondLst>
                                    <p:cond delay="250"/>
                                  </p:stCondLst>
                                  <p:childTnLst>
                                    <p:animMotion origin="layout" path="M 2.5384E-06 3.33333E-06 L -0.08839 3.33333E-06" pathEditMode="relative" rAng="0" ptsTypes="AA">
                                      <p:cBhvr>
                                        <p:cTn id="18" dur="1000" spd="-100000" fill="hold"/>
                                        <p:tgtEl>
                                          <p:spTgt spid="76"/>
                                        </p:tgtEl>
                                        <p:attrNameLst>
                                          <p:attrName>ppt_x</p:attrName>
                                          <p:attrName>ppt_y</p:attrName>
                                        </p:attrNameLst>
                                      </p:cBhvr>
                                      <p:rCtr x="-4426" y="0"/>
                                    </p:animMotion>
                                  </p:childTnLst>
                                </p:cTn>
                              </p:par>
                              <p:par>
                                <p:cTn id="19" presetID="53" presetClass="entr" presetSubtype="16" fill="hold" nodeType="withEffect">
                                  <p:stCondLst>
                                    <p:cond delay="500"/>
                                  </p:stCondLst>
                                  <p:childTnLst>
                                    <p:set>
                                      <p:cBhvr>
                                        <p:cTn id="20" dur="1" fill="hold">
                                          <p:stCondLst>
                                            <p:cond delay="0"/>
                                          </p:stCondLst>
                                        </p:cTn>
                                        <p:tgtEl>
                                          <p:spTgt spid="73"/>
                                        </p:tgtEl>
                                        <p:attrNameLst>
                                          <p:attrName>style.visibility</p:attrName>
                                        </p:attrNameLst>
                                      </p:cBhvr>
                                      <p:to>
                                        <p:strVal val="visible"/>
                                      </p:to>
                                    </p:set>
                                    <p:anim calcmode="lin" valueType="num">
                                      <p:cBhvr>
                                        <p:cTn id="21" dur="500" fill="hold"/>
                                        <p:tgtEl>
                                          <p:spTgt spid="73"/>
                                        </p:tgtEl>
                                        <p:attrNameLst>
                                          <p:attrName>ppt_w</p:attrName>
                                        </p:attrNameLst>
                                      </p:cBhvr>
                                      <p:tavLst>
                                        <p:tav tm="0">
                                          <p:val>
                                            <p:fltVal val="0"/>
                                          </p:val>
                                        </p:tav>
                                        <p:tav tm="100000">
                                          <p:val>
                                            <p:strVal val="#ppt_w"/>
                                          </p:val>
                                        </p:tav>
                                      </p:tavLst>
                                    </p:anim>
                                    <p:anim calcmode="lin" valueType="num">
                                      <p:cBhvr>
                                        <p:cTn id="22" dur="500" fill="hold"/>
                                        <p:tgtEl>
                                          <p:spTgt spid="73"/>
                                        </p:tgtEl>
                                        <p:attrNameLst>
                                          <p:attrName>ppt_h</p:attrName>
                                        </p:attrNameLst>
                                      </p:cBhvr>
                                      <p:tavLst>
                                        <p:tav tm="0">
                                          <p:val>
                                            <p:fltVal val="0"/>
                                          </p:val>
                                        </p:tav>
                                        <p:tav tm="100000">
                                          <p:val>
                                            <p:strVal val="#ppt_h"/>
                                          </p:val>
                                        </p:tav>
                                      </p:tavLst>
                                    </p:anim>
                                    <p:animEffect transition="in" filter="fade">
                                      <p:cBhvr>
                                        <p:cTn id="23" dur="500"/>
                                        <p:tgtEl>
                                          <p:spTgt spid="73"/>
                                        </p:tgtEl>
                                      </p:cBhvr>
                                    </p:animEffect>
                                  </p:childTnLst>
                                </p:cTn>
                              </p:par>
                              <p:par>
                                <p:cTn id="24" presetID="35" presetClass="path" presetSubtype="0" accel="50000" decel="50000" fill="hold" nodeType="withEffect">
                                  <p:stCondLst>
                                    <p:cond delay="500"/>
                                  </p:stCondLst>
                                  <p:childTnLst>
                                    <p:animMotion origin="layout" path="M -4.59255E-06 3.33333E-06 L -0.08838 3.33333E-06" pathEditMode="relative" rAng="0" ptsTypes="AA">
                                      <p:cBhvr>
                                        <p:cTn id="25" dur="1000" spd="-100000" fill="hold"/>
                                        <p:tgtEl>
                                          <p:spTgt spid="73"/>
                                        </p:tgtEl>
                                        <p:attrNameLst>
                                          <p:attrName>ppt_x</p:attrName>
                                          <p:attrName>ppt_y</p:attrName>
                                        </p:attrNameLst>
                                      </p:cBhvr>
                                      <p:rCtr x="-4426" y="0"/>
                                    </p:animMotion>
                                  </p:childTnLst>
                                </p:cTn>
                              </p:par>
                              <p:par>
                                <p:cTn id="26" presetID="53" presetClass="entr" presetSubtype="16" fill="hold" nodeType="withEffect">
                                  <p:stCondLst>
                                    <p:cond delay="750"/>
                                  </p:stCondLst>
                                  <p:childTnLst>
                                    <p:set>
                                      <p:cBhvr>
                                        <p:cTn id="27" dur="1" fill="hold">
                                          <p:stCondLst>
                                            <p:cond delay="0"/>
                                          </p:stCondLst>
                                        </p:cTn>
                                        <p:tgtEl>
                                          <p:spTgt spid="70"/>
                                        </p:tgtEl>
                                        <p:attrNameLst>
                                          <p:attrName>style.visibility</p:attrName>
                                        </p:attrNameLst>
                                      </p:cBhvr>
                                      <p:to>
                                        <p:strVal val="visible"/>
                                      </p:to>
                                    </p:set>
                                    <p:anim calcmode="lin" valueType="num">
                                      <p:cBhvr>
                                        <p:cTn id="28" dur="500" fill="hold"/>
                                        <p:tgtEl>
                                          <p:spTgt spid="70"/>
                                        </p:tgtEl>
                                        <p:attrNameLst>
                                          <p:attrName>ppt_w</p:attrName>
                                        </p:attrNameLst>
                                      </p:cBhvr>
                                      <p:tavLst>
                                        <p:tav tm="0">
                                          <p:val>
                                            <p:fltVal val="0"/>
                                          </p:val>
                                        </p:tav>
                                        <p:tav tm="100000">
                                          <p:val>
                                            <p:strVal val="#ppt_w"/>
                                          </p:val>
                                        </p:tav>
                                      </p:tavLst>
                                    </p:anim>
                                    <p:anim calcmode="lin" valueType="num">
                                      <p:cBhvr>
                                        <p:cTn id="29" dur="500" fill="hold"/>
                                        <p:tgtEl>
                                          <p:spTgt spid="70"/>
                                        </p:tgtEl>
                                        <p:attrNameLst>
                                          <p:attrName>ppt_h</p:attrName>
                                        </p:attrNameLst>
                                      </p:cBhvr>
                                      <p:tavLst>
                                        <p:tav tm="0">
                                          <p:val>
                                            <p:fltVal val="0"/>
                                          </p:val>
                                        </p:tav>
                                        <p:tav tm="100000">
                                          <p:val>
                                            <p:strVal val="#ppt_h"/>
                                          </p:val>
                                        </p:tav>
                                      </p:tavLst>
                                    </p:anim>
                                    <p:animEffect transition="in" filter="fade">
                                      <p:cBhvr>
                                        <p:cTn id="30" dur="500"/>
                                        <p:tgtEl>
                                          <p:spTgt spid="70"/>
                                        </p:tgtEl>
                                      </p:cBhvr>
                                    </p:animEffect>
                                  </p:childTnLst>
                                </p:cTn>
                              </p:par>
                              <p:par>
                                <p:cTn id="31" presetID="35" presetClass="path" presetSubtype="0" accel="50000" decel="50000" fill="hold" nodeType="withEffect">
                                  <p:stCondLst>
                                    <p:cond delay="750"/>
                                  </p:stCondLst>
                                  <p:childTnLst>
                                    <p:animMotion origin="layout" path="M -1.54908E-06 3.33333E-06 L -0.08839 3.33333E-06" pathEditMode="relative" rAng="0" ptsTypes="AA">
                                      <p:cBhvr>
                                        <p:cTn id="32" dur="1000" spd="-100000" fill="hold"/>
                                        <p:tgtEl>
                                          <p:spTgt spid="70"/>
                                        </p:tgtEl>
                                        <p:attrNameLst>
                                          <p:attrName>ppt_x</p:attrName>
                                          <p:attrName>ppt_y</p:attrName>
                                        </p:attrNameLst>
                                      </p:cBhvr>
                                      <p:rCtr x="-4426" y="0"/>
                                    </p:animMotion>
                                  </p:childTnLst>
                                </p:cTn>
                              </p:par>
                              <p:par>
                                <p:cTn id="33" presetID="53" presetClass="entr" presetSubtype="16" fill="hold" nodeType="withEffect">
                                  <p:stCondLst>
                                    <p:cond delay="1000"/>
                                  </p:stCondLst>
                                  <p:childTnLst>
                                    <p:set>
                                      <p:cBhvr>
                                        <p:cTn id="34" dur="1" fill="hold">
                                          <p:stCondLst>
                                            <p:cond delay="0"/>
                                          </p:stCondLst>
                                        </p:cTn>
                                        <p:tgtEl>
                                          <p:spTgt spid="67"/>
                                        </p:tgtEl>
                                        <p:attrNameLst>
                                          <p:attrName>style.visibility</p:attrName>
                                        </p:attrNameLst>
                                      </p:cBhvr>
                                      <p:to>
                                        <p:strVal val="visible"/>
                                      </p:to>
                                    </p:set>
                                    <p:anim calcmode="lin" valueType="num">
                                      <p:cBhvr>
                                        <p:cTn id="35" dur="500" fill="hold"/>
                                        <p:tgtEl>
                                          <p:spTgt spid="67"/>
                                        </p:tgtEl>
                                        <p:attrNameLst>
                                          <p:attrName>ppt_w</p:attrName>
                                        </p:attrNameLst>
                                      </p:cBhvr>
                                      <p:tavLst>
                                        <p:tav tm="0">
                                          <p:val>
                                            <p:fltVal val="0"/>
                                          </p:val>
                                        </p:tav>
                                        <p:tav tm="100000">
                                          <p:val>
                                            <p:strVal val="#ppt_w"/>
                                          </p:val>
                                        </p:tav>
                                      </p:tavLst>
                                    </p:anim>
                                    <p:anim calcmode="lin" valueType="num">
                                      <p:cBhvr>
                                        <p:cTn id="36" dur="500" fill="hold"/>
                                        <p:tgtEl>
                                          <p:spTgt spid="67"/>
                                        </p:tgtEl>
                                        <p:attrNameLst>
                                          <p:attrName>ppt_h</p:attrName>
                                        </p:attrNameLst>
                                      </p:cBhvr>
                                      <p:tavLst>
                                        <p:tav tm="0">
                                          <p:val>
                                            <p:fltVal val="0"/>
                                          </p:val>
                                        </p:tav>
                                        <p:tav tm="100000">
                                          <p:val>
                                            <p:strVal val="#ppt_h"/>
                                          </p:val>
                                        </p:tav>
                                      </p:tavLst>
                                    </p:anim>
                                    <p:animEffect transition="in" filter="fade">
                                      <p:cBhvr>
                                        <p:cTn id="37" dur="500"/>
                                        <p:tgtEl>
                                          <p:spTgt spid="67"/>
                                        </p:tgtEl>
                                      </p:cBhvr>
                                    </p:animEffect>
                                  </p:childTnLst>
                                </p:cTn>
                              </p:par>
                              <p:par>
                                <p:cTn id="38" presetID="35" presetClass="path" presetSubtype="0" accel="50000" decel="50000" fill="hold" nodeType="withEffect">
                                  <p:stCondLst>
                                    <p:cond delay="1000"/>
                                  </p:stCondLst>
                                  <p:childTnLst>
                                    <p:animMotion origin="layout" path="M 1.31997E-06 3.33333E-06 L -0.08839 3.33333E-06" pathEditMode="relative" rAng="0" ptsTypes="AA">
                                      <p:cBhvr>
                                        <p:cTn id="39" dur="1000" spd="-100000" fill="hold"/>
                                        <p:tgtEl>
                                          <p:spTgt spid="67"/>
                                        </p:tgtEl>
                                        <p:attrNameLst>
                                          <p:attrName>ppt_x</p:attrName>
                                          <p:attrName>ppt_y</p:attrName>
                                        </p:attrNameLst>
                                      </p:cBhvr>
                                      <p:rCtr x="-4426" y="0"/>
                                    </p:animMotion>
                                  </p:childTnLst>
                                </p:cTn>
                              </p:par>
                            </p:childTnLst>
                          </p:cTn>
                        </p:par>
                        <p:par>
                          <p:cTn id="40" fill="hold">
                            <p:stCondLst>
                              <p:cond delay="500"/>
                            </p:stCondLst>
                            <p:childTnLst>
                              <p:par>
                                <p:cTn id="41" presetID="53" presetClass="entr" presetSubtype="16" fill="hold" grpId="0" nodeType="afterEffect">
                                  <p:stCondLst>
                                    <p:cond delay="0"/>
                                  </p:stCondLst>
                                  <p:childTnLst>
                                    <p:set>
                                      <p:cBhvr>
                                        <p:cTn id="42" dur="1" fill="hold">
                                          <p:stCondLst>
                                            <p:cond delay="0"/>
                                          </p:stCondLst>
                                        </p:cTn>
                                        <p:tgtEl>
                                          <p:spTgt spid="97"/>
                                        </p:tgtEl>
                                        <p:attrNameLst>
                                          <p:attrName>style.visibility</p:attrName>
                                        </p:attrNameLst>
                                      </p:cBhvr>
                                      <p:to>
                                        <p:strVal val="visible"/>
                                      </p:to>
                                    </p:set>
                                    <p:anim calcmode="lin" valueType="num">
                                      <p:cBhvr>
                                        <p:cTn id="43" dur="250" fill="hold"/>
                                        <p:tgtEl>
                                          <p:spTgt spid="97"/>
                                        </p:tgtEl>
                                        <p:attrNameLst>
                                          <p:attrName>ppt_w</p:attrName>
                                        </p:attrNameLst>
                                      </p:cBhvr>
                                      <p:tavLst>
                                        <p:tav tm="0">
                                          <p:val>
                                            <p:fltVal val="0"/>
                                          </p:val>
                                        </p:tav>
                                        <p:tav tm="100000">
                                          <p:val>
                                            <p:strVal val="#ppt_w"/>
                                          </p:val>
                                        </p:tav>
                                      </p:tavLst>
                                    </p:anim>
                                    <p:anim calcmode="lin" valueType="num">
                                      <p:cBhvr>
                                        <p:cTn id="44" dur="250" fill="hold"/>
                                        <p:tgtEl>
                                          <p:spTgt spid="97"/>
                                        </p:tgtEl>
                                        <p:attrNameLst>
                                          <p:attrName>ppt_h</p:attrName>
                                        </p:attrNameLst>
                                      </p:cBhvr>
                                      <p:tavLst>
                                        <p:tav tm="0">
                                          <p:val>
                                            <p:fltVal val="0"/>
                                          </p:val>
                                        </p:tav>
                                        <p:tav tm="100000">
                                          <p:val>
                                            <p:strVal val="#ppt_h"/>
                                          </p:val>
                                        </p:tav>
                                      </p:tavLst>
                                    </p:anim>
                                    <p:animEffect transition="in" filter="fade">
                                      <p:cBhvr>
                                        <p:cTn id="45" dur="250"/>
                                        <p:tgtEl>
                                          <p:spTgt spid="97"/>
                                        </p:tgtEl>
                                      </p:cBhvr>
                                    </p:animEffect>
                                  </p:childTnLst>
                                </p:cTn>
                              </p:par>
                              <p:par>
                                <p:cTn id="46" presetID="6" presetClass="emph" presetSubtype="0" decel="100000" fill="hold" grpId="1" nodeType="withEffect">
                                  <p:stCondLst>
                                    <p:cond delay="200"/>
                                  </p:stCondLst>
                                  <p:childTnLst>
                                    <p:animScale>
                                      <p:cBhvr>
                                        <p:cTn id="47" dur="250" fill="hold"/>
                                        <p:tgtEl>
                                          <p:spTgt spid="97"/>
                                        </p:tgtEl>
                                      </p:cBhvr>
                                      <p:by x="120000" y="120000"/>
                                    </p:animScale>
                                  </p:childTnLst>
                                </p:cTn>
                              </p:par>
                              <p:par>
                                <p:cTn id="48" presetID="6" presetClass="emph" presetSubtype="0" decel="100000" fill="hold" grpId="2" nodeType="withEffect">
                                  <p:stCondLst>
                                    <p:cond delay="400"/>
                                  </p:stCondLst>
                                  <p:childTnLst>
                                    <p:animScale>
                                      <p:cBhvr>
                                        <p:cTn id="49" dur="250" fill="hold"/>
                                        <p:tgtEl>
                                          <p:spTgt spid="97"/>
                                        </p:tgtEl>
                                      </p:cBhvr>
                                      <p:by x="83000" y="83000"/>
                                    </p:animScale>
                                  </p:childTnLst>
                                </p:cTn>
                              </p:par>
                              <p:par>
                                <p:cTn id="50" presetID="53" presetClass="entr" presetSubtype="16" fill="hold" nodeType="withEffect">
                                  <p:stCondLst>
                                    <p:cond delay="400"/>
                                  </p:stCondLst>
                                  <p:childTnLst>
                                    <p:set>
                                      <p:cBhvr>
                                        <p:cTn id="51" dur="1" fill="hold">
                                          <p:stCondLst>
                                            <p:cond delay="0"/>
                                          </p:stCondLst>
                                        </p:cTn>
                                        <p:tgtEl>
                                          <p:spTgt spid="88"/>
                                        </p:tgtEl>
                                        <p:attrNameLst>
                                          <p:attrName>style.visibility</p:attrName>
                                        </p:attrNameLst>
                                      </p:cBhvr>
                                      <p:to>
                                        <p:strVal val="visible"/>
                                      </p:to>
                                    </p:set>
                                    <p:anim calcmode="lin" valueType="num">
                                      <p:cBhvr>
                                        <p:cTn id="52" dur="250" fill="hold"/>
                                        <p:tgtEl>
                                          <p:spTgt spid="88"/>
                                        </p:tgtEl>
                                        <p:attrNameLst>
                                          <p:attrName>ppt_w</p:attrName>
                                        </p:attrNameLst>
                                      </p:cBhvr>
                                      <p:tavLst>
                                        <p:tav tm="0">
                                          <p:val>
                                            <p:fltVal val="0"/>
                                          </p:val>
                                        </p:tav>
                                        <p:tav tm="100000">
                                          <p:val>
                                            <p:strVal val="#ppt_w"/>
                                          </p:val>
                                        </p:tav>
                                      </p:tavLst>
                                    </p:anim>
                                    <p:anim calcmode="lin" valueType="num">
                                      <p:cBhvr>
                                        <p:cTn id="53" dur="250" fill="hold"/>
                                        <p:tgtEl>
                                          <p:spTgt spid="88"/>
                                        </p:tgtEl>
                                        <p:attrNameLst>
                                          <p:attrName>ppt_h</p:attrName>
                                        </p:attrNameLst>
                                      </p:cBhvr>
                                      <p:tavLst>
                                        <p:tav tm="0">
                                          <p:val>
                                            <p:fltVal val="0"/>
                                          </p:val>
                                        </p:tav>
                                        <p:tav tm="100000">
                                          <p:val>
                                            <p:strVal val="#ppt_h"/>
                                          </p:val>
                                        </p:tav>
                                      </p:tavLst>
                                    </p:anim>
                                    <p:animEffect transition="in" filter="fade">
                                      <p:cBhvr>
                                        <p:cTn id="54" dur="250"/>
                                        <p:tgtEl>
                                          <p:spTgt spid="88"/>
                                        </p:tgtEl>
                                      </p:cBhvr>
                                    </p:animEffect>
                                  </p:childTnLst>
                                </p:cTn>
                              </p:par>
                              <p:par>
                                <p:cTn id="55" presetID="6" presetClass="emph" presetSubtype="0" decel="100000" fill="hold" nodeType="withEffect">
                                  <p:stCondLst>
                                    <p:cond delay="600"/>
                                  </p:stCondLst>
                                  <p:childTnLst>
                                    <p:animScale>
                                      <p:cBhvr>
                                        <p:cTn id="56" dur="250" fill="hold"/>
                                        <p:tgtEl>
                                          <p:spTgt spid="88"/>
                                        </p:tgtEl>
                                      </p:cBhvr>
                                      <p:by x="120000" y="120000"/>
                                    </p:animScale>
                                  </p:childTnLst>
                                </p:cTn>
                              </p:par>
                              <p:par>
                                <p:cTn id="57" presetID="6" presetClass="emph" presetSubtype="0" decel="100000" fill="hold" nodeType="withEffect">
                                  <p:stCondLst>
                                    <p:cond delay="800"/>
                                  </p:stCondLst>
                                  <p:childTnLst>
                                    <p:animScale>
                                      <p:cBhvr>
                                        <p:cTn id="58" dur="250" fill="hold"/>
                                        <p:tgtEl>
                                          <p:spTgt spid="88"/>
                                        </p:tgtEl>
                                      </p:cBhvr>
                                      <p:by x="83000" y="83000"/>
                                    </p:animScale>
                                  </p:childTnLst>
                                </p:cTn>
                              </p:par>
                              <p:par>
                                <p:cTn id="59" presetID="53" presetClass="entr" presetSubtype="16" fill="hold" grpId="0" nodeType="withEffect">
                                  <p:stCondLst>
                                    <p:cond delay="600"/>
                                  </p:stCondLst>
                                  <p:childTnLst>
                                    <p:set>
                                      <p:cBhvr>
                                        <p:cTn id="60" dur="1" fill="hold">
                                          <p:stCondLst>
                                            <p:cond delay="0"/>
                                          </p:stCondLst>
                                        </p:cTn>
                                        <p:tgtEl>
                                          <p:spTgt spid="62"/>
                                        </p:tgtEl>
                                        <p:attrNameLst>
                                          <p:attrName>style.visibility</p:attrName>
                                        </p:attrNameLst>
                                      </p:cBhvr>
                                      <p:to>
                                        <p:strVal val="visible"/>
                                      </p:to>
                                    </p:set>
                                    <p:anim calcmode="lin" valueType="num">
                                      <p:cBhvr>
                                        <p:cTn id="61" dur="250" fill="hold"/>
                                        <p:tgtEl>
                                          <p:spTgt spid="62"/>
                                        </p:tgtEl>
                                        <p:attrNameLst>
                                          <p:attrName>ppt_w</p:attrName>
                                        </p:attrNameLst>
                                      </p:cBhvr>
                                      <p:tavLst>
                                        <p:tav tm="0">
                                          <p:val>
                                            <p:fltVal val="0"/>
                                          </p:val>
                                        </p:tav>
                                        <p:tav tm="100000">
                                          <p:val>
                                            <p:strVal val="#ppt_w"/>
                                          </p:val>
                                        </p:tav>
                                      </p:tavLst>
                                    </p:anim>
                                    <p:anim calcmode="lin" valueType="num">
                                      <p:cBhvr>
                                        <p:cTn id="62" dur="250" fill="hold"/>
                                        <p:tgtEl>
                                          <p:spTgt spid="62"/>
                                        </p:tgtEl>
                                        <p:attrNameLst>
                                          <p:attrName>ppt_h</p:attrName>
                                        </p:attrNameLst>
                                      </p:cBhvr>
                                      <p:tavLst>
                                        <p:tav tm="0">
                                          <p:val>
                                            <p:fltVal val="0"/>
                                          </p:val>
                                        </p:tav>
                                        <p:tav tm="100000">
                                          <p:val>
                                            <p:strVal val="#ppt_h"/>
                                          </p:val>
                                        </p:tav>
                                      </p:tavLst>
                                    </p:anim>
                                    <p:animEffect transition="in" filter="fade">
                                      <p:cBhvr>
                                        <p:cTn id="63" dur="250"/>
                                        <p:tgtEl>
                                          <p:spTgt spid="62"/>
                                        </p:tgtEl>
                                      </p:cBhvr>
                                    </p:animEffect>
                                  </p:childTnLst>
                                </p:cTn>
                              </p:par>
                              <p:par>
                                <p:cTn id="64" presetID="6" presetClass="emph" presetSubtype="0" decel="100000" fill="hold" grpId="1" nodeType="withEffect">
                                  <p:stCondLst>
                                    <p:cond delay="800"/>
                                  </p:stCondLst>
                                  <p:childTnLst>
                                    <p:animScale>
                                      <p:cBhvr>
                                        <p:cTn id="65" dur="250" fill="hold"/>
                                        <p:tgtEl>
                                          <p:spTgt spid="62"/>
                                        </p:tgtEl>
                                      </p:cBhvr>
                                      <p:by x="120000" y="120000"/>
                                    </p:animScale>
                                  </p:childTnLst>
                                </p:cTn>
                              </p:par>
                              <p:par>
                                <p:cTn id="66" presetID="6" presetClass="emph" presetSubtype="0" decel="100000" fill="hold" grpId="2" nodeType="withEffect">
                                  <p:stCondLst>
                                    <p:cond delay="1000"/>
                                  </p:stCondLst>
                                  <p:childTnLst>
                                    <p:animScale>
                                      <p:cBhvr>
                                        <p:cTn id="67" dur="250" fill="hold"/>
                                        <p:tgtEl>
                                          <p:spTgt spid="62"/>
                                        </p:tgtEl>
                                      </p:cBhvr>
                                      <p:by x="83000" y="83000"/>
                                    </p:animScale>
                                  </p:childTnLst>
                                </p:cTn>
                              </p:par>
                              <p:par>
                                <p:cTn id="68" presetID="53" presetClass="entr" presetSubtype="16" fill="hold" grpId="0" nodeType="withEffect">
                                  <p:stCondLst>
                                    <p:cond delay="800"/>
                                  </p:stCondLst>
                                  <p:childTnLst>
                                    <p:set>
                                      <p:cBhvr>
                                        <p:cTn id="69" dur="1" fill="hold">
                                          <p:stCondLst>
                                            <p:cond delay="0"/>
                                          </p:stCondLst>
                                        </p:cTn>
                                        <p:tgtEl>
                                          <p:spTgt spid="102"/>
                                        </p:tgtEl>
                                        <p:attrNameLst>
                                          <p:attrName>style.visibility</p:attrName>
                                        </p:attrNameLst>
                                      </p:cBhvr>
                                      <p:to>
                                        <p:strVal val="visible"/>
                                      </p:to>
                                    </p:set>
                                    <p:anim calcmode="lin" valueType="num">
                                      <p:cBhvr>
                                        <p:cTn id="70" dur="250" fill="hold"/>
                                        <p:tgtEl>
                                          <p:spTgt spid="102"/>
                                        </p:tgtEl>
                                        <p:attrNameLst>
                                          <p:attrName>ppt_w</p:attrName>
                                        </p:attrNameLst>
                                      </p:cBhvr>
                                      <p:tavLst>
                                        <p:tav tm="0">
                                          <p:val>
                                            <p:fltVal val="0"/>
                                          </p:val>
                                        </p:tav>
                                        <p:tav tm="100000">
                                          <p:val>
                                            <p:strVal val="#ppt_w"/>
                                          </p:val>
                                        </p:tav>
                                      </p:tavLst>
                                    </p:anim>
                                    <p:anim calcmode="lin" valueType="num">
                                      <p:cBhvr>
                                        <p:cTn id="71" dur="250" fill="hold"/>
                                        <p:tgtEl>
                                          <p:spTgt spid="102"/>
                                        </p:tgtEl>
                                        <p:attrNameLst>
                                          <p:attrName>ppt_h</p:attrName>
                                        </p:attrNameLst>
                                      </p:cBhvr>
                                      <p:tavLst>
                                        <p:tav tm="0">
                                          <p:val>
                                            <p:fltVal val="0"/>
                                          </p:val>
                                        </p:tav>
                                        <p:tav tm="100000">
                                          <p:val>
                                            <p:strVal val="#ppt_h"/>
                                          </p:val>
                                        </p:tav>
                                      </p:tavLst>
                                    </p:anim>
                                    <p:animEffect transition="in" filter="fade">
                                      <p:cBhvr>
                                        <p:cTn id="72" dur="250"/>
                                        <p:tgtEl>
                                          <p:spTgt spid="102"/>
                                        </p:tgtEl>
                                      </p:cBhvr>
                                    </p:animEffect>
                                  </p:childTnLst>
                                </p:cTn>
                              </p:par>
                              <p:par>
                                <p:cTn id="73" presetID="6" presetClass="emph" presetSubtype="0" decel="100000" fill="hold" grpId="1" nodeType="withEffect">
                                  <p:stCondLst>
                                    <p:cond delay="1000"/>
                                  </p:stCondLst>
                                  <p:childTnLst>
                                    <p:animScale>
                                      <p:cBhvr>
                                        <p:cTn id="74" dur="250" fill="hold"/>
                                        <p:tgtEl>
                                          <p:spTgt spid="102"/>
                                        </p:tgtEl>
                                      </p:cBhvr>
                                      <p:by x="120000" y="120000"/>
                                    </p:animScale>
                                  </p:childTnLst>
                                </p:cTn>
                              </p:par>
                              <p:par>
                                <p:cTn id="75" presetID="6" presetClass="emph" presetSubtype="0" decel="100000" fill="hold" grpId="2" nodeType="withEffect">
                                  <p:stCondLst>
                                    <p:cond delay="1200"/>
                                  </p:stCondLst>
                                  <p:childTnLst>
                                    <p:animScale>
                                      <p:cBhvr>
                                        <p:cTn id="76" dur="250" fill="hold"/>
                                        <p:tgtEl>
                                          <p:spTgt spid="102"/>
                                        </p:tgtEl>
                                      </p:cBhvr>
                                      <p:by x="83000" y="83000"/>
                                    </p:animScale>
                                  </p:childTnLst>
                                </p:cTn>
                              </p:par>
                              <p:par>
                                <p:cTn id="77" presetID="53" presetClass="entr" presetSubtype="16" fill="hold" grpId="0" nodeType="withEffect">
                                  <p:stCondLst>
                                    <p:cond delay="1000"/>
                                  </p:stCondLst>
                                  <p:iterate type="lt">
                                    <p:tmPct val="10000"/>
                                  </p:iterate>
                                  <p:childTnLst>
                                    <p:set>
                                      <p:cBhvr>
                                        <p:cTn id="78" dur="1" fill="hold">
                                          <p:stCondLst>
                                            <p:cond delay="0"/>
                                          </p:stCondLst>
                                        </p:cTn>
                                        <p:tgtEl>
                                          <p:spTgt spid="107"/>
                                        </p:tgtEl>
                                        <p:attrNameLst>
                                          <p:attrName>style.visibility</p:attrName>
                                        </p:attrNameLst>
                                      </p:cBhvr>
                                      <p:to>
                                        <p:strVal val="visible"/>
                                      </p:to>
                                    </p:set>
                                    <p:anim calcmode="lin" valueType="num">
                                      <p:cBhvr>
                                        <p:cTn id="79" dur="250" fill="hold"/>
                                        <p:tgtEl>
                                          <p:spTgt spid="107"/>
                                        </p:tgtEl>
                                        <p:attrNameLst>
                                          <p:attrName>ppt_w</p:attrName>
                                        </p:attrNameLst>
                                      </p:cBhvr>
                                      <p:tavLst>
                                        <p:tav tm="0">
                                          <p:val>
                                            <p:fltVal val="0"/>
                                          </p:val>
                                        </p:tav>
                                        <p:tav tm="100000">
                                          <p:val>
                                            <p:strVal val="#ppt_w"/>
                                          </p:val>
                                        </p:tav>
                                      </p:tavLst>
                                    </p:anim>
                                    <p:anim calcmode="lin" valueType="num">
                                      <p:cBhvr>
                                        <p:cTn id="80" dur="250" fill="hold"/>
                                        <p:tgtEl>
                                          <p:spTgt spid="107"/>
                                        </p:tgtEl>
                                        <p:attrNameLst>
                                          <p:attrName>ppt_h</p:attrName>
                                        </p:attrNameLst>
                                      </p:cBhvr>
                                      <p:tavLst>
                                        <p:tav tm="0">
                                          <p:val>
                                            <p:fltVal val="0"/>
                                          </p:val>
                                        </p:tav>
                                        <p:tav tm="100000">
                                          <p:val>
                                            <p:strVal val="#ppt_h"/>
                                          </p:val>
                                        </p:tav>
                                      </p:tavLst>
                                    </p:anim>
                                    <p:animEffect transition="in" filter="fade">
                                      <p:cBhvr>
                                        <p:cTn id="81" dur="250"/>
                                        <p:tgtEl>
                                          <p:spTgt spid="107"/>
                                        </p:tgtEl>
                                      </p:cBhvr>
                                    </p:animEffect>
                                  </p:childTnLst>
                                </p:cTn>
                              </p:par>
                            </p:childTnLst>
                          </p:cTn>
                        </p:par>
                        <p:par>
                          <p:cTn id="82" fill="hold">
                            <p:stCondLst>
                              <p:cond delay="4175"/>
                            </p:stCondLst>
                            <p:childTnLst>
                              <p:par>
                                <p:cTn id="83" presetID="53" presetClass="entr" presetSubtype="16" fill="hold" grpId="0" nodeType="afterEffect">
                                  <p:stCondLst>
                                    <p:cond delay="0"/>
                                  </p:stCondLst>
                                  <p:childTnLst>
                                    <p:set>
                                      <p:cBhvr>
                                        <p:cTn id="84" dur="1" fill="hold">
                                          <p:stCondLst>
                                            <p:cond delay="0"/>
                                          </p:stCondLst>
                                        </p:cTn>
                                        <p:tgtEl>
                                          <p:spTgt spid="98"/>
                                        </p:tgtEl>
                                        <p:attrNameLst>
                                          <p:attrName>style.visibility</p:attrName>
                                        </p:attrNameLst>
                                      </p:cBhvr>
                                      <p:to>
                                        <p:strVal val="visible"/>
                                      </p:to>
                                    </p:set>
                                    <p:anim calcmode="lin" valueType="num">
                                      <p:cBhvr>
                                        <p:cTn id="85" dur="250" fill="hold"/>
                                        <p:tgtEl>
                                          <p:spTgt spid="98"/>
                                        </p:tgtEl>
                                        <p:attrNameLst>
                                          <p:attrName>ppt_w</p:attrName>
                                        </p:attrNameLst>
                                      </p:cBhvr>
                                      <p:tavLst>
                                        <p:tav tm="0">
                                          <p:val>
                                            <p:fltVal val="0"/>
                                          </p:val>
                                        </p:tav>
                                        <p:tav tm="100000">
                                          <p:val>
                                            <p:strVal val="#ppt_w"/>
                                          </p:val>
                                        </p:tav>
                                      </p:tavLst>
                                    </p:anim>
                                    <p:anim calcmode="lin" valueType="num">
                                      <p:cBhvr>
                                        <p:cTn id="86" dur="250" fill="hold"/>
                                        <p:tgtEl>
                                          <p:spTgt spid="98"/>
                                        </p:tgtEl>
                                        <p:attrNameLst>
                                          <p:attrName>ppt_h</p:attrName>
                                        </p:attrNameLst>
                                      </p:cBhvr>
                                      <p:tavLst>
                                        <p:tav tm="0">
                                          <p:val>
                                            <p:fltVal val="0"/>
                                          </p:val>
                                        </p:tav>
                                        <p:tav tm="100000">
                                          <p:val>
                                            <p:strVal val="#ppt_h"/>
                                          </p:val>
                                        </p:tav>
                                      </p:tavLst>
                                    </p:anim>
                                    <p:animEffect transition="in" filter="fade">
                                      <p:cBhvr>
                                        <p:cTn id="87" dur="250"/>
                                        <p:tgtEl>
                                          <p:spTgt spid="98"/>
                                        </p:tgtEl>
                                      </p:cBhvr>
                                    </p:animEffect>
                                  </p:childTnLst>
                                </p:cTn>
                              </p:par>
                              <p:par>
                                <p:cTn id="88" presetID="6" presetClass="emph" presetSubtype="0" decel="100000" fill="hold" grpId="1" nodeType="withEffect">
                                  <p:stCondLst>
                                    <p:cond delay="200"/>
                                  </p:stCondLst>
                                  <p:childTnLst>
                                    <p:animScale>
                                      <p:cBhvr>
                                        <p:cTn id="89" dur="250" fill="hold"/>
                                        <p:tgtEl>
                                          <p:spTgt spid="98"/>
                                        </p:tgtEl>
                                      </p:cBhvr>
                                      <p:by x="120000" y="120000"/>
                                    </p:animScale>
                                  </p:childTnLst>
                                </p:cTn>
                              </p:par>
                              <p:par>
                                <p:cTn id="90" presetID="6" presetClass="emph" presetSubtype="0" decel="100000" fill="hold" grpId="2" nodeType="withEffect">
                                  <p:stCondLst>
                                    <p:cond delay="400"/>
                                  </p:stCondLst>
                                  <p:childTnLst>
                                    <p:animScale>
                                      <p:cBhvr>
                                        <p:cTn id="91" dur="250" fill="hold"/>
                                        <p:tgtEl>
                                          <p:spTgt spid="98"/>
                                        </p:tgtEl>
                                      </p:cBhvr>
                                      <p:by x="83000" y="83000"/>
                                    </p:animScale>
                                  </p:childTnLst>
                                </p:cTn>
                              </p:par>
                              <p:par>
                                <p:cTn id="92" presetID="53" presetClass="entr" presetSubtype="16" fill="hold" nodeType="withEffect">
                                  <p:stCondLst>
                                    <p:cond delay="400"/>
                                  </p:stCondLst>
                                  <p:childTnLst>
                                    <p:set>
                                      <p:cBhvr>
                                        <p:cTn id="93" dur="1" fill="hold">
                                          <p:stCondLst>
                                            <p:cond delay="0"/>
                                          </p:stCondLst>
                                        </p:cTn>
                                        <p:tgtEl>
                                          <p:spTgt spid="94"/>
                                        </p:tgtEl>
                                        <p:attrNameLst>
                                          <p:attrName>style.visibility</p:attrName>
                                        </p:attrNameLst>
                                      </p:cBhvr>
                                      <p:to>
                                        <p:strVal val="visible"/>
                                      </p:to>
                                    </p:set>
                                    <p:anim calcmode="lin" valueType="num">
                                      <p:cBhvr>
                                        <p:cTn id="94" dur="250" fill="hold"/>
                                        <p:tgtEl>
                                          <p:spTgt spid="94"/>
                                        </p:tgtEl>
                                        <p:attrNameLst>
                                          <p:attrName>ppt_w</p:attrName>
                                        </p:attrNameLst>
                                      </p:cBhvr>
                                      <p:tavLst>
                                        <p:tav tm="0">
                                          <p:val>
                                            <p:fltVal val="0"/>
                                          </p:val>
                                        </p:tav>
                                        <p:tav tm="100000">
                                          <p:val>
                                            <p:strVal val="#ppt_w"/>
                                          </p:val>
                                        </p:tav>
                                      </p:tavLst>
                                    </p:anim>
                                    <p:anim calcmode="lin" valueType="num">
                                      <p:cBhvr>
                                        <p:cTn id="95" dur="250" fill="hold"/>
                                        <p:tgtEl>
                                          <p:spTgt spid="94"/>
                                        </p:tgtEl>
                                        <p:attrNameLst>
                                          <p:attrName>ppt_h</p:attrName>
                                        </p:attrNameLst>
                                      </p:cBhvr>
                                      <p:tavLst>
                                        <p:tav tm="0">
                                          <p:val>
                                            <p:fltVal val="0"/>
                                          </p:val>
                                        </p:tav>
                                        <p:tav tm="100000">
                                          <p:val>
                                            <p:strVal val="#ppt_h"/>
                                          </p:val>
                                        </p:tav>
                                      </p:tavLst>
                                    </p:anim>
                                    <p:animEffect transition="in" filter="fade">
                                      <p:cBhvr>
                                        <p:cTn id="96" dur="250"/>
                                        <p:tgtEl>
                                          <p:spTgt spid="94"/>
                                        </p:tgtEl>
                                      </p:cBhvr>
                                    </p:animEffect>
                                  </p:childTnLst>
                                </p:cTn>
                              </p:par>
                              <p:par>
                                <p:cTn id="97" presetID="6" presetClass="emph" presetSubtype="0" decel="100000" fill="hold" nodeType="withEffect">
                                  <p:stCondLst>
                                    <p:cond delay="600"/>
                                  </p:stCondLst>
                                  <p:childTnLst>
                                    <p:animScale>
                                      <p:cBhvr>
                                        <p:cTn id="98" dur="250" fill="hold"/>
                                        <p:tgtEl>
                                          <p:spTgt spid="94"/>
                                        </p:tgtEl>
                                      </p:cBhvr>
                                      <p:by x="120000" y="120000"/>
                                    </p:animScale>
                                  </p:childTnLst>
                                </p:cTn>
                              </p:par>
                              <p:par>
                                <p:cTn id="99" presetID="6" presetClass="emph" presetSubtype="0" decel="100000" fill="hold" nodeType="withEffect">
                                  <p:stCondLst>
                                    <p:cond delay="800"/>
                                  </p:stCondLst>
                                  <p:childTnLst>
                                    <p:animScale>
                                      <p:cBhvr>
                                        <p:cTn id="100" dur="250" fill="hold"/>
                                        <p:tgtEl>
                                          <p:spTgt spid="94"/>
                                        </p:tgtEl>
                                      </p:cBhvr>
                                      <p:by x="83000" y="83000"/>
                                    </p:animScale>
                                  </p:childTnLst>
                                </p:cTn>
                              </p:par>
                              <p:par>
                                <p:cTn id="101" presetID="53" presetClass="entr" presetSubtype="16" fill="hold" grpId="0" nodeType="withEffect">
                                  <p:stCondLst>
                                    <p:cond delay="600"/>
                                  </p:stCondLst>
                                  <p:childTnLst>
                                    <p:set>
                                      <p:cBhvr>
                                        <p:cTn id="102" dur="1" fill="hold">
                                          <p:stCondLst>
                                            <p:cond delay="0"/>
                                          </p:stCondLst>
                                        </p:cTn>
                                        <p:tgtEl>
                                          <p:spTgt spid="65"/>
                                        </p:tgtEl>
                                        <p:attrNameLst>
                                          <p:attrName>style.visibility</p:attrName>
                                        </p:attrNameLst>
                                      </p:cBhvr>
                                      <p:to>
                                        <p:strVal val="visible"/>
                                      </p:to>
                                    </p:set>
                                    <p:anim calcmode="lin" valueType="num">
                                      <p:cBhvr>
                                        <p:cTn id="103" dur="250" fill="hold"/>
                                        <p:tgtEl>
                                          <p:spTgt spid="65"/>
                                        </p:tgtEl>
                                        <p:attrNameLst>
                                          <p:attrName>ppt_w</p:attrName>
                                        </p:attrNameLst>
                                      </p:cBhvr>
                                      <p:tavLst>
                                        <p:tav tm="0">
                                          <p:val>
                                            <p:fltVal val="0"/>
                                          </p:val>
                                        </p:tav>
                                        <p:tav tm="100000">
                                          <p:val>
                                            <p:strVal val="#ppt_w"/>
                                          </p:val>
                                        </p:tav>
                                      </p:tavLst>
                                    </p:anim>
                                    <p:anim calcmode="lin" valueType="num">
                                      <p:cBhvr>
                                        <p:cTn id="104" dur="250" fill="hold"/>
                                        <p:tgtEl>
                                          <p:spTgt spid="65"/>
                                        </p:tgtEl>
                                        <p:attrNameLst>
                                          <p:attrName>ppt_h</p:attrName>
                                        </p:attrNameLst>
                                      </p:cBhvr>
                                      <p:tavLst>
                                        <p:tav tm="0">
                                          <p:val>
                                            <p:fltVal val="0"/>
                                          </p:val>
                                        </p:tav>
                                        <p:tav tm="100000">
                                          <p:val>
                                            <p:strVal val="#ppt_h"/>
                                          </p:val>
                                        </p:tav>
                                      </p:tavLst>
                                    </p:anim>
                                    <p:animEffect transition="in" filter="fade">
                                      <p:cBhvr>
                                        <p:cTn id="105" dur="250"/>
                                        <p:tgtEl>
                                          <p:spTgt spid="65"/>
                                        </p:tgtEl>
                                      </p:cBhvr>
                                    </p:animEffect>
                                  </p:childTnLst>
                                </p:cTn>
                              </p:par>
                              <p:par>
                                <p:cTn id="106" presetID="6" presetClass="emph" presetSubtype="0" decel="100000" fill="hold" grpId="1" nodeType="withEffect">
                                  <p:stCondLst>
                                    <p:cond delay="800"/>
                                  </p:stCondLst>
                                  <p:childTnLst>
                                    <p:animScale>
                                      <p:cBhvr>
                                        <p:cTn id="107" dur="250" fill="hold"/>
                                        <p:tgtEl>
                                          <p:spTgt spid="65"/>
                                        </p:tgtEl>
                                      </p:cBhvr>
                                      <p:by x="120000" y="120000"/>
                                    </p:animScale>
                                  </p:childTnLst>
                                </p:cTn>
                              </p:par>
                              <p:par>
                                <p:cTn id="108" presetID="6" presetClass="emph" presetSubtype="0" decel="100000" fill="hold" grpId="2" nodeType="withEffect">
                                  <p:stCondLst>
                                    <p:cond delay="1000"/>
                                  </p:stCondLst>
                                  <p:childTnLst>
                                    <p:animScale>
                                      <p:cBhvr>
                                        <p:cTn id="109" dur="250" fill="hold"/>
                                        <p:tgtEl>
                                          <p:spTgt spid="65"/>
                                        </p:tgtEl>
                                      </p:cBhvr>
                                      <p:by x="83000" y="83000"/>
                                    </p:animScale>
                                  </p:childTnLst>
                                </p:cTn>
                              </p:par>
                              <p:par>
                                <p:cTn id="110" presetID="53" presetClass="entr" presetSubtype="16" fill="hold" grpId="0" nodeType="withEffect">
                                  <p:stCondLst>
                                    <p:cond delay="800"/>
                                  </p:stCondLst>
                                  <p:childTnLst>
                                    <p:set>
                                      <p:cBhvr>
                                        <p:cTn id="111" dur="1" fill="hold">
                                          <p:stCondLst>
                                            <p:cond delay="0"/>
                                          </p:stCondLst>
                                        </p:cTn>
                                        <p:tgtEl>
                                          <p:spTgt spid="103"/>
                                        </p:tgtEl>
                                        <p:attrNameLst>
                                          <p:attrName>style.visibility</p:attrName>
                                        </p:attrNameLst>
                                      </p:cBhvr>
                                      <p:to>
                                        <p:strVal val="visible"/>
                                      </p:to>
                                    </p:set>
                                    <p:anim calcmode="lin" valueType="num">
                                      <p:cBhvr>
                                        <p:cTn id="112" dur="250" fill="hold"/>
                                        <p:tgtEl>
                                          <p:spTgt spid="103"/>
                                        </p:tgtEl>
                                        <p:attrNameLst>
                                          <p:attrName>ppt_w</p:attrName>
                                        </p:attrNameLst>
                                      </p:cBhvr>
                                      <p:tavLst>
                                        <p:tav tm="0">
                                          <p:val>
                                            <p:fltVal val="0"/>
                                          </p:val>
                                        </p:tav>
                                        <p:tav tm="100000">
                                          <p:val>
                                            <p:strVal val="#ppt_w"/>
                                          </p:val>
                                        </p:tav>
                                      </p:tavLst>
                                    </p:anim>
                                    <p:anim calcmode="lin" valueType="num">
                                      <p:cBhvr>
                                        <p:cTn id="113" dur="250" fill="hold"/>
                                        <p:tgtEl>
                                          <p:spTgt spid="103"/>
                                        </p:tgtEl>
                                        <p:attrNameLst>
                                          <p:attrName>ppt_h</p:attrName>
                                        </p:attrNameLst>
                                      </p:cBhvr>
                                      <p:tavLst>
                                        <p:tav tm="0">
                                          <p:val>
                                            <p:fltVal val="0"/>
                                          </p:val>
                                        </p:tav>
                                        <p:tav tm="100000">
                                          <p:val>
                                            <p:strVal val="#ppt_h"/>
                                          </p:val>
                                        </p:tav>
                                      </p:tavLst>
                                    </p:anim>
                                    <p:animEffect transition="in" filter="fade">
                                      <p:cBhvr>
                                        <p:cTn id="114" dur="250"/>
                                        <p:tgtEl>
                                          <p:spTgt spid="103"/>
                                        </p:tgtEl>
                                      </p:cBhvr>
                                    </p:animEffect>
                                  </p:childTnLst>
                                </p:cTn>
                              </p:par>
                              <p:par>
                                <p:cTn id="115" presetID="6" presetClass="emph" presetSubtype="0" decel="100000" fill="hold" grpId="1" nodeType="withEffect">
                                  <p:stCondLst>
                                    <p:cond delay="1000"/>
                                  </p:stCondLst>
                                  <p:childTnLst>
                                    <p:animScale>
                                      <p:cBhvr>
                                        <p:cTn id="116" dur="250" fill="hold"/>
                                        <p:tgtEl>
                                          <p:spTgt spid="103"/>
                                        </p:tgtEl>
                                      </p:cBhvr>
                                      <p:by x="120000" y="120000"/>
                                    </p:animScale>
                                  </p:childTnLst>
                                </p:cTn>
                              </p:par>
                              <p:par>
                                <p:cTn id="117" presetID="6" presetClass="emph" presetSubtype="0" decel="100000" fill="hold" grpId="2" nodeType="withEffect">
                                  <p:stCondLst>
                                    <p:cond delay="1200"/>
                                  </p:stCondLst>
                                  <p:childTnLst>
                                    <p:animScale>
                                      <p:cBhvr>
                                        <p:cTn id="118" dur="250" fill="hold"/>
                                        <p:tgtEl>
                                          <p:spTgt spid="103"/>
                                        </p:tgtEl>
                                      </p:cBhvr>
                                      <p:by x="83000" y="83000"/>
                                    </p:animScale>
                                  </p:childTnLst>
                                </p:cTn>
                              </p:par>
                              <p:par>
                                <p:cTn id="119" presetID="53" presetClass="entr" presetSubtype="16" fill="hold" grpId="0" nodeType="withEffect">
                                  <p:stCondLst>
                                    <p:cond delay="1000"/>
                                  </p:stCondLst>
                                  <p:iterate type="lt">
                                    <p:tmPct val="10000"/>
                                  </p:iterate>
                                  <p:childTnLst>
                                    <p:set>
                                      <p:cBhvr>
                                        <p:cTn id="120" dur="1" fill="hold">
                                          <p:stCondLst>
                                            <p:cond delay="0"/>
                                          </p:stCondLst>
                                        </p:cTn>
                                        <p:tgtEl>
                                          <p:spTgt spid="110"/>
                                        </p:tgtEl>
                                        <p:attrNameLst>
                                          <p:attrName>style.visibility</p:attrName>
                                        </p:attrNameLst>
                                      </p:cBhvr>
                                      <p:to>
                                        <p:strVal val="visible"/>
                                      </p:to>
                                    </p:set>
                                    <p:anim calcmode="lin" valueType="num">
                                      <p:cBhvr>
                                        <p:cTn id="121" dur="250" fill="hold"/>
                                        <p:tgtEl>
                                          <p:spTgt spid="110"/>
                                        </p:tgtEl>
                                        <p:attrNameLst>
                                          <p:attrName>ppt_w</p:attrName>
                                        </p:attrNameLst>
                                      </p:cBhvr>
                                      <p:tavLst>
                                        <p:tav tm="0">
                                          <p:val>
                                            <p:fltVal val="0"/>
                                          </p:val>
                                        </p:tav>
                                        <p:tav tm="100000">
                                          <p:val>
                                            <p:strVal val="#ppt_w"/>
                                          </p:val>
                                        </p:tav>
                                      </p:tavLst>
                                    </p:anim>
                                    <p:anim calcmode="lin" valueType="num">
                                      <p:cBhvr>
                                        <p:cTn id="122" dur="250" fill="hold"/>
                                        <p:tgtEl>
                                          <p:spTgt spid="110"/>
                                        </p:tgtEl>
                                        <p:attrNameLst>
                                          <p:attrName>ppt_h</p:attrName>
                                        </p:attrNameLst>
                                      </p:cBhvr>
                                      <p:tavLst>
                                        <p:tav tm="0">
                                          <p:val>
                                            <p:fltVal val="0"/>
                                          </p:val>
                                        </p:tav>
                                        <p:tav tm="100000">
                                          <p:val>
                                            <p:strVal val="#ppt_h"/>
                                          </p:val>
                                        </p:tav>
                                      </p:tavLst>
                                    </p:anim>
                                    <p:animEffect transition="in" filter="fade">
                                      <p:cBhvr>
                                        <p:cTn id="123" dur="250"/>
                                        <p:tgtEl>
                                          <p:spTgt spid="110"/>
                                        </p:tgtEl>
                                      </p:cBhvr>
                                    </p:animEffect>
                                  </p:childTnLst>
                                </p:cTn>
                              </p:par>
                            </p:childTnLst>
                          </p:cTn>
                        </p:par>
                        <p:par>
                          <p:cTn id="124" fill="hold">
                            <p:stCondLst>
                              <p:cond delay="6349"/>
                            </p:stCondLst>
                            <p:childTnLst>
                              <p:par>
                                <p:cTn id="125" presetID="53" presetClass="entr" presetSubtype="16" fill="hold" grpId="0" nodeType="afterEffect">
                                  <p:stCondLst>
                                    <p:cond delay="0"/>
                                  </p:stCondLst>
                                  <p:childTnLst>
                                    <p:set>
                                      <p:cBhvr>
                                        <p:cTn id="126" dur="1" fill="hold">
                                          <p:stCondLst>
                                            <p:cond delay="0"/>
                                          </p:stCondLst>
                                        </p:cTn>
                                        <p:tgtEl>
                                          <p:spTgt spid="100"/>
                                        </p:tgtEl>
                                        <p:attrNameLst>
                                          <p:attrName>style.visibility</p:attrName>
                                        </p:attrNameLst>
                                      </p:cBhvr>
                                      <p:to>
                                        <p:strVal val="visible"/>
                                      </p:to>
                                    </p:set>
                                    <p:anim calcmode="lin" valueType="num">
                                      <p:cBhvr>
                                        <p:cTn id="127" dur="250" fill="hold"/>
                                        <p:tgtEl>
                                          <p:spTgt spid="100"/>
                                        </p:tgtEl>
                                        <p:attrNameLst>
                                          <p:attrName>ppt_w</p:attrName>
                                        </p:attrNameLst>
                                      </p:cBhvr>
                                      <p:tavLst>
                                        <p:tav tm="0">
                                          <p:val>
                                            <p:fltVal val="0"/>
                                          </p:val>
                                        </p:tav>
                                        <p:tav tm="100000">
                                          <p:val>
                                            <p:strVal val="#ppt_w"/>
                                          </p:val>
                                        </p:tav>
                                      </p:tavLst>
                                    </p:anim>
                                    <p:anim calcmode="lin" valueType="num">
                                      <p:cBhvr>
                                        <p:cTn id="128" dur="250" fill="hold"/>
                                        <p:tgtEl>
                                          <p:spTgt spid="100"/>
                                        </p:tgtEl>
                                        <p:attrNameLst>
                                          <p:attrName>ppt_h</p:attrName>
                                        </p:attrNameLst>
                                      </p:cBhvr>
                                      <p:tavLst>
                                        <p:tav tm="0">
                                          <p:val>
                                            <p:fltVal val="0"/>
                                          </p:val>
                                        </p:tav>
                                        <p:tav tm="100000">
                                          <p:val>
                                            <p:strVal val="#ppt_h"/>
                                          </p:val>
                                        </p:tav>
                                      </p:tavLst>
                                    </p:anim>
                                    <p:animEffect transition="in" filter="fade">
                                      <p:cBhvr>
                                        <p:cTn id="129" dur="250"/>
                                        <p:tgtEl>
                                          <p:spTgt spid="100"/>
                                        </p:tgtEl>
                                      </p:cBhvr>
                                    </p:animEffect>
                                  </p:childTnLst>
                                </p:cTn>
                              </p:par>
                              <p:par>
                                <p:cTn id="130" presetID="6" presetClass="emph" presetSubtype="0" decel="100000" fill="hold" grpId="1" nodeType="withEffect">
                                  <p:stCondLst>
                                    <p:cond delay="200"/>
                                  </p:stCondLst>
                                  <p:childTnLst>
                                    <p:animScale>
                                      <p:cBhvr>
                                        <p:cTn id="131" dur="250" fill="hold"/>
                                        <p:tgtEl>
                                          <p:spTgt spid="100"/>
                                        </p:tgtEl>
                                      </p:cBhvr>
                                      <p:by x="120000" y="120000"/>
                                    </p:animScale>
                                  </p:childTnLst>
                                </p:cTn>
                              </p:par>
                              <p:par>
                                <p:cTn id="132" presetID="6" presetClass="emph" presetSubtype="0" decel="100000" fill="hold" grpId="2" nodeType="withEffect">
                                  <p:stCondLst>
                                    <p:cond delay="400"/>
                                  </p:stCondLst>
                                  <p:childTnLst>
                                    <p:animScale>
                                      <p:cBhvr>
                                        <p:cTn id="133" dur="250" fill="hold"/>
                                        <p:tgtEl>
                                          <p:spTgt spid="100"/>
                                        </p:tgtEl>
                                      </p:cBhvr>
                                      <p:by x="83000" y="83000"/>
                                    </p:animScale>
                                  </p:childTnLst>
                                </p:cTn>
                              </p:par>
                              <p:par>
                                <p:cTn id="134" presetID="53" presetClass="entr" presetSubtype="16" fill="hold" nodeType="withEffect">
                                  <p:stCondLst>
                                    <p:cond delay="400"/>
                                  </p:stCondLst>
                                  <p:childTnLst>
                                    <p:set>
                                      <p:cBhvr>
                                        <p:cTn id="135" dur="1" fill="hold">
                                          <p:stCondLst>
                                            <p:cond delay="0"/>
                                          </p:stCondLst>
                                        </p:cTn>
                                        <p:tgtEl>
                                          <p:spTgt spid="82"/>
                                        </p:tgtEl>
                                        <p:attrNameLst>
                                          <p:attrName>style.visibility</p:attrName>
                                        </p:attrNameLst>
                                      </p:cBhvr>
                                      <p:to>
                                        <p:strVal val="visible"/>
                                      </p:to>
                                    </p:set>
                                    <p:anim calcmode="lin" valueType="num">
                                      <p:cBhvr>
                                        <p:cTn id="136" dur="250" fill="hold"/>
                                        <p:tgtEl>
                                          <p:spTgt spid="82"/>
                                        </p:tgtEl>
                                        <p:attrNameLst>
                                          <p:attrName>ppt_w</p:attrName>
                                        </p:attrNameLst>
                                      </p:cBhvr>
                                      <p:tavLst>
                                        <p:tav tm="0">
                                          <p:val>
                                            <p:fltVal val="0"/>
                                          </p:val>
                                        </p:tav>
                                        <p:tav tm="100000">
                                          <p:val>
                                            <p:strVal val="#ppt_w"/>
                                          </p:val>
                                        </p:tav>
                                      </p:tavLst>
                                    </p:anim>
                                    <p:anim calcmode="lin" valueType="num">
                                      <p:cBhvr>
                                        <p:cTn id="137" dur="250" fill="hold"/>
                                        <p:tgtEl>
                                          <p:spTgt spid="82"/>
                                        </p:tgtEl>
                                        <p:attrNameLst>
                                          <p:attrName>ppt_h</p:attrName>
                                        </p:attrNameLst>
                                      </p:cBhvr>
                                      <p:tavLst>
                                        <p:tav tm="0">
                                          <p:val>
                                            <p:fltVal val="0"/>
                                          </p:val>
                                        </p:tav>
                                        <p:tav tm="100000">
                                          <p:val>
                                            <p:strVal val="#ppt_h"/>
                                          </p:val>
                                        </p:tav>
                                      </p:tavLst>
                                    </p:anim>
                                    <p:animEffect transition="in" filter="fade">
                                      <p:cBhvr>
                                        <p:cTn id="138" dur="250"/>
                                        <p:tgtEl>
                                          <p:spTgt spid="82"/>
                                        </p:tgtEl>
                                      </p:cBhvr>
                                    </p:animEffect>
                                  </p:childTnLst>
                                </p:cTn>
                              </p:par>
                              <p:par>
                                <p:cTn id="139" presetID="6" presetClass="emph" presetSubtype="0" decel="100000" fill="hold" nodeType="withEffect">
                                  <p:stCondLst>
                                    <p:cond delay="600"/>
                                  </p:stCondLst>
                                  <p:childTnLst>
                                    <p:animScale>
                                      <p:cBhvr>
                                        <p:cTn id="140" dur="250" fill="hold"/>
                                        <p:tgtEl>
                                          <p:spTgt spid="82"/>
                                        </p:tgtEl>
                                      </p:cBhvr>
                                      <p:by x="120000" y="120000"/>
                                    </p:animScale>
                                  </p:childTnLst>
                                </p:cTn>
                              </p:par>
                              <p:par>
                                <p:cTn id="141" presetID="6" presetClass="emph" presetSubtype="0" decel="100000" fill="hold" nodeType="withEffect">
                                  <p:stCondLst>
                                    <p:cond delay="800"/>
                                  </p:stCondLst>
                                  <p:childTnLst>
                                    <p:animScale>
                                      <p:cBhvr>
                                        <p:cTn id="142" dur="250" fill="hold"/>
                                        <p:tgtEl>
                                          <p:spTgt spid="82"/>
                                        </p:tgtEl>
                                      </p:cBhvr>
                                      <p:by x="83000" y="83000"/>
                                    </p:animScale>
                                  </p:childTnLst>
                                </p:cTn>
                              </p:par>
                              <p:par>
                                <p:cTn id="143" presetID="53" presetClass="entr" presetSubtype="16" fill="hold" grpId="0" nodeType="withEffect">
                                  <p:stCondLst>
                                    <p:cond delay="600"/>
                                  </p:stCondLst>
                                  <p:childTnLst>
                                    <p:set>
                                      <p:cBhvr>
                                        <p:cTn id="144" dur="1" fill="hold">
                                          <p:stCondLst>
                                            <p:cond delay="0"/>
                                          </p:stCondLst>
                                        </p:cTn>
                                        <p:tgtEl>
                                          <p:spTgt spid="63"/>
                                        </p:tgtEl>
                                        <p:attrNameLst>
                                          <p:attrName>style.visibility</p:attrName>
                                        </p:attrNameLst>
                                      </p:cBhvr>
                                      <p:to>
                                        <p:strVal val="visible"/>
                                      </p:to>
                                    </p:set>
                                    <p:anim calcmode="lin" valueType="num">
                                      <p:cBhvr>
                                        <p:cTn id="145" dur="250" fill="hold"/>
                                        <p:tgtEl>
                                          <p:spTgt spid="63"/>
                                        </p:tgtEl>
                                        <p:attrNameLst>
                                          <p:attrName>ppt_w</p:attrName>
                                        </p:attrNameLst>
                                      </p:cBhvr>
                                      <p:tavLst>
                                        <p:tav tm="0">
                                          <p:val>
                                            <p:fltVal val="0"/>
                                          </p:val>
                                        </p:tav>
                                        <p:tav tm="100000">
                                          <p:val>
                                            <p:strVal val="#ppt_w"/>
                                          </p:val>
                                        </p:tav>
                                      </p:tavLst>
                                    </p:anim>
                                    <p:anim calcmode="lin" valueType="num">
                                      <p:cBhvr>
                                        <p:cTn id="146" dur="250" fill="hold"/>
                                        <p:tgtEl>
                                          <p:spTgt spid="63"/>
                                        </p:tgtEl>
                                        <p:attrNameLst>
                                          <p:attrName>ppt_h</p:attrName>
                                        </p:attrNameLst>
                                      </p:cBhvr>
                                      <p:tavLst>
                                        <p:tav tm="0">
                                          <p:val>
                                            <p:fltVal val="0"/>
                                          </p:val>
                                        </p:tav>
                                        <p:tav tm="100000">
                                          <p:val>
                                            <p:strVal val="#ppt_h"/>
                                          </p:val>
                                        </p:tav>
                                      </p:tavLst>
                                    </p:anim>
                                    <p:animEffect transition="in" filter="fade">
                                      <p:cBhvr>
                                        <p:cTn id="147" dur="250"/>
                                        <p:tgtEl>
                                          <p:spTgt spid="63"/>
                                        </p:tgtEl>
                                      </p:cBhvr>
                                    </p:animEffect>
                                  </p:childTnLst>
                                </p:cTn>
                              </p:par>
                              <p:par>
                                <p:cTn id="148" presetID="6" presetClass="emph" presetSubtype="0" decel="100000" fill="hold" grpId="1" nodeType="withEffect">
                                  <p:stCondLst>
                                    <p:cond delay="800"/>
                                  </p:stCondLst>
                                  <p:childTnLst>
                                    <p:animScale>
                                      <p:cBhvr>
                                        <p:cTn id="149" dur="250" fill="hold"/>
                                        <p:tgtEl>
                                          <p:spTgt spid="63"/>
                                        </p:tgtEl>
                                      </p:cBhvr>
                                      <p:by x="120000" y="120000"/>
                                    </p:animScale>
                                  </p:childTnLst>
                                </p:cTn>
                              </p:par>
                              <p:par>
                                <p:cTn id="150" presetID="6" presetClass="emph" presetSubtype="0" decel="100000" fill="hold" grpId="2" nodeType="withEffect">
                                  <p:stCondLst>
                                    <p:cond delay="1000"/>
                                  </p:stCondLst>
                                  <p:childTnLst>
                                    <p:animScale>
                                      <p:cBhvr>
                                        <p:cTn id="151" dur="250" fill="hold"/>
                                        <p:tgtEl>
                                          <p:spTgt spid="63"/>
                                        </p:tgtEl>
                                      </p:cBhvr>
                                      <p:by x="83000" y="83000"/>
                                    </p:animScale>
                                  </p:childTnLst>
                                </p:cTn>
                              </p:par>
                              <p:par>
                                <p:cTn id="152" presetID="53" presetClass="entr" presetSubtype="16" fill="hold" grpId="0" nodeType="withEffect">
                                  <p:stCondLst>
                                    <p:cond delay="800"/>
                                  </p:stCondLst>
                                  <p:childTnLst>
                                    <p:set>
                                      <p:cBhvr>
                                        <p:cTn id="153" dur="1" fill="hold">
                                          <p:stCondLst>
                                            <p:cond delay="0"/>
                                          </p:stCondLst>
                                        </p:cTn>
                                        <p:tgtEl>
                                          <p:spTgt spid="105"/>
                                        </p:tgtEl>
                                        <p:attrNameLst>
                                          <p:attrName>style.visibility</p:attrName>
                                        </p:attrNameLst>
                                      </p:cBhvr>
                                      <p:to>
                                        <p:strVal val="visible"/>
                                      </p:to>
                                    </p:set>
                                    <p:anim calcmode="lin" valueType="num">
                                      <p:cBhvr>
                                        <p:cTn id="154" dur="250" fill="hold"/>
                                        <p:tgtEl>
                                          <p:spTgt spid="105"/>
                                        </p:tgtEl>
                                        <p:attrNameLst>
                                          <p:attrName>ppt_w</p:attrName>
                                        </p:attrNameLst>
                                      </p:cBhvr>
                                      <p:tavLst>
                                        <p:tav tm="0">
                                          <p:val>
                                            <p:fltVal val="0"/>
                                          </p:val>
                                        </p:tav>
                                        <p:tav tm="100000">
                                          <p:val>
                                            <p:strVal val="#ppt_w"/>
                                          </p:val>
                                        </p:tav>
                                      </p:tavLst>
                                    </p:anim>
                                    <p:anim calcmode="lin" valueType="num">
                                      <p:cBhvr>
                                        <p:cTn id="155" dur="250" fill="hold"/>
                                        <p:tgtEl>
                                          <p:spTgt spid="105"/>
                                        </p:tgtEl>
                                        <p:attrNameLst>
                                          <p:attrName>ppt_h</p:attrName>
                                        </p:attrNameLst>
                                      </p:cBhvr>
                                      <p:tavLst>
                                        <p:tav tm="0">
                                          <p:val>
                                            <p:fltVal val="0"/>
                                          </p:val>
                                        </p:tav>
                                        <p:tav tm="100000">
                                          <p:val>
                                            <p:strVal val="#ppt_h"/>
                                          </p:val>
                                        </p:tav>
                                      </p:tavLst>
                                    </p:anim>
                                    <p:animEffect transition="in" filter="fade">
                                      <p:cBhvr>
                                        <p:cTn id="156" dur="250"/>
                                        <p:tgtEl>
                                          <p:spTgt spid="105"/>
                                        </p:tgtEl>
                                      </p:cBhvr>
                                    </p:animEffect>
                                  </p:childTnLst>
                                </p:cTn>
                              </p:par>
                              <p:par>
                                <p:cTn id="157" presetID="6" presetClass="emph" presetSubtype="0" decel="100000" fill="hold" grpId="1" nodeType="withEffect">
                                  <p:stCondLst>
                                    <p:cond delay="1000"/>
                                  </p:stCondLst>
                                  <p:childTnLst>
                                    <p:animScale>
                                      <p:cBhvr>
                                        <p:cTn id="158" dur="250" fill="hold"/>
                                        <p:tgtEl>
                                          <p:spTgt spid="105"/>
                                        </p:tgtEl>
                                      </p:cBhvr>
                                      <p:by x="120000" y="120000"/>
                                    </p:animScale>
                                  </p:childTnLst>
                                </p:cTn>
                              </p:par>
                              <p:par>
                                <p:cTn id="159" presetID="6" presetClass="emph" presetSubtype="0" decel="100000" fill="hold" grpId="2" nodeType="withEffect">
                                  <p:stCondLst>
                                    <p:cond delay="1200"/>
                                  </p:stCondLst>
                                  <p:childTnLst>
                                    <p:animScale>
                                      <p:cBhvr>
                                        <p:cTn id="160" dur="250" fill="hold"/>
                                        <p:tgtEl>
                                          <p:spTgt spid="105"/>
                                        </p:tgtEl>
                                      </p:cBhvr>
                                      <p:by x="83000" y="83000"/>
                                    </p:animScale>
                                  </p:childTnLst>
                                </p:cTn>
                              </p:par>
                              <p:par>
                                <p:cTn id="161" presetID="53" presetClass="entr" presetSubtype="16" fill="hold" grpId="0" nodeType="withEffect">
                                  <p:stCondLst>
                                    <p:cond delay="1000"/>
                                  </p:stCondLst>
                                  <p:iterate type="lt">
                                    <p:tmPct val="10000"/>
                                  </p:iterate>
                                  <p:childTnLst>
                                    <p:set>
                                      <p:cBhvr>
                                        <p:cTn id="162" dur="1" fill="hold">
                                          <p:stCondLst>
                                            <p:cond delay="0"/>
                                          </p:stCondLst>
                                        </p:cTn>
                                        <p:tgtEl>
                                          <p:spTgt spid="108"/>
                                        </p:tgtEl>
                                        <p:attrNameLst>
                                          <p:attrName>style.visibility</p:attrName>
                                        </p:attrNameLst>
                                      </p:cBhvr>
                                      <p:to>
                                        <p:strVal val="visible"/>
                                      </p:to>
                                    </p:set>
                                    <p:anim calcmode="lin" valueType="num">
                                      <p:cBhvr>
                                        <p:cTn id="163" dur="250" fill="hold"/>
                                        <p:tgtEl>
                                          <p:spTgt spid="108"/>
                                        </p:tgtEl>
                                        <p:attrNameLst>
                                          <p:attrName>ppt_w</p:attrName>
                                        </p:attrNameLst>
                                      </p:cBhvr>
                                      <p:tavLst>
                                        <p:tav tm="0">
                                          <p:val>
                                            <p:fltVal val="0"/>
                                          </p:val>
                                        </p:tav>
                                        <p:tav tm="100000">
                                          <p:val>
                                            <p:strVal val="#ppt_w"/>
                                          </p:val>
                                        </p:tav>
                                      </p:tavLst>
                                    </p:anim>
                                    <p:anim calcmode="lin" valueType="num">
                                      <p:cBhvr>
                                        <p:cTn id="164" dur="250" fill="hold"/>
                                        <p:tgtEl>
                                          <p:spTgt spid="108"/>
                                        </p:tgtEl>
                                        <p:attrNameLst>
                                          <p:attrName>ppt_h</p:attrName>
                                        </p:attrNameLst>
                                      </p:cBhvr>
                                      <p:tavLst>
                                        <p:tav tm="0">
                                          <p:val>
                                            <p:fltVal val="0"/>
                                          </p:val>
                                        </p:tav>
                                        <p:tav tm="100000">
                                          <p:val>
                                            <p:strVal val="#ppt_h"/>
                                          </p:val>
                                        </p:tav>
                                      </p:tavLst>
                                    </p:anim>
                                    <p:animEffect transition="in" filter="fade">
                                      <p:cBhvr>
                                        <p:cTn id="165" dur="250"/>
                                        <p:tgtEl>
                                          <p:spTgt spid="108"/>
                                        </p:tgtEl>
                                      </p:cBhvr>
                                    </p:animEffect>
                                  </p:childTnLst>
                                </p:cTn>
                              </p:par>
                            </p:childTnLst>
                          </p:cTn>
                        </p:par>
                        <p:par>
                          <p:cTn id="166" fill="hold">
                            <p:stCondLst>
                              <p:cond delay="8524"/>
                            </p:stCondLst>
                            <p:childTnLst>
                              <p:par>
                                <p:cTn id="167" presetID="53" presetClass="entr" presetSubtype="16" fill="hold" grpId="0" nodeType="afterEffect">
                                  <p:stCondLst>
                                    <p:cond delay="0"/>
                                  </p:stCondLst>
                                  <p:childTnLst>
                                    <p:set>
                                      <p:cBhvr>
                                        <p:cTn id="168" dur="1" fill="hold">
                                          <p:stCondLst>
                                            <p:cond delay="0"/>
                                          </p:stCondLst>
                                        </p:cTn>
                                        <p:tgtEl>
                                          <p:spTgt spid="99"/>
                                        </p:tgtEl>
                                        <p:attrNameLst>
                                          <p:attrName>style.visibility</p:attrName>
                                        </p:attrNameLst>
                                      </p:cBhvr>
                                      <p:to>
                                        <p:strVal val="visible"/>
                                      </p:to>
                                    </p:set>
                                    <p:anim calcmode="lin" valueType="num">
                                      <p:cBhvr>
                                        <p:cTn id="169" dur="250" fill="hold"/>
                                        <p:tgtEl>
                                          <p:spTgt spid="99"/>
                                        </p:tgtEl>
                                        <p:attrNameLst>
                                          <p:attrName>ppt_w</p:attrName>
                                        </p:attrNameLst>
                                      </p:cBhvr>
                                      <p:tavLst>
                                        <p:tav tm="0">
                                          <p:val>
                                            <p:fltVal val="0"/>
                                          </p:val>
                                        </p:tav>
                                        <p:tav tm="100000">
                                          <p:val>
                                            <p:strVal val="#ppt_w"/>
                                          </p:val>
                                        </p:tav>
                                      </p:tavLst>
                                    </p:anim>
                                    <p:anim calcmode="lin" valueType="num">
                                      <p:cBhvr>
                                        <p:cTn id="170" dur="250" fill="hold"/>
                                        <p:tgtEl>
                                          <p:spTgt spid="99"/>
                                        </p:tgtEl>
                                        <p:attrNameLst>
                                          <p:attrName>ppt_h</p:attrName>
                                        </p:attrNameLst>
                                      </p:cBhvr>
                                      <p:tavLst>
                                        <p:tav tm="0">
                                          <p:val>
                                            <p:fltVal val="0"/>
                                          </p:val>
                                        </p:tav>
                                        <p:tav tm="100000">
                                          <p:val>
                                            <p:strVal val="#ppt_h"/>
                                          </p:val>
                                        </p:tav>
                                      </p:tavLst>
                                    </p:anim>
                                    <p:animEffect transition="in" filter="fade">
                                      <p:cBhvr>
                                        <p:cTn id="171" dur="250"/>
                                        <p:tgtEl>
                                          <p:spTgt spid="99"/>
                                        </p:tgtEl>
                                      </p:cBhvr>
                                    </p:animEffect>
                                  </p:childTnLst>
                                </p:cTn>
                              </p:par>
                              <p:par>
                                <p:cTn id="172" presetID="6" presetClass="emph" presetSubtype="0" decel="100000" fill="hold" grpId="1" nodeType="withEffect">
                                  <p:stCondLst>
                                    <p:cond delay="200"/>
                                  </p:stCondLst>
                                  <p:childTnLst>
                                    <p:animScale>
                                      <p:cBhvr>
                                        <p:cTn id="173" dur="250" fill="hold"/>
                                        <p:tgtEl>
                                          <p:spTgt spid="99"/>
                                        </p:tgtEl>
                                      </p:cBhvr>
                                      <p:by x="120000" y="120000"/>
                                    </p:animScale>
                                  </p:childTnLst>
                                </p:cTn>
                              </p:par>
                              <p:par>
                                <p:cTn id="174" presetID="6" presetClass="emph" presetSubtype="0" decel="100000" fill="hold" grpId="2" nodeType="withEffect">
                                  <p:stCondLst>
                                    <p:cond delay="400"/>
                                  </p:stCondLst>
                                  <p:childTnLst>
                                    <p:animScale>
                                      <p:cBhvr>
                                        <p:cTn id="175" dur="250" fill="hold"/>
                                        <p:tgtEl>
                                          <p:spTgt spid="99"/>
                                        </p:tgtEl>
                                      </p:cBhvr>
                                      <p:by x="83000" y="83000"/>
                                    </p:animScale>
                                  </p:childTnLst>
                                </p:cTn>
                              </p:par>
                              <p:par>
                                <p:cTn id="176" presetID="53" presetClass="entr" presetSubtype="16" fill="hold" nodeType="withEffect">
                                  <p:stCondLst>
                                    <p:cond delay="400"/>
                                  </p:stCondLst>
                                  <p:childTnLst>
                                    <p:set>
                                      <p:cBhvr>
                                        <p:cTn id="177" dur="1" fill="hold">
                                          <p:stCondLst>
                                            <p:cond delay="0"/>
                                          </p:stCondLst>
                                        </p:cTn>
                                        <p:tgtEl>
                                          <p:spTgt spid="85"/>
                                        </p:tgtEl>
                                        <p:attrNameLst>
                                          <p:attrName>style.visibility</p:attrName>
                                        </p:attrNameLst>
                                      </p:cBhvr>
                                      <p:to>
                                        <p:strVal val="visible"/>
                                      </p:to>
                                    </p:set>
                                    <p:anim calcmode="lin" valueType="num">
                                      <p:cBhvr>
                                        <p:cTn id="178" dur="250" fill="hold"/>
                                        <p:tgtEl>
                                          <p:spTgt spid="85"/>
                                        </p:tgtEl>
                                        <p:attrNameLst>
                                          <p:attrName>ppt_w</p:attrName>
                                        </p:attrNameLst>
                                      </p:cBhvr>
                                      <p:tavLst>
                                        <p:tav tm="0">
                                          <p:val>
                                            <p:fltVal val="0"/>
                                          </p:val>
                                        </p:tav>
                                        <p:tav tm="100000">
                                          <p:val>
                                            <p:strVal val="#ppt_w"/>
                                          </p:val>
                                        </p:tav>
                                      </p:tavLst>
                                    </p:anim>
                                    <p:anim calcmode="lin" valueType="num">
                                      <p:cBhvr>
                                        <p:cTn id="179" dur="250" fill="hold"/>
                                        <p:tgtEl>
                                          <p:spTgt spid="85"/>
                                        </p:tgtEl>
                                        <p:attrNameLst>
                                          <p:attrName>ppt_h</p:attrName>
                                        </p:attrNameLst>
                                      </p:cBhvr>
                                      <p:tavLst>
                                        <p:tav tm="0">
                                          <p:val>
                                            <p:fltVal val="0"/>
                                          </p:val>
                                        </p:tav>
                                        <p:tav tm="100000">
                                          <p:val>
                                            <p:strVal val="#ppt_h"/>
                                          </p:val>
                                        </p:tav>
                                      </p:tavLst>
                                    </p:anim>
                                    <p:animEffect transition="in" filter="fade">
                                      <p:cBhvr>
                                        <p:cTn id="180" dur="250"/>
                                        <p:tgtEl>
                                          <p:spTgt spid="85"/>
                                        </p:tgtEl>
                                      </p:cBhvr>
                                    </p:animEffect>
                                  </p:childTnLst>
                                </p:cTn>
                              </p:par>
                              <p:par>
                                <p:cTn id="181" presetID="6" presetClass="emph" presetSubtype="0" decel="100000" fill="hold" nodeType="withEffect">
                                  <p:stCondLst>
                                    <p:cond delay="600"/>
                                  </p:stCondLst>
                                  <p:childTnLst>
                                    <p:animScale>
                                      <p:cBhvr>
                                        <p:cTn id="182" dur="250" fill="hold"/>
                                        <p:tgtEl>
                                          <p:spTgt spid="85"/>
                                        </p:tgtEl>
                                      </p:cBhvr>
                                      <p:by x="120000" y="120000"/>
                                    </p:animScale>
                                  </p:childTnLst>
                                </p:cTn>
                              </p:par>
                              <p:par>
                                <p:cTn id="183" presetID="6" presetClass="emph" presetSubtype="0" decel="100000" fill="hold" nodeType="withEffect">
                                  <p:stCondLst>
                                    <p:cond delay="800"/>
                                  </p:stCondLst>
                                  <p:childTnLst>
                                    <p:animScale>
                                      <p:cBhvr>
                                        <p:cTn id="184" dur="250" fill="hold"/>
                                        <p:tgtEl>
                                          <p:spTgt spid="85"/>
                                        </p:tgtEl>
                                      </p:cBhvr>
                                      <p:by x="83000" y="83000"/>
                                    </p:animScale>
                                  </p:childTnLst>
                                </p:cTn>
                              </p:par>
                              <p:par>
                                <p:cTn id="185" presetID="53" presetClass="entr" presetSubtype="16" fill="hold" grpId="0" nodeType="withEffect">
                                  <p:stCondLst>
                                    <p:cond delay="600"/>
                                  </p:stCondLst>
                                  <p:childTnLst>
                                    <p:set>
                                      <p:cBhvr>
                                        <p:cTn id="186" dur="1" fill="hold">
                                          <p:stCondLst>
                                            <p:cond delay="0"/>
                                          </p:stCondLst>
                                        </p:cTn>
                                        <p:tgtEl>
                                          <p:spTgt spid="66"/>
                                        </p:tgtEl>
                                        <p:attrNameLst>
                                          <p:attrName>style.visibility</p:attrName>
                                        </p:attrNameLst>
                                      </p:cBhvr>
                                      <p:to>
                                        <p:strVal val="visible"/>
                                      </p:to>
                                    </p:set>
                                    <p:anim calcmode="lin" valueType="num">
                                      <p:cBhvr>
                                        <p:cTn id="187" dur="250" fill="hold"/>
                                        <p:tgtEl>
                                          <p:spTgt spid="66"/>
                                        </p:tgtEl>
                                        <p:attrNameLst>
                                          <p:attrName>ppt_w</p:attrName>
                                        </p:attrNameLst>
                                      </p:cBhvr>
                                      <p:tavLst>
                                        <p:tav tm="0">
                                          <p:val>
                                            <p:fltVal val="0"/>
                                          </p:val>
                                        </p:tav>
                                        <p:tav tm="100000">
                                          <p:val>
                                            <p:strVal val="#ppt_w"/>
                                          </p:val>
                                        </p:tav>
                                      </p:tavLst>
                                    </p:anim>
                                    <p:anim calcmode="lin" valueType="num">
                                      <p:cBhvr>
                                        <p:cTn id="188" dur="250" fill="hold"/>
                                        <p:tgtEl>
                                          <p:spTgt spid="66"/>
                                        </p:tgtEl>
                                        <p:attrNameLst>
                                          <p:attrName>ppt_h</p:attrName>
                                        </p:attrNameLst>
                                      </p:cBhvr>
                                      <p:tavLst>
                                        <p:tav tm="0">
                                          <p:val>
                                            <p:fltVal val="0"/>
                                          </p:val>
                                        </p:tav>
                                        <p:tav tm="100000">
                                          <p:val>
                                            <p:strVal val="#ppt_h"/>
                                          </p:val>
                                        </p:tav>
                                      </p:tavLst>
                                    </p:anim>
                                    <p:animEffect transition="in" filter="fade">
                                      <p:cBhvr>
                                        <p:cTn id="189" dur="250"/>
                                        <p:tgtEl>
                                          <p:spTgt spid="66"/>
                                        </p:tgtEl>
                                      </p:cBhvr>
                                    </p:animEffect>
                                  </p:childTnLst>
                                </p:cTn>
                              </p:par>
                              <p:par>
                                <p:cTn id="190" presetID="6" presetClass="emph" presetSubtype="0" decel="100000" fill="hold" grpId="1" nodeType="withEffect">
                                  <p:stCondLst>
                                    <p:cond delay="800"/>
                                  </p:stCondLst>
                                  <p:childTnLst>
                                    <p:animScale>
                                      <p:cBhvr>
                                        <p:cTn id="191" dur="250" fill="hold"/>
                                        <p:tgtEl>
                                          <p:spTgt spid="66"/>
                                        </p:tgtEl>
                                      </p:cBhvr>
                                      <p:by x="120000" y="120000"/>
                                    </p:animScale>
                                  </p:childTnLst>
                                </p:cTn>
                              </p:par>
                              <p:par>
                                <p:cTn id="192" presetID="6" presetClass="emph" presetSubtype="0" decel="100000" fill="hold" grpId="2" nodeType="withEffect">
                                  <p:stCondLst>
                                    <p:cond delay="1000"/>
                                  </p:stCondLst>
                                  <p:childTnLst>
                                    <p:animScale>
                                      <p:cBhvr>
                                        <p:cTn id="193" dur="250" fill="hold"/>
                                        <p:tgtEl>
                                          <p:spTgt spid="66"/>
                                        </p:tgtEl>
                                      </p:cBhvr>
                                      <p:by x="83000" y="83000"/>
                                    </p:animScale>
                                  </p:childTnLst>
                                </p:cTn>
                              </p:par>
                              <p:par>
                                <p:cTn id="194" presetID="53" presetClass="entr" presetSubtype="16" fill="hold" grpId="0" nodeType="withEffect">
                                  <p:stCondLst>
                                    <p:cond delay="800"/>
                                  </p:stCondLst>
                                  <p:childTnLst>
                                    <p:set>
                                      <p:cBhvr>
                                        <p:cTn id="195" dur="1" fill="hold">
                                          <p:stCondLst>
                                            <p:cond delay="0"/>
                                          </p:stCondLst>
                                        </p:cTn>
                                        <p:tgtEl>
                                          <p:spTgt spid="104"/>
                                        </p:tgtEl>
                                        <p:attrNameLst>
                                          <p:attrName>style.visibility</p:attrName>
                                        </p:attrNameLst>
                                      </p:cBhvr>
                                      <p:to>
                                        <p:strVal val="visible"/>
                                      </p:to>
                                    </p:set>
                                    <p:anim calcmode="lin" valueType="num">
                                      <p:cBhvr>
                                        <p:cTn id="196" dur="250" fill="hold"/>
                                        <p:tgtEl>
                                          <p:spTgt spid="104"/>
                                        </p:tgtEl>
                                        <p:attrNameLst>
                                          <p:attrName>ppt_w</p:attrName>
                                        </p:attrNameLst>
                                      </p:cBhvr>
                                      <p:tavLst>
                                        <p:tav tm="0">
                                          <p:val>
                                            <p:fltVal val="0"/>
                                          </p:val>
                                        </p:tav>
                                        <p:tav tm="100000">
                                          <p:val>
                                            <p:strVal val="#ppt_w"/>
                                          </p:val>
                                        </p:tav>
                                      </p:tavLst>
                                    </p:anim>
                                    <p:anim calcmode="lin" valueType="num">
                                      <p:cBhvr>
                                        <p:cTn id="197" dur="250" fill="hold"/>
                                        <p:tgtEl>
                                          <p:spTgt spid="104"/>
                                        </p:tgtEl>
                                        <p:attrNameLst>
                                          <p:attrName>ppt_h</p:attrName>
                                        </p:attrNameLst>
                                      </p:cBhvr>
                                      <p:tavLst>
                                        <p:tav tm="0">
                                          <p:val>
                                            <p:fltVal val="0"/>
                                          </p:val>
                                        </p:tav>
                                        <p:tav tm="100000">
                                          <p:val>
                                            <p:strVal val="#ppt_h"/>
                                          </p:val>
                                        </p:tav>
                                      </p:tavLst>
                                    </p:anim>
                                    <p:animEffect transition="in" filter="fade">
                                      <p:cBhvr>
                                        <p:cTn id="198" dur="250"/>
                                        <p:tgtEl>
                                          <p:spTgt spid="104"/>
                                        </p:tgtEl>
                                      </p:cBhvr>
                                    </p:animEffect>
                                  </p:childTnLst>
                                </p:cTn>
                              </p:par>
                              <p:par>
                                <p:cTn id="199" presetID="6" presetClass="emph" presetSubtype="0" decel="100000" fill="hold" grpId="1" nodeType="withEffect">
                                  <p:stCondLst>
                                    <p:cond delay="1000"/>
                                  </p:stCondLst>
                                  <p:childTnLst>
                                    <p:animScale>
                                      <p:cBhvr>
                                        <p:cTn id="200" dur="250" fill="hold"/>
                                        <p:tgtEl>
                                          <p:spTgt spid="104"/>
                                        </p:tgtEl>
                                      </p:cBhvr>
                                      <p:by x="120000" y="120000"/>
                                    </p:animScale>
                                  </p:childTnLst>
                                </p:cTn>
                              </p:par>
                              <p:par>
                                <p:cTn id="201" presetID="6" presetClass="emph" presetSubtype="0" decel="100000" fill="hold" grpId="2" nodeType="withEffect">
                                  <p:stCondLst>
                                    <p:cond delay="1200"/>
                                  </p:stCondLst>
                                  <p:childTnLst>
                                    <p:animScale>
                                      <p:cBhvr>
                                        <p:cTn id="202" dur="250" fill="hold"/>
                                        <p:tgtEl>
                                          <p:spTgt spid="104"/>
                                        </p:tgtEl>
                                      </p:cBhvr>
                                      <p:by x="83000" y="83000"/>
                                    </p:animScale>
                                  </p:childTnLst>
                                </p:cTn>
                              </p:par>
                              <p:par>
                                <p:cTn id="203" presetID="53" presetClass="entr" presetSubtype="16" fill="hold" grpId="0" nodeType="withEffect">
                                  <p:stCondLst>
                                    <p:cond delay="1000"/>
                                  </p:stCondLst>
                                  <p:iterate type="lt">
                                    <p:tmPct val="10000"/>
                                  </p:iterate>
                                  <p:childTnLst>
                                    <p:set>
                                      <p:cBhvr>
                                        <p:cTn id="204" dur="1" fill="hold">
                                          <p:stCondLst>
                                            <p:cond delay="0"/>
                                          </p:stCondLst>
                                        </p:cTn>
                                        <p:tgtEl>
                                          <p:spTgt spid="111"/>
                                        </p:tgtEl>
                                        <p:attrNameLst>
                                          <p:attrName>style.visibility</p:attrName>
                                        </p:attrNameLst>
                                      </p:cBhvr>
                                      <p:to>
                                        <p:strVal val="visible"/>
                                      </p:to>
                                    </p:set>
                                    <p:anim calcmode="lin" valueType="num">
                                      <p:cBhvr>
                                        <p:cTn id="205" dur="250" fill="hold"/>
                                        <p:tgtEl>
                                          <p:spTgt spid="111"/>
                                        </p:tgtEl>
                                        <p:attrNameLst>
                                          <p:attrName>ppt_w</p:attrName>
                                        </p:attrNameLst>
                                      </p:cBhvr>
                                      <p:tavLst>
                                        <p:tav tm="0">
                                          <p:val>
                                            <p:fltVal val="0"/>
                                          </p:val>
                                        </p:tav>
                                        <p:tav tm="100000">
                                          <p:val>
                                            <p:strVal val="#ppt_w"/>
                                          </p:val>
                                        </p:tav>
                                      </p:tavLst>
                                    </p:anim>
                                    <p:anim calcmode="lin" valueType="num">
                                      <p:cBhvr>
                                        <p:cTn id="206" dur="250" fill="hold"/>
                                        <p:tgtEl>
                                          <p:spTgt spid="111"/>
                                        </p:tgtEl>
                                        <p:attrNameLst>
                                          <p:attrName>ppt_h</p:attrName>
                                        </p:attrNameLst>
                                      </p:cBhvr>
                                      <p:tavLst>
                                        <p:tav tm="0">
                                          <p:val>
                                            <p:fltVal val="0"/>
                                          </p:val>
                                        </p:tav>
                                        <p:tav tm="100000">
                                          <p:val>
                                            <p:strVal val="#ppt_h"/>
                                          </p:val>
                                        </p:tav>
                                      </p:tavLst>
                                    </p:anim>
                                    <p:animEffect transition="in" filter="fade">
                                      <p:cBhvr>
                                        <p:cTn id="207" dur="250"/>
                                        <p:tgtEl>
                                          <p:spTgt spid="111"/>
                                        </p:tgtEl>
                                      </p:cBhvr>
                                    </p:animEffect>
                                  </p:childTnLst>
                                </p:cTn>
                              </p:par>
                            </p:childTnLst>
                          </p:cTn>
                        </p:par>
                        <p:par>
                          <p:cTn id="208" fill="hold">
                            <p:stCondLst>
                              <p:cond delay="10699"/>
                            </p:stCondLst>
                            <p:childTnLst>
                              <p:par>
                                <p:cTn id="209" presetID="53" presetClass="entr" presetSubtype="16" fill="hold" grpId="0" nodeType="afterEffect">
                                  <p:stCondLst>
                                    <p:cond delay="0"/>
                                  </p:stCondLst>
                                  <p:childTnLst>
                                    <p:set>
                                      <p:cBhvr>
                                        <p:cTn id="210" dur="1" fill="hold">
                                          <p:stCondLst>
                                            <p:cond delay="0"/>
                                          </p:stCondLst>
                                        </p:cTn>
                                        <p:tgtEl>
                                          <p:spTgt spid="101"/>
                                        </p:tgtEl>
                                        <p:attrNameLst>
                                          <p:attrName>style.visibility</p:attrName>
                                        </p:attrNameLst>
                                      </p:cBhvr>
                                      <p:to>
                                        <p:strVal val="visible"/>
                                      </p:to>
                                    </p:set>
                                    <p:anim calcmode="lin" valueType="num">
                                      <p:cBhvr>
                                        <p:cTn id="211" dur="250" fill="hold"/>
                                        <p:tgtEl>
                                          <p:spTgt spid="101"/>
                                        </p:tgtEl>
                                        <p:attrNameLst>
                                          <p:attrName>ppt_w</p:attrName>
                                        </p:attrNameLst>
                                      </p:cBhvr>
                                      <p:tavLst>
                                        <p:tav tm="0">
                                          <p:val>
                                            <p:fltVal val="0"/>
                                          </p:val>
                                        </p:tav>
                                        <p:tav tm="100000">
                                          <p:val>
                                            <p:strVal val="#ppt_w"/>
                                          </p:val>
                                        </p:tav>
                                      </p:tavLst>
                                    </p:anim>
                                    <p:anim calcmode="lin" valueType="num">
                                      <p:cBhvr>
                                        <p:cTn id="212" dur="250" fill="hold"/>
                                        <p:tgtEl>
                                          <p:spTgt spid="101"/>
                                        </p:tgtEl>
                                        <p:attrNameLst>
                                          <p:attrName>ppt_h</p:attrName>
                                        </p:attrNameLst>
                                      </p:cBhvr>
                                      <p:tavLst>
                                        <p:tav tm="0">
                                          <p:val>
                                            <p:fltVal val="0"/>
                                          </p:val>
                                        </p:tav>
                                        <p:tav tm="100000">
                                          <p:val>
                                            <p:strVal val="#ppt_h"/>
                                          </p:val>
                                        </p:tav>
                                      </p:tavLst>
                                    </p:anim>
                                    <p:animEffect transition="in" filter="fade">
                                      <p:cBhvr>
                                        <p:cTn id="213" dur="250"/>
                                        <p:tgtEl>
                                          <p:spTgt spid="101"/>
                                        </p:tgtEl>
                                      </p:cBhvr>
                                    </p:animEffect>
                                  </p:childTnLst>
                                </p:cTn>
                              </p:par>
                              <p:par>
                                <p:cTn id="214" presetID="6" presetClass="emph" presetSubtype="0" decel="100000" fill="hold" grpId="1" nodeType="withEffect">
                                  <p:stCondLst>
                                    <p:cond delay="200"/>
                                  </p:stCondLst>
                                  <p:childTnLst>
                                    <p:animScale>
                                      <p:cBhvr>
                                        <p:cTn id="215" dur="250" fill="hold"/>
                                        <p:tgtEl>
                                          <p:spTgt spid="101"/>
                                        </p:tgtEl>
                                      </p:cBhvr>
                                      <p:by x="120000" y="120000"/>
                                    </p:animScale>
                                  </p:childTnLst>
                                </p:cTn>
                              </p:par>
                              <p:par>
                                <p:cTn id="216" presetID="6" presetClass="emph" presetSubtype="0" decel="100000" fill="hold" grpId="2" nodeType="withEffect">
                                  <p:stCondLst>
                                    <p:cond delay="400"/>
                                  </p:stCondLst>
                                  <p:childTnLst>
                                    <p:animScale>
                                      <p:cBhvr>
                                        <p:cTn id="217" dur="250" fill="hold"/>
                                        <p:tgtEl>
                                          <p:spTgt spid="101"/>
                                        </p:tgtEl>
                                      </p:cBhvr>
                                      <p:by x="83000" y="83000"/>
                                    </p:animScale>
                                  </p:childTnLst>
                                </p:cTn>
                              </p:par>
                              <p:par>
                                <p:cTn id="218" presetID="53" presetClass="entr" presetSubtype="16" fill="hold" nodeType="withEffect">
                                  <p:stCondLst>
                                    <p:cond delay="400"/>
                                  </p:stCondLst>
                                  <p:childTnLst>
                                    <p:set>
                                      <p:cBhvr>
                                        <p:cTn id="219" dur="1" fill="hold">
                                          <p:stCondLst>
                                            <p:cond delay="0"/>
                                          </p:stCondLst>
                                        </p:cTn>
                                        <p:tgtEl>
                                          <p:spTgt spid="91"/>
                                        </p:tgtEl>
                                        <p:attrNameLst>
                                          <p:attrName>style.visibility</p:attrName>
                                        </p:attrNameLst>
                                      </p:cBhvr>
                                      <p:to>
                                        <p:strVal val="visible"/>
                                      </p:to>
                                    </p:set>
                                    <p:anim calcmode="lin" valueType="num">
                                      <p:cBhvr>
                                        <p:cTn id="220" dur="250" fill="hold"/>
                                        <p:tgtEl>
                                          <p:spTgt spid="91"/>
                                        </p:tgtEl>
                                        <p:attrNameLst>
                                          <p:attrName>ppt_w</p:attrName>
                                        </p:attrNameLst>
                                      </p:cBhvr>
                                      <p:tavLst>
                                        <p:tav tm="0">
                                          <p:val>
                                            <p:fltVal val="0"/>
                                          </p:val>
                                        </p:tav>
                                        <p:tav tm="100000">
                                          <p:val>
                                            <p:strVal val="#ppt_w"/>
                                          </p:val>
                                        </p:tav>
                                      </p:tavLst>
                                    </p:anim>
                                    <p:anim calcmode="lin" valueType="num">
                                      <p:cBhvr>
                                        <p:cTn id="221" dur="250" fill="hold"/>
                                        <p:tgtEl>
                                          <p:spTgt spid="91"/>
                                        </p:tgtEl>
                                        <p:attrNameLst>
                                          <p:attrName>ppt_h</p:attrName>
                                        </p:attrNameLst>
                                      </p:cBhvr>
                                      <p:tavLst>
                                        <p:tav tm="0">
                                          <p:val>
                                            <p:fltVal val="0"/>
                                          </p:val>
                                        </p:tav>
                                        <p:tav tm="100000">
                                          <p:val>
                                            <p:strVal val="#ppt_h"/>
                                          </p:val>
                                        </p:tav>
                                      </p:tavLst>
                                    </p:anim>
                                    <p:animEffect transition="in" filter="fade">
                                      <p:cBhvr>
                                        <p:cTn id="222" dur="250"/>
                                        <p:tgtEl>
                                          <p:spTgt spid="91"/>
                                        </p:tgtEl>
                                      </p:cBhvr>
                                    </p:animEffect>
                                  </p:childTnLst>
                                </p:cTn>
                              </p:par>
                              <p:par>
                                <p:cTn id="223" presetID="6" presetClass="emph" presetSubtype="0" decel="100000" fill="hold" nodeType="withEffect">
                                  <p:stCondLst>
                                    <p:cond delay="600"/>
                                  </p:stCondLst>
                                  <p:childTnLst>
                                    <p:animScale>
                                      <p:cBhvr>
                                        <p:cTn id="224" dur="250" fill="hold"/>
                                        <p:tgtEl>
                                          <p:spTgt spid="91"/>
                                        </p:tgtEl>
                                      </p:cBhvr>
                                      <p:by x="120000" y="120000"/>
                                    </p:animScale>
                                  </p:childTnLst>
                                </p:cTn>
                              </p:par>
                              <p:par>
                                <p:cTn id="225" presetID="6" presetClass="emph" presetSubtype="0" decel="100000" fill="hold" nodeType="withEffect">
                                  <p:stCondLst>
                                    <p:cond delay="800"/>
                                  </p:stCondLst>
                                  <p:childTnLst>
                                    <p:animScale>
                                      <p:cBhvr>
                                        <p:cTn id="226" dur="250" fill="hold"/>
                                        <p:tgtEl>
                                          <p:spTgt spid="91"/>
                                        </p:tgtEl>
                                      </p:cBhvr>
                                      <p:by x="83000" y="83000"/>
                                    </p:animScale>
                                  </p:childTnLst>
                                </p:cTn>
                              </p:par>
                              <p:par>
                                <p:cTn id="227" presetID="53" presetClass="entr" presetSubtype="16" fill="hold" grpId="0" nodeType="withEffect">
                                  <p:stCondLst>
                                    <p:cond delay="600"/>
                                  </p:stCondLst>
                                  <p:childTnLst>
                                    <p:set>
                                      <p:cBhvr>
                                        <p:cTn id="228" dur="1" fill="hold">
                                          <p:stCondLst>
                                            <p:cond delay="0"/>
                                          </p:stCondLst>
                                        </p:cTn>
                                        <p:tgtEl>
                                          <p:spTgt spid="64"/>
                                        </p:tgtEl>
                                        <p:attrNameLst>
                                          <p:attrName>style.visibility</p:attrName>
                                        </p:attrNameLst>
                                      </p:cBhvr>
                                      <p:to>
                                        <p:strVal val="visible"/>
                                      </p:to>
                                    </p:set>
                                    <p:anim calcmode="lin" valueType="num">
                                      <p:cBhvr>
                                        <p:cTn id="229" dur="250" fill="hold"/>
                                        <p:tgtEl>
                                          <p:spTgt spid="64"/>
                                        </p:tgtEl>
                                        <p:attrNameLst>
                                          <p:attrName>ppt_w</p:attrName>
                                        </p:attrNameLst>
                                      </p:cBhvr>
                                      <p:tavLst>
                                        <p:tav tm="0">
                                          <p:val>
                                            <p:fltVal val="0"/>
                                          </p:val>
                                        </p:tav>
                                        <p:tav tm="100000">
                                          <p:val>
                                            <p:strVal val="#ppt_w"/>
                                          </p:val>
                                        </p:tav>
                                      </p:tavLst>
                                    </p:anim>
                                    <p:anim calcmode="lin" valueType="num">
                                      <p:cBhvr>
                                        <p:cTn id="230" dur="250" fill="hold"/>
                                        <p:tgtEl>
                                          <p:spTgt spid="64"/>
                                        </p:tgtEl>
                                        <p:attrNameLst>
                                          <p:attrName>ppt_h</p:attrName>
                                        </p:attrNameLst>
                                      </p:cBhvr>
                                      <p:tavLst>
                                        <p:tav tm="0">
                                          <p:val>
                                            <p:fltVal val="0"/>
                                          </p:val>
                                        </p:tav>
                                        <p:tav tm="100000">
                                          <p:val>
                                            <p:strVal val="#ppt_h"/>
                                          </p:val>
                                        </p:tav>
                                      </p:tavLst>
                                    </p:anim>
                                    <p:animEffect transition="in" filter="fade">
                                      <p:cBhvr>
                                        <p:cTn id="231" dur="250"/>
                                        <p:tgtEl>
                                          <p:spTgt spid="64"/>
                                        </p:tgtEl>
                                      </p:cBhvr>
                                    </p:animEffect>
                                  </p:childTnLst>
                                </p:cTn>
                              </p:par>
                              <p:par>
                                <p:cTn id="232" presetID="6" presetClass="emph" presetSubtype="0" decel="100000" fill="hold" grpId="1" nodeType="withEffect">
                                  <p:stCondLst>
                                    <p:cond delay="800"/>
                                  </p:stCondLst>
                                  <p:childTnLst>
                                    <p:animScale>
                                      <p:cBhvr>
                                        <p:cTn id="233" dur="250" fill="hold"/>
                                        <p:tgtEl>
                                          <p:spTgt spid="64"/>
                                        </p:tgtEl>
                                      </p:cBhvr>
                                      <p:by x="120000" y="120000"/>
                                    </p:animScale>
                                  </p:childTnLst>
                                </p:cTn>
                              </p:par>
                              <p:par>
                                <p:cTn id="234" presetID="6" presetClass="emph" presetSubtype="0" decel="100000" fill="hold" grpId="2" nodeType="withEffect">
                                  <p:stCondLst>
                                    <p:cond delay="1000"/>
                                  </p:stCondLst>
                                  <p:childTnLst>
                                    <p:animScale>
                                      <p:cBhvr>
                                        <p:cTn id="235" dur="250" fill="hold"/>
                                        <p:tgtEl>
                                          <p:spTgt spid="64"/>
                                        </p:tgtEl>
                                      </p:cBhvr>
                                      <p:by x="83000" y="83000"/>
                                    </p:animScale>
                                  </p:childTnLst>
                                </p:cTn>
                              </p:par>
                              <p:par>
                                <p:cTn id="236" presetID="53" presetClass="entr" presetSubtype="16" fill="hold" grpId="0" nodeType="withEffect">
                                  <p:stCondLst>
                                    <p:cond delay="800"/>
                                  </p:stCondLst>
                                  <p:childTnLst>
                                    <p:set>
                                      <p:cBhvr>
                                        <p:cTn id="237" dur="1" fill="hold">
                                          <p:stCondLst>
                                            <p:cond delay="0"/>
                                          </p:stCondLst>
                                        </p:cTn>
                                        <p:tgtEl>
                                          <p:spTgt spid="106"/>
                                        </p:tgtEl>
                                        <p:attrNameLst>
                                          <p:attrName>style.visibility</p:attrName>
                                        </p:attrNameLst>
                                      </p:cBhvr>
                                      <p:to>
                                        <p:strVal val="visible"/>
                                      </p:to>
                                    </p:set>
                                    <p:anim calcmode="lin" valueType="num">
                                      <p:cBhvr>
                                        <p:cTn id="238" dur="250" fill="hold"/>
                                        <p:tgtEl>
                                          <p:spTgt spid="106"/>
                                        </p:tgtEl>
                                        <p:attrNameLst>
                                          <p:attrName>ppt_w</p:attrName>
                                        </p:attrNameLst>
                                      </p:cBhvr>
                                      <p:tavLst>
                                        <p:tav tm="0">
                                          <p:val>
                                            <p:fltVal val="0"/>
                                          </p:val>
                                        </p:tav>
                                        <p:tav tm="100000">
                                          <p:val>
                                            <p:strVal val="#ppt_w"/>
                                          </p:val>
                                        </p:tav>
                                      </p:tavLst>
                                    </p:anim>
                                    <p:anim calcmode="lin" valueType="num">
                                      <p:cBhvr>
                                        <p:cTn id="239" dur="250" fill="hold"/>
                                        <p:tgtEl>
                                          <p:spTgt spid="106"/>
                                        </p:tgtEl>
                                        <p:attrNameLst>
                                          <p:attrName>ppt_h</p:attrName>
                                        </p:attrNameLst>
                                      </p:cBhvr>
                                      <p:tavLst>
                                        <p:tav tm="0">
                                          <p:val>
                                            <p:fltVal val="0"/>
                                          </p:val>
                                        </p:tav>
                                        <p:tav tm="100000">
                                          <p:val>
                                            <p:strVal val="#ppt_h"/>
                                          </p:val>
                                        </p:tav>
                                      </p:tavLst>
                                    </p:anim>
                                    <p:animEffect transition="in" filter="fade">
                                      <p:cBhvr>
                                        <p:cTn id="240" dur="250"/>
                                        <p:tgtEl>
                                          <p:spTgt spid="106"/>
                                        </p:tgtEl>
                                      </p:cBhvr>
                                    </p:animEffect>
                                  </p:childTnLst>
                                </p:cTn>
                              </p:par>
                              <p:par>
                                <p:cTn id="241" presetID="6" presetClass="emph" presetSubtype="0" decel="100000" fill="hold" grpId="1" nodeType="withEffect">
                                  <p:stCondLst>
                                    <p:cond delay="1000"/>
                                  </p:stCondLst>
                                  <p:childTnLst>
                                    <p:animScale>
                                      <p:cBhvr>
                                        <p:cTn id="242" dur="250" fill="hold"/>
                                        <p:tgtEl>
                                          <p:spTgt spid="106"/>
                                        </p:tgtEl>
                                      </p:cBhvr>
                                      <p:by x="120000" y="120000"/>
                                    </p:animScale>
                                  </p:childTnLst>
                                </p:cTn>
                              </p:par>
                              <p:par>
                                <p:cTn id="243" presetID="6" presetClass="emph" presetSubtype="0" decel="100000" fill="hold" grpId="2" nodeType="withEffect">
                                  <p:stCondLst>
                                    <p:cond delay="1200"/>
                                  </p:stCondLst>
                                  <p:childTnLst>
                                    <p:animScale>
                                      <p:cBhvr>
                                        <p:cTn id="244" dur="250" fill="hold"/>
                                        <p:tgtEl>
                                          <p:spTgt spid="106"/>
                                        </p:tgtEl>
                                      </p:cBhvr>
                                      <p:by x="83000" y="83000"/>
                                    </p:animScale>
                                  </p:childTnLst>
                                </p:cTn>
                              </p:par>
                              <p:par>
                                <p:cTn id="245" presetID="53" presetClass="entr" presetSubtype="16" fill="hold" grpId="0" nodeType="withEffect">
                                  <p:stCondLst>
                                    <p:cond delay="1000"/>
                                  </p:stCondLst>
                                  <p:iterate type="lt">
                                    <p:tmPct val="10000"/>
                                  </p:iterate>
                                  <p:childTnLst>
                                    <p:set>
                                      <p:cBhvr>
                                        <p:cTn id="246" dur="1" fill="hold">
                                          <p:stCondLst>
                                            <p:cond delay="0"/>
                                          </p:stCondLst>
                                        </p:cTn>
                                        <p:tgtEl>
                                          <p:spTgt spid="109"/>
                                        </p:tgtEl>
                                        <p:attrNameLst>
                                          <p:attrName>style.visibility</p:attrName>
                                        </p:attrNameLst>
                                      </p:cBhvr>
                                      <p:to>
                                        <p:strVal val="visible"/>
                                      </p:to>
                                    </p:set>
                                    <p:anim calcmode="lin" valueType="num">
                                      <p:cBhvr>
                                        <p:cTn id="247" dur="250" fill="hold"/>
                                        <p:tgtEl>
                                          <p:spTgt spid="109"/>
                                        </p:tgtEl>
                                        <p:attrNameLst>
                                          <p:attrName>ppt_w</p:attrName>
                                        </p:attrNameLst>
                                      </p:cBhvr>
                                      <p:tavLst>
                                        <p:tav tm="0">
                                          <p:val>
                                            <p:fltVal val="0"/>
                                          </p:val>
                                        </p:tav>
                                        <p:tav tm="100000">
                                          <p:val>
                                            <p:strVal val="#ppt_w"/>
                                          </p:val>
                                        </p:tav>
                                      </p:tavLst>
                                    </p:anim>
                                    <p:anim calcmode="lin" valueType="num">
                                      <p:cBhvr>
                                        <p:cTn id="248" dur="250" fill="hold"/>
                                        <p:tgtEl>
                                          <p:spTgt spid="109"/>
                                        </p:tgtEl>
                                        <p:attrNameLst>
                                          <p:attrName>ppt_h</p:attrName>
                                        </p:attrNameLst>
                                      </p:cBhvr>
                                      <p:tavLst>
                                        <p:tav tm="0">
                                          <p:val>
                                            <p:fltVal val="0"/>
                                          </p:val>
                                        </p:tav>
                                        <p:tav tm="100000">
                                          <p:val>
                                            <p:strVal val="#ppt_h"/>
                                          </p:val>
                                        </p:tav>
                                      </p:tavLst>
                                    </p:anim>
                                    <p:animEffect transition="in" filter="fade">
                                      <p:cBhvr>
                                        <p:cTn id="249" dur="25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2" grpId="1" animBg="1"/>
      <p:bldP spid="62" grpId="2" animBg="1"/>
      <p:bldP spid="63" grpId="0" animBg="1"/>
      <p:bldP spid="63" grpId="1" animBg="1"/>
      <p:bldP spid="63" grpId="2" animBg="1"/>
      <p:bldP spid="64" grpId="0" animBg="1"/>
      <p:bldP spid="64" grpId="1" animBg="1"/>
      <p:bldP spid="64" grpId="2" animBg="1"/>
      <p:bldP spid="65" grpId="0" animBg="1"/>
      <p:bldP spid="65" grpId="1" animBg="1"/>
      <p:bldP spid="65" grpId="2" animBg="1"/>
      <p:bldP spid="66" grpId="0" animBg="1"/>
      <p:bldP spid="66" grpId="1" animBg="1"/>
      <p:bldP spid="66" grpId="2" animBg="1"/>
      <p:bldP spid="97" grpId="0"/>
      <p:bldP spid="97" grpId="1"/>
      <p:bldP spid="97" grpId="2"/>
      <p:bldP spid="98" grpId="0"/>
      <p:bldP spid="98" grpId="1"/>
      <p:bldP spid="98" grpId="2"/>
      <p:bldP spid="99" grpId="0"/>
      <p:bldP spid="99" grpId="1"/>
      <p:bldP spid="99" grpId="2"/>
      <p:bldP spid="100" grpId="0"/>
      <p:bldP spid="100" grpId="1"/>
      <p:bldP spid="100" grpId="2"/>
      <p:bldP spid="101" grpId="0"/>
      <p:bldP spid="101" grpId="1"/>
      <p:bldP spid="101" grpId="2"/>
      <p:bldP spid="102" grpId="0"/>
      <p:bldP spid="102" grpId="1"/>
      <p:bldP spid="102" grpId="2"/>
      <p:bldP spid="103" grpId="0"/>
      <p:bldP spid="103" grpId="1"/>
      <p:bldP spid="103" grpId="2"/>
      <p:bldP spid="104" grpId="0"/>
      <p:bldP spid="104" grpId="1"/>
      <p:bldP spid="104" grpId="2"/>
      <p:bldP spid="105" grpId="0"/>
      <p:bldP spid="105" grpId="1"/>
      <p:bldP spid="105" grpId="2"/>
      <p:bldP spid="106" grpId="0"/>
      <p:bldP spid="106" grpId="1"/>
      <p:bldP spid="106" grpId="2"/>
      <p:bldP spid="107" grpId="0"/>
      <p:bldP spid="108" grpId="0"/>
      <p:bldP spid="109" grpId="0"/>
      <p:bldP spid="110" grpId="0"/>
      <p:bldP spid="1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ïSļiḓé"/>
          <p:cNvSpPr txBox="1"/>
          <p:nvPr/>
        </p:nvSpPr>
        <p:spPr>
          <a:xfrm>
            <a:off x="3826840" y="2092550"/>
            <a:ext cx="4527806" cy="646331"/>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gn="ctr">
              <a:buSzPct val="25000"/>
            </a:pPr>
            <a:r>
              <a:rPr lang="zh-CN" altLang="en-US" sz="3600" dirty="0">
                <a:solidFill>
                  <a:schemeClr val="accent1"/>
                </a:solidFill>
                <a:effectLst/>
                <a:latin typeface="微软雅黑" panose="020B0503020204020204" pitchFamily="34" charset="-122"/>
                <a:ea typeface="微软雅黑" panose="020B0503020204020204" pitchFamily="34" charset="-122"/>
              </a:rPr>
              <a:t>第二部分</a:t>
            </a:r>
          </a:p>
        </p:txBody>
      </p:sp>
      <p:sp>
        <p:nvSpPr>
          <p:cNvPr id="51" name="í$ľiďé"/>
          <p:cNvSpPr txBox="1"/>
          <p:nvPr/>
        </p:nvSpPr>
        <p:spPr>
          <a:xfrm>
            <a:off x="3621650" y="4330037"/>
            <a:ext cx="4938187" cy="491994"/>
          </a:xfrm>
          <a:prstGeom prst="rect">
            <a:avLst/>
          </a:prstGeom>
          <a:noFill/>
        </p:spPr>
        <p:txBody>
          <a:bodyPr wrap="square" rtlCol="0">
            <a:spAutoFit/>
          </a:bodyPr>
          <a:lstStyle>
            <a:defPPr>
              <a:defRPr lang="zh-CN"/>
            </a:defPPr>
            <a:lvl1pPr>
              <a:lnSpc>
                <a:spcPts val="1500"/>
              </a:lnSpc>
              <a:defRPr sz="900"/>
            </a:lvl1pPr>
          </a:lstStyle>
          <a:p>
            <a:pPr algn="ctr">
              <a:lnSpc>
                <a:spcPct val="13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Adjust the spacing to adapt to Chinese typesetting, use the reference line in PPT. Adjust the spacing to adapt to Chinese typesetting. </a:t>
            </a:r>
          </a:p>
        </p:txBody>
      </p:sp>
      <p:sp>
        <p:nvSpPr>
          <p:cNvPr id="17" name="ïSļiḓé"/>
          <p:cNvSpPr txBox="1"/>
          <p:nvPr/>
        </p:nvSpPr>
        <p:spPr>
          <a:xfrm>
            <a:off x="3621650" y="2719582"/>
            <a:ext cx="4938187" cy="1015663"/>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gn="ctr">
              <a:buSzPct val="25000"/>
            </a:pPr>
            <a:r>
              <a:rPr lang="zh-CN" altLang="en-US" sz="6000" dirty="0">
                <a:solidFill>
                  <a:schemeClr val="tx1"/>
                </a:solidFill>
                <a:effectLst/>
                <a:latin typeface="思源宋体 CN Heavy" panose="02020900000000000000" pitchFamily="18" charset="-122"/>
                <a:ea typeface="思源宋体 CN Heavy" panose="02020900000000000000" pitchFamily="18" charset="-122"/>
              </a:rPr>
              <a:t>论文研究过程</a:t>
            </a:r>
          </a:p>
        </p:txBody>
      </p:sp>
      <p:grpSp>
        <p:nvGrpSpPr>
          <p:cNvPr id="35" name="组合 34"/>
          <p:cNvGrpSpPr/>
          <p:nvPr/>
        </p:nvGrpSpPr>
        <p:grpSpPr>
          <a:xfrm>
            <a:off x="677558" y="5768065"/>
            <a:ext cx="1178224" cy="307831"/>
            <a:chOff x="665566" y="4782240"/>
            <a:chExt cx="3247783" cy="848538"/>
          </a:xfrm>
        </p:grpSpPr>
        <p:grpSp>
          <p:nvGrpSpPr>
            <p:cNvPr id="36" name="组合 35"/>
            <p:cNvGrpSpPr/>
            <p:nvPr/>
          </p:nvGrpSpPr>
          <p:grpSpPr>
            <a:xfrm>
              <a:off x="665566" y="4782240"/>
              <a:ext cx="848538" cy="848538"/>
              <a:chOff x="809944" y="4637862"/>
              <a:chExt cx="848538" cy="848538"/>
            </a:xfrm>
          </p:grpSpPr>
          <p:grpSp>
            <p:nvGrpSpPr>
              <p:cNvPr id="43" name="Group 20"/>
              <p:cNvGrpSpPr>
                <a:grpSpLocks noChangeAspect="1"/>
              </p:cNvGrpSpPr>
              <p:nvPr/>
            </p:nvGrpSpPr>
            <p:grpSpPr>
              <a:xfrm>
                <a:off x="1090315" y="4865848"/>
                <a:ext cx="287796" cy="392567"/>
                <a:chOff x="2597" y="4163"/>
                <a:chExt cx="217" cy="296"/>
              </a:xfrm>
              <a:solidFill>
                <a:schemeClr val="accent1"/>
              </a:solidFill>
            </p:grpSpPr>
            <p:sp>
              <p:nvSpPr>
                <p:cNvPr id="45" name="Freeform 22"/>
                <p:cNvSpPr>
                  <a:spLocks noEditPoints="1"/>
                </p:cNvSpPr>
                <p:nvPr/>
              </p:nvSpPr>
              <p:spPr bwMode="auto">
                <a:xfrm>
                  <a:off x="2630" y="4163"/>
                  <a:ext cx="151" cy="176"/>
                </a:xfrm>
                <a:custGeom>
                  <a:avLst/>
                  <a:gdLst>
                    <a:gd name="T0" fmla="*/ 410 w 1662"/>
                    <a:gd name="T1" fmla="*/ 645 h 1942"/>
                    <a:gd name="T2" fmla="*/ 309 w 1662"/>
                    <a:gd name="T3" fmla="*/ 847 h 1942"/>
                    <a:gd name="T4" fmla="*/ 255 w 1662"/>
                    <a:gd name="T5" fmla="*/ 1023 h 1942"/>
                    <a:gd name="T6" fmla="*/ 263 w 1662"/>
                    <a:gd name="T7" fmla="*/ 1206 h 1942"/>
                    <a:gd name="T8" fmla="*/ 347 w 1662"/>
                    <a:gd name="T9" fmla="*/ 1429 h 1942"/>
                    <a:gd name="T10" fmla="*/ 476 w 1662"/>
                    <a:gd name="T11" fmla="*/ 1620 h 1942"/>
                    <a:gd name="T12" fmla="*/ 638 w 1662"/>
                    <a:gd name="T13" fmla="*/ 1753 h 1942"/>
                    <a:gd name="T14" fmla="*/ 825 w 1662"/>
                    <a:gd name="T15" fmla="*/ 1803 h 1942"/>
                    <a:gd name="T16" fmla="*/ 1013 w 1662"/>
                    <a:gd name="T17" fmla="*/ 1753 h 1942"/>
                    <a:gd name="T18" fmla="*/ 1176 w 1662"/>
                    <a:gd name="T19" fmla="*/ 1619 h 1942"/>
                    <a:gd name="T20" fmla="*/ 1305 w 1662"/>
                    <a:gd name="T21" fmla="*/ 1428 h 1942"/>
                    <a:gd name="T22" fmla="*/ 1388 w 1662"/>
                    <a:gd name="T23" fmla="*/ 1205 h 1942"/>
                    <a:gd name="T24" fmla="*/ 1418 w 1662"/>
                    <a:gd name="T25" fmla="*/ 974 h 1942"/>
                    <a:gd name="T26" fmla="*/ 1266 w 1662"/>
                    <a:gd name="T27" fmla="*/ 836 h 1942"/>
                    <a:gd name="T28" fmla="*/ 1012 w 1662"/>
                    <a:gd name="T29" fmla="*/ 794 h 1942"/>
                    <a:gd name="T30" fmla="*/ 806 w 1662"/>
                    <a:gd name="T31" fmla="*/ 713 h 1942"/>
                    <a:gd name="T32" fmla="*/ 646 w 1662"/>
                    <a:gd name="T33" fmla="*/ 610 h 1942"/>
                    <a:gd name="T34" fmla="*/ 526 w 1662"/>
                    <a:gd name="T35" fmla="*/ 499 h 1942"/>
                    <a:gd name="T36" fmla="*/ 944 w 1662"/>
                    <a:gd name="T37" fmla="*/ 23 h 1942"/>
                    <a:gd name="T38" fmla="*/ 1152 w 1662"/>
                    <a:gd name="T39" fmla="*/ 118 h 1942"/>
                    <a:gd name="T40" fmla="*/ 1271 w 1662"/>
                    <a:gd name="T41" fmla="*/ 205 h 1942"/>
                    <a:gd name="T42" fmla="*/ 1388 w 1662"/>
                    <a:gd name="T43" fmla="*/ 323 h 1942"/>
                    <a:gd name="T44" fmla="*/ 1455 w 1662"/>
                    <a:gd name="T45" fmla="*/ 429 h 1942"/>
                    <a:gd name="T46" fmla="*/ 1524 w 1662"/>
                    <a:gd name="T47" fmla="*/ 626 h 1942"/>
                    <a:gd name="T48" fmla="*/ 1555 w 1662"/>
                    <a:gd name="T49" fmla="*/ 892 h 1942"/>
                    <a:gd name="T50" fmla="*/ 1619 w 1662"/>
                    <a:gd name="T51" fmla="*/ 939 h 1942"/>
                    <a:gd name="T52" fmla="*/ 1657 w 1662"/>
                    <a:gd name="T53" fmla="*/ 1032 h 1942"/>
                    <a:gd name="T54" fmla="*/ 1655 w 1662"/>
                    <a:gd name="T55" fmla="*/ 1183 h 1942"/>
                    <a:gd name="T56" fmla="*/ 1611 w 1662"/>
                    <a:gd name="T57" fmla="*/ 1304 h 1942"/>
                    <a:gd name="T58" fmla="*/ 1537 w 1662"/>
                    <a:gd name="T59" fmla="*/ 1372 h 1942"/>
                    <a:gd name="T60" fmla="*/ 1445 w 1662"/>
                    <a:gd name="T61" fmla="*/ 1454 h 1942"/>
                    <a:gd name="T62" fmla="*/ 1313 w 1662"/>
                    <a:gd name="T63" fmla="*/ 1670 h 1942"/>
                    <a:gd name="T64" fmla="*/ 1141 w 1662"/>
                    <a:gd name="T65" fmla="*/ 1836 h 1942"/>
                    <a:gd name="T66" fmla="*/ 937 w 1662"/>
                    <a:gd name="T67" fmla="*/ 1930 h 1942"/>
                    <a:gd name="T68" fmla="*/ 714 w 1662"/>
                    <a:gd name="T69" fmla="*/ 1930 h 1942"/>
                    <a:gd name="T70" fmla="*/ 510 w 1662"/>
                    <a:gd name="T71" fmla="*/ 1836 h 1942"/>
                    <a:gd name="T72" fmla="*/ 337 w 1662"/>
                    <a:gd name="T73" fmla="*/ 1669 h 1942"/>
                    <a:gd name="T74" fmla="*/ 205 w 1662"/>
                    <a:gd name="T75" fmla="*/ 1452 h 1942"/>
                    <a:gd name="T76" fmla="*/ 111 w 1662"/>
                    <a:gd name="T77" fmla="*/ 1364 h 1942"/>
                    <a:gd name="T78" fmla="*/ 39 w 1662"/>
                    <a:gd name="T79" fmla="*/ 1284 h 1942"/>
                    <a:gd name="T80" fmla="*/ 2 w 1662"/>
                    <a:gd name="T81" fmla="*/ 1143 h 1942"/>
                    <a:gd name="T82" fmla="*/ 9 w 1662"/>
                    <a:gd name="T83" fmla="*/ 1009 h 1942"/>
                    <a:gd name="T84" fmla="*/ 50 w 1662"/>
                    <a:gd name="T85" fmla="*/ 930 h 1942"/>
                    <a:gd name="T86" fmla="*/ 98 w 1662"/>
                    <a:gd name="T87" fmla="*/ 851 h 1942"/>
                    <a:gd name="T88" fmla="*/ 85 w 1662"/>
                    <a:gd name="T89" fmla="*/ 643 h 1942"/>
                    <a:gd name="T90" fmla="*/ 120 w 1662"/>
                    <a:gd name="T91" fmla="*/ 487 h 1942"/>
                    <a:gd name="T92" fmla="*/ 183 w 1662"/>
                    <a:gd name="T93" fmla="*/ 377 h 1942"/>
                    <a:gd name="T94" fmla="*/ 257 w 1662"/>
                    <a:gd name="T95" fmla="*/ 305 h 1942"/>
                    <a:gd name="T96" fmla="*/ 319 w 1662"/>
                    <a:gd name="T97" fmla="*/ 266 h 1942"/>
                    <a:gd name="T98" fmla="*/ 352 w 1662"/>
                    <a:gd name="T99" fmla="*/ 246 h 1942"/>
                    <a:gd name="T100" fmla="*/ 390 w 1662"/>
                    <a:gd name="T101" fmla="*/ 196 h 1942"/>
                    <a:gd name="T102" fmla="*/ 459 w 1662"/>
                    <a:gd name="T103" fmla="*/ 127 h 1942"/>
                    <a:gd name="T104" fmla="*/ 559 w 1662"/>
                    <a:gd name="T105" fmla="*/ 57 h 1942"/>
                    <a:gd name="T106" fmla="*/ 690 w 1662"/>
                    <a:gd name="T107" fmla="*/ 10 h 19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62" h="1942">
                      <a:moveTo>
                        <a:pt x="526" y="499"/>
                      </a:moveTo>
                      <a:lnTo>
                        <a:pt x="484" y="546"/>
                      </a:lnTo>
                      <a:lnTo>
                        <a:pt x="445" y="595"/>
                      </a:lnTo>
                      <a:lnTo>
                        <a:pt x="410" y="645"/>
                      </a:lnTo>
                      <a:lnTo>
                        <a:pt x="379" y="696"/>
                      </a:lnTo>
                      <a:lnTo>
                        <a:pt x="352" y="747"/>
                      </a:lnTo>
                      <a:lnTo>
                        <a:pt x="329" y="797"/>
                      </a:lnTo>
                      <a:lnTo>
                        <a:pt x="309" y="847"/>
                      </a:lnTo>
                      <a:lnTo>
                        <a:pt x="291" y="895"/>
                      </a:lnTo>
                      <a:lnTo>
                        <a:pt x="277" y="941"/>
                      </a:lnTo>
                      <a:lnTo>
                        <a:pt x="264" y="984"/>
                      </a:lnTo>
                      <a:lnTo>
                        <a:pt x="255" y="1023"/>
                      </a:lnTo>
                      <a:lnTo>
                        <a:pt x="247" y="1059"/>
                      </a:lnTo>
                      <a:lnTo>
                        <a:pt x="241" y="1091"/>
                      </a:lnTo>
                      <a:lnTo>
                        <a:pt x="250" y="1148"/>
                      </a:lnTo>
                      <a:lnTo>
                        <a:pt x="263" y="1206"/>
                      </a:lnTo>
                      <a:lnTo>
                        <a:pt x="280" y="1263"/>
                      </a:lnTo>
                      <a:lnTo>
                        <a:pt x="299" y="1320"/>
                      </a:lnTo>
                      <a:lnTo>
                        <a:pt x="322" y="1375"/>
                      </a:lnTo>
                      <a:lnTo>
                        <a:pt x="347" y="1429"/>
                      </a:lnTo>
                      <a:lnTo>
                        <a:pt x="375" y="1480"/>
                      </a:lnTo>
                      <a:lnTo>
                        <a:pt x="406" y="1530"/>
                      </a:lnTo>
                      <a:lnTo>
                        <a:pt x="440" y="1576"/>
                      </a:lnTo>
                      <a:lnTo>
                        <a:pt x="476" y="1620"/>
                      </a:lnTo>
                      <a:lnTo>
                        <a:pt x="513" y="1659"/>
                      </a:lnTo>
                      <a:lnTo>
                        <a:pt x="553" y="1695"/>
                      </a:lnTo>
                      <a:lnTo>
                        <a:pt x="594" y="1726"/>
                      </a:lnTo>
                      <a:lnTo>
                        <a:pt x="638" y="1753"/>
                      </a:lnTo>
                      <a:lnTo>
                        <a:pt x="683" y="1774"/>
                      </a:lnTo>
                      <a:lnTo>
                        <a:pt x="729" y="1789"/>
                      </a:lnTo>
                      <a:lnTo>
                        <a:pt x="777" y="1800"/>
                      </a:lnTo>
                      <a:lnTo>
                        <a:pt x="825" y="1803"/>
                      </a:lnTo>
                      <a:lnTo>
                        <a:pt x="875" y="1800"/>
                      </a:lnTo>
                      <a:lnTo>
                        <a:pt x="922" y="1789"/>
                      </a:lnTo>
                      <a:lnTo>
                        <a:pt x="968" y="1774"/>
                      </a:lnTo>
                      <a:lnTo>
                        <a:pt x="1013" y="1753"/>
                      </a:lnTo>
                      <a:lnTo>
                        <a:pt x="1056" y="1726"/>
                      </a:lnTo>
                      <a:lnTo>
                        <a:pt x="1099" y="1695"/>
                      </a:lnTo>
                      <a:lnTo>
                        <a:pt x="1139" y="1659"/>
                      </a:lnTo>
                      <a:lnTo>
                        <a:pt x="1176" y="1619"/>
                      </a:lnTo>
                      <a:lnTo>
                        <a:pt x="1212" y="1576"/>
                      </a:lnTo>
                      <a:lnTo>
                        <a:pt x="1245" y="1529"/>
                      </a:lnTo>
                      <a:lnTo>
                        <a:pt x="1276" y="1480"/>
                      </a:lnTo>
                      <a:lnTo>
                        <a:pt x="1305" y="1428"/>
                      </a:lnTo>
                      <a:lnTo>
                        <a:pt x="1330" y="1374"/>
                      </a:lnTo>
                      <a:lnTo>
                        <a:pt x="1353" y="1319"/>
                      </a:lnTo>
                      <a:lnTo>
                        <a:pt x="1372" y="1262"/>
                      </a:lnTo>
                      <a:lnTo>
                        <a:pt x="1388" y="1205"/>
                      </a:lnTo>
                      <a:lnTo>
                        <a:pt x="1401" y="1147"/>
                      </a:lnTo>
                      <a:lnTo>
                        <a:pt x="1411" y="1089"/>
                      </a:lnTo>
                      <a:lnTo>
                        <a:pt x="1416" y="1032"/>
                      </a:lnTo>
                      <a:lnTo>
                        <a:pt x="1418" y="974"/>
                      </a:lnTo>
                      <a:lnTo>
                        <a:pt x="1417" y="904"/>
                      </a:lnTo>
                      <a:lnTo>
                        <a:pt x="1414" y="838"/>
                      </a:lnTo>
                      <a:lnTo>
                        <a:pt x="1339" y="839"/>
                      </a:lnTo>
                      <a:lnTo>
                        <a:pt x="1266" y="836"/>
                      </a:lnTo>
                      <a:lnTo>
                        <a:pt x="1198" y="830"/>
                      </a:lnTo>
                      <a:lnTo>
                        <a:pt x="1133" y="820"/>
                      </a:lnTo>
                      <a:lnTo>
                        <a:pt x="1070" y="808"/>
                      </a:lnTo>
                      <a:lnTo>
                        <a:pt x="1012" y="794"/>
                      </a:lnTo>
                      <a:lnTo>
                        <a:pt x="956" y="777"/>
                      </a:lnTo>
                      <a:lnTo>
                        <a:pt x="903" y="757"/>
                      </a:lnTo>
                      <a:lnTo>
                        <a:pt x="853" y="737"/>
                      </a:lnTo>
                      <a:lnTo>
                        <a:pt x="806" y="713"/>
                      </a:lnTo>
                      <a:lnTo>
                        <a:pt x="762" y="690"/>
                      </a:lnTo>
                      <a:lnTo>
                        <a:pt x="721" y="664"/>
                      </a:lnTo>
                      <a:lnTo>
                        <a:pt x="682" y="638"/>
                      </a:lnTo>
                      <a:lnTo>
                        <a:pt x="646" y="610"/>
                      </a:lnTo>
                      <a:lnTo>
                        <a:pt x="612" y="583"/>
                      </a:lnTo>
                      <a:lnTo>
                        <a:pt x="581" y="555"/>
                      </a:lnTo>
                      <a:lnTo>
                        <a:pt x="552" y="527"/>
                      </a:lnTo>
                      <a:lnTo>
                        <a:pt x="526" y="499"/>
                      </a:lnTo>
                      <a:close/>
                      <a:moveTo>
                        <a:pt x="808" y="0"/>
                      </a:moveTo>
                      <a:lnTo>
                        <a:pt x="851" y="3"/>
                      </a:lnTo>
                      <a:lnTo>
                        <a:pt x="897" y="11"/>
                      </a:lnTo>
                      <a:lnTo>
                        <a:pt x="944" y="23"/>
                      </a:lnTo>
                      <a:lnTo>
                        <a:pt x="993" y="39"/>
                      </a:lnTo>
                      <a:lnTo>
                        <a:pt x="1044" y="60"/>
                      </a:lnTo>
                      <a:lnTo>
                        <a:pt x="1097" y="86"/>
                      </a:lnTo>
                      <a:lnTo>
                        <a:pt x="1152" y="118"/>
                      </a:lnTo>
                      <a:lnTo>
                        <a:pt x="1179" y="135"/>
                      </a:lnTo>
                      <a:lnTo>
                        <a:pt x="1208" y="155"/>
                      </a:lnTo>
                      <a:lnTo>
                        <a:pt x="1239" y="179"/>
                      </a:lnTo>
                      <a:lnTo>
                        <a:pt x="1271" y="205"/>
                      </a:lnTo>
                      <a:lnTo>
                        <a:pt x="1304" y="233"/>
                      </a:lnTo>
                      <a:lnTo>
                        <a:pt x="1334" y="261"/>
                      </a:lnTo>
                      <a:lnTo>
                        <a:pt x="1363" y="292"/>
                      </a:lnTo>
                      <a:lnTo>
                        <a:pt x="1388" y="323"/>
                      </a:lnTo>
                      <a:lnTo>
                        <a:pt x="1409" y="353"/>
                      </a:lnTo>
                      <a:lnTo>
                        <a:pt x="1409" y="353"/>
                      </a:lnTo>
                      <a:lnTo>
                        <a:pt x="1433" y="389"/>
                      </a:lnTo>
                      <a:lnTo>
                        <a:pt x="1455" y="429"/>
                      </a:lnTo>
                      <a:lnTo>
                        <a:pt x="1475" y="472"/>
                      </a:lnTo>
                      <a:lnTo>
                        <a:pt x="1493" y="519"/>
                      </a:lnTo>
                      <a:lnTo>
                        <a:pt x="1509" y="570"/>
                      </a:lnTo>
                      <a:lnTo>
                        <a:pt x="1524" y="626"/>
                      </a:lnTo>
                      <a:lnTo>
                        <a:pt x="1535" y="685"/>
                      </a:lnTo>
                      <a:lnTo>
                        <a:pt x="1545" y="749"/>
                      </a:lnTo>
                      <a:lnTo>
                        <a:pt x="1551" y="817"/>
                      </a:lnTo>
                      <a:lnTo>
                        <a:pt x="1555" y="892"/>
                      </a:lnTo>
                      <a:lnTo>
                        <a:pt x="1573" y="900"/>
                      </a:lnTo>
                      <a:lnTo>
                        <a:pt x="1590" y="910"/>
                      </a:lnTo>
                      <a:lnTo>
                        <a:pt x="1605" y="922"/>
                      </a:lnTo>
                      <a:lnTo>
                        <a:pt x="1619" y="939"/>
                      </a:lnTo>
                      <a:lnTo>
                        <a:pt x="1632" y="957"/>
                      </a:lnTo>
                      <a:lnTo>
                        <a:pt x="1642" y="979"/>
                      </a:lnTo>
                      <a:lnTo>
                        <a:pt x="1651" y="1003"/>
                      </a:lnTo>
                      <a:lnTo>
                        <a:pt x="1657" y="1032"/>
                      </a:lnTo>
                      <a:lnTo>
                        <a:pt x="1661" y="1064"/>
                      </a:lnTo>
                      <a:lnTo>
                        <a:pt x="1662" y="1102"/>
                      </a:lnTo>
                      <a:lnTo>
                        <a:pt x="1660" y="1143"/>
                      </a:lnTo>
                      <a:lnTo>
                        <a:pt x="1655" y="1183"/>
                      </a:lnTo>
                      <a:lnTo>
                        <a:pt x="1648" y="1218"/>
                      </a:lnTo>
                      <a:lnTo>
                        <a:pt x="1638" y="1250"/>
                      </a:lnTo>
                      <a:lnTo>
                        <a:pt x="1625" y="1278"/>
                      </a:lnTo>
                      <a:lnTo>
                        <a:pt x="1611" y="1304"/>
                      </a:lnTo>
                      <a:lnTo>
                        <a:pt x="1595" y="1325"/>
                      </a:lnTo>
                      <a:lnTo>
                        <a:pt x="1577" y="1344"/>
                      </a:lnTo>
                      <a:lnTo>
                        <a:pt x="1558" y="1360"/>
                      </a:lnTo>
                      <a:lnTo>
                        <a:pt x="1537" y="1372"/>
                      </a:lnTo>
                      <a:lnTo>
                        <a:pt x="1515" y="1382"/>
                      </a:lnTo>
                      <a:lnTo>
                        <a:pt x="1493" y="1390"/>
                      </a:lnTo>
                      <a:lnTo>
                        <a:pt x="1471" y="1395"/>
                      </a:lnTo>
                      <a:lnTo>
                        <a:pt x="1445" y="1454"/>
                      </a:lnTo>
                      <a:lnTo>
                        <a:pt x="1416" y="1512"/>
                      </a:lnTo>
                      <a:lnTo>
                        <a:pt x="1385" y="1567"/>
                      </a:lnTo>
                      <a:lnTo>
                        <a:pt x="1350" y="1620"/>
                      </a:lnTo>
                      <a:lnTo>
                        <a:pt x="1313" y="1670"/>
                      </a:lnTo>
                      <a:lnTo>
                        <a:pt x="1273" y="1717"/>
                      </a:lnTo>
                      <a:lnTo>
                        <a:pt x="1231" y="1761"/>
                      </a:lnTo>
                      <a:lnTo>
                        <a:pt x="1187" y="1801"/>
                      </a:lnTo>
                      <a:lnTo>
                        <a:pt x="1141" y="1836"/>
                      </a:lnTo>
                      <a:lnTo>
                        <a:pt x="1092" y="1868"/>
                      </a:lnTo>
                      <a:lnTo>
                        <a:pt x="1042" y="1893"/>
                      </a:lnTo>
                      <a:lnTo>
                        <a:pt x="990" y="1915"/>
                      </a:lnTo>
                      <a:lnTo>
                        <a:pt x="937" y="1930"/>
                      </a:lnTo>
                      <a:lnTo>
                        <a:pt x="882" y="1939"/>
                      </a:lnTo>
                      <a:lnTo>
                        <a:pt x="825" y="1942"/>
                      </a:lnTo>
                      <a:lnTo>
                        <a:pt x="769" y="1939"/>
                      </a:lnTo>
                      <a:lnTo>
                        <a:pt x="714" y="1930"/>
                      </a:lnTo>
                      <a:lnTo>
                        <a:pt x="661" y="1915"/>
                      </a:lnTo>
                      <a:lnTo>
                        <a:pt x="608" y="1893"/>
                      </a:lnTo>
                      <a:lnTo>
                        <a:pt x="558" y="1867"/>
                      </a:lnTo>
                      <a:lnTo>
                        <a:pt x="510" y="1836"/>
                      </a:lnTo>
                      <a:lnTo>
                        <a:pt x="464" y="1800"/>
                      </a:lnTo>
                      <a:lnTo>
                        <a:pt x="419" y="1760"/>
                      </a:lnTo>
                      <a:lnTo>
                        <a:pt x="377" y="1716"/>
                      </a:lnTo>
                      <a:lnTo>
                        <a:pt x="337" y="1669"/>
                      </a:lnTo>
                      <a:lnTo>
                        <a:pt x="300" y="1618"/>
                      </a:lnTo>
                      <a:lnTo>
                        <a:pt x="266" y="1565"/>
                      </a:lnTo>
                      <a:lnTo>
                        <a:pt x="234" y="1510"/>
                      </a:lnTo>
                      <a:lnTo>
                        <a:pt x="205" y="1452"/>
                      </a:lnTo>
                      <a:lnTo>
                        <a:pt x="179" y="1392"/>
                      </a:lnTo>
                      <a:lnTo>
                        <a:pt x="156" y="1386"/>
                      </a:lnTo>
                      <a:lnTo>
                        <a:pt x="133" y="1376"/>
                      </a:lnTo>
                      <a:lnTo>
                        <a:pt x="111" y="1364"/>
                      </a:lnTo>
                      <a:lnTo>
                        <a:pt x="91" y="1349"/>
                      </a:lnTo>
                      <a:lnTo>
                        <a:pt x="72" y="1330"/>
                      </a:lnTo>
                      <a:lnTo>
                        <a:pt x="55" y="1309"/>
                      </a:lnTo>
                      <a:lnTo>
                        <a:pt x="39" y="1284"/>
                      </a:lnTo>
                      <a:lnTo>
                        <a:pt x="26" y="1254"/>
                      </a:lnTo>
                      <a:lnTo>
                        <a:pt x="15" y="1221"/>
                      </a:lnTo>
                      <a:lnTo>
                        <a:pt x="7" y="1184"/>
                      </a:lnTo>
                      <a:lnTo>
                        <a:pt x="2" y="1143"/>
                      </a:lnTo>
                      <a:lnTo>
                        <a:pt x="0" y="1104"/>
                      </a:lnTo>
                      <a:lnTo>
                        <a:pt x="1" y="1068"/>
                      </a:lnTo>
                      <a:lnTo>
                        <a:pt x="4" y="1038"/>
                      </a:lnTo>
                      <a:lnTo>
                        <a:pt x="9" y="1009"/>
                      </a:lnTo>
                      <a:lnTo>
                        <a:pt x="17" y="985"/>
                      </a:lnTo>
                      <a:lnTo>
                        <a:pt x="27" y="964"/>
                      </a:lnTo>
                      <a:lnTo>
                        <a:pt x="38" y="946"/>
                      </a:lnTo>
                      <a:lnTo>
                        <a:pt x="50" y="930"/>
                      </a:lnTo>
                      <a:lnTo>
                        <a:pt x="65" y="916"/>
                      </a:lnTo>
                      <a:lnTo>
                        <a:pt x="80" y="906"/>
                      </a:lnTo>
                      <a:lnTo>
                        <a:pt x="96" y="897"/>
                      </a:lnTo>
                      <a:lnTo>
                        <a:pt x="98" y="851"/>
                      </a:lnTo>
                      <a:lnTo>
                        <a:pt x="89" y="794"/>
                      </a:lnTo>
                      <a:lnTo>
                        <a:pt x="85" y="740"/>
                      </a:lnTo>
                      <a:lnTo>
                        <a:pt x="83" y="690"/>
                      </a:lnTo>
                      <a:lnTo>
                        <a:pt x="85" y="643"/>
                      </a:lnTo>
                      <a:lnTo>
                        <a:pt x="90" y="599"/>
                      </a:lnTo>
                      <a:lnTo>
                        <a:pt x="98" y="559"/>
                      </a:lnTo>
                      <a:lnTo>
                        <a:pt x="108" y="522"/>
                      </a:lnTo>
                      <a:lnTo>
                        <a:pt x="120" y="487"/>
                      </a:lnTo>
                      <a:lnTo>
                        <a:pt x="134" y="455"/>
                      </a:lnTo>
                      <a:lnTo>
                        <a:pt x="149" y="427"/>
                      </a:lnTo>
                      <a:lnTo>
                        <a:pt x="166" y="400"/>
                      </a:lnTo>
                      <a:lnTo>
                        <a:pt x="183" y="377"/>
                      </a:lnTo>
                      <a:lnTo>
                        <a:pt x="202" y="355"/>
                      </a:lnTo>
                      <a:lnTo>
                        <a:pt x="220" y="337"/>
                      </a:lnTo>
                      <a:lnTo>
                        <a:pt x="239" y="320"/>
                      </a:lnTo>
                      <a:lnTo>
                        <a:pt x="257" y="305"/>
                      </a:lnTo>
                      <a:lnTo>
                        <a:pt x="274" y="293"/>
                      </a:lnTo>
                      <a:lnTo>
                        <a:pt x="290" y="282"/>
                      </a:lnTo>
                      <a:lnTo>
                        <a:pt x="305" y="273"/>
                      </a:lnTo>
                      <a:lnTo>
                        <a:pt x="319" y="266"/>
                      </a:lnTo>
                      <a:lnTo>
                        <a:pt x="331" y="260"/>
                      </a:lnTo>
                      <a:lnTo>
                        <a:pt x="341" y="255"/>
                      </a:lnTo>
                      <a:lnTo>
                        <a:pt x="348" y="253"/>
                      </a:lnTo>
                      <a:lnTo>
                        <a:pt x="352" y="246"/>
                      </a:lnTo>
                      <a:lnTo>
                        <a:pt x="359" y="237"/>
                      </a:lnTo>
                      <a:lnTo>
                        <a:pt x="367" y="225"/>
                      </a:lnTo>
                      <a:lnTo>
                        <a:pt x="377" y="212"/>
                      </a:lnTo>
                      <a:lnTo>
                        <a:pt x="390" y="196"/>
                      </a:lnTo>
                      <a:lnTo>
                        <a:pt x="404" y="180"/>
                      </a:lnTo>
                      <a:lnTo>
                        <a:pt x="421" y="163"/>
                      </a:lnTo>
                      <a:lnTo>
                        <a:pt x="439" y="145"/>
                      </a:lnTo>
                      <a:lnTo>
                        <a:pt x="459" y="127"/>
                      </a:lnTo>
                      <a:lnTo>
                        <a:pt x="481" y="108"/>
                      </a:lnTo>
                      <a:lnTo>
                        <a:pt x="505" y="91"/>
                      </a:lnTo>
                      <a:lnTo>
                        <a:pt x="531" y="74"/>
                      </a:lnTo>
                      <a:lnTo>
                        <a:pt x="559" y="57"/>
                      </a:lnTo>
                      <a:lnTo>
                        <a:pt x="589" y="43"/>
                      </a:lnTo>
                      <a:lnTo>
                        <a:pt x="620" y="30"/>
                      </a:lnTo>
                      <a:lnTo>
                        <a:pt x="655" y="19"/>
                      </a:lnTo>
                      <a:lnTo>
                        <a:pt x="690" y="10"/>
                      </a:lnTo>
                      <a:lnTo>
                        <a:pt x="728" y="3"/>
                      </a:lnTo>
                      <a:lnTo>
                        <a:pt x="767" y="0"/>
                      </a:lnTo>
                      <a:lnTo>
                        <a:pt x="808"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8" name="Freeform 23"/>
                <p:cNvSpPr>
                  <a:spLocks noEditPoints="1"/>
                </p:cNvSpPr>
                <p:nvPr/>
              </p:nvSpPr>
              <p:spPr bwMode="auto">
                <a:xfrm>
                  <a:off x="2664" y="4250"/>
                  <a:ext cx="83" cy="27"/>
                </a:xfrm>
                <a:custGeom>
                  <a:avLst/>
                  <a:gdLst>
                    <a:gd name="T0" fmla="*/ 613 w 916"/>
                    <a:gd name="T1" fmla="*/ 78 h 300"/>
                    <a:gd name="T2" fmla="*/ 561 w 916"/>
                    <a:gd name="T3" fmla="*/ 109 h 300"/>
                    <a:gd name="T4" fmla="*/ 554 w 916"/>
                    <a:gd name="T5" fmla="*/ 165 h 300"/>
                    <a:gd name="T6" fmla="*/ 579 w 916"/>
                    <a:gd name="T7" fmla="*/ 210 h 300"/>
                    <a:gd name="T8" fmla="*/ 665 w 916"/>
                    <a:gd name="T9" fmla="*/ 229 h 300"/>
                    <a:gd name="T10" fmla="*/ 787 w 916"/>
                    <a:gd name="T11" fmla="*/ 223 h 300"/>
                    <a:gd name="T12" fmla="*/ 839 w 916"/>
                    <a:gd name="T13" fmla="*/ 191 h 300"/>
                    <a:gd name="T14" fmla="*/ 846 w 916"/>
                    <a:gd name="T15" fmla="*/ 135 h 300"/>
                    <a:gd name="T16" fmla="*/ 820 w 916"/>
                    <a:gd name="T17" fmla="*/ 90 h 300"/>
                    <a:gd name="T18" fmla="*/ 734 w 916"/>
                    <a:gd name="T19" fmla="*/ 72 h 300"/>
                    <a:gd name="T20" fmla="*/ 153 w 916"/>
                    <a:gd name="T21" fmla="*/ 74 h 300"/>
                    <a:gd name="T22" fmla="*/ 85 w 916"/>
                    <a:gd name="T23" fmla="*/ 99 h 300"/>
                    <a:gd name="T24" fmla="*/ 70 w 916"/>
                    <a:gd name="T25" fmla="*/ 150 h 300"/>
                    <a:gd name="T26" fmla="*/ 85 w 916"/>
                    <a:gd name="T27" fmla="*/ 201 h 300"/>
                    <a:gd name="T28" fmla="*/ 153 w 916"/>
                    <a:gd name="T29" fmla="*/ 227 h 300"/>
                    <a:gd name="T30" fmla="*/ 280 w 916"/>
                    <a:gd name="T31" fmla="*/ 227 h 300"/>
                    <a:gd name="T32" fmla="*/ 348 w 916"/>
                    <a:gd name="T33" fmla="*/ 201 h 300"/>
                    <a:gd name="T34" fmla="*/ 363 w 916"/>
                    <a:gd name="T35" fmla="*/ 150 h 300"/>
                    <a:gd name="T36" fmla="*/ 348 w 916"/>
                    <a:gd name="T37" fmla="*/ 99 h 300"/>
                    <a:gd name="T38" fmla="*/ 280 w 916"/>
                    <a:gd name="T39" fmla="*/ 74 h 300"/>
                    <a:gd name="T40" fmla="*/ 234 w 916"/>
                    <a:gd name="T41" fmla="*/ 0 h 300"/>
                    <a:gd name="T42" fmla="*/ 321 w 916"/>
                    <a:gd name="T43" fmla="*/ 9 h 300"/>
                    <a:gd name="T44" fmla="*/ 400 w 916"/>
                    <a:gd name="T45" fmla="*/ 53 h 300"/>
                    <a:gd name="T46" fmla="*/ 574 w 916"/>
                    <a:gd name="T47" fmla="*/ 17 h 300"/>
                    <a:gd name="T48" fmla="*/ 662 w 916"/>
                    <a:gd name="T49" fmla="*/ 1 h 300"/>
                    <a:gd name="T50" fmla="*/ 732 w 916"/>
                    <a:gd name="T51" fmla="*/ 0 h 300"/>
                    <a:gd name="T52" fmla="*/ 806 w 916"/>
                    <a:gd name="T53" fmla="*/ 10 h 300"/>
                    <a:gd name="T54" fmla="*/ 875 w 916"/>
                    <a:gd name="T55" fmla="*/ 45 h 300"/>
                    <a:gd name="T56" fmla="*/ 914 w 916"/>
                    <a:gd name="T57" fmla="*/ 123 h 300"/>
                    <a:gd name="T58" fmla="*/ 900 w 916"/>
                    <a:gd name="T59" fmla="*/ 223 h 300"/>
                    <a:gd name="T60" fmla="*/ 843 w 916"/>
                    <a:gd name="T61" fmla="*/ 277 h 300"/>
                    <a:gd name="T62" fmla="*/ 768 w 916"/>
                    <a:gd name="T63" fmla="*/ 297 h 300"/>
                    <a:gd name="T64" fmla="*/ 699 w 916"/>
                    <a:gd name="T65" fmla="*/ 300 h 300"/>
                    <a:gd name="T66" fmla="*/ 632 w 916"/>
                    <a:gd name="T67" fmla="*/ 297 h 300"/>
                    <a:gd name="T68" fmla="*/ 557 w 916"/>
                    <a:gd name="T69" fmla="*/ 277 h 300"/>
                    <a:gd name="T70" fmla="*/ 500 w 916"/>
                    <a:gd name="T71" fmla="*/ 224 h 300"/>
                    <a:gd name="T72" fmla="*/ 485 w 916"/>
                    <a:gd name="T73" fmla="*/ 137 h 300"/>
                    <a:gd name="T74" fmla="*/ 432 w 916"/>
                    <a:gd name="T75" fmla="*/ 150 h 300"/>
                    <a:gd name="T76" fmla="*/ 405 w 916"/>
                    <a:gd name="T77" fmla="*/ 241 h 300"/>
                    <a:gd name="T78" fmla="*/ 342 w 916"/>
                    <a:gd name="T79" fmla="*/ 284 h 300"/>
                    <a:gd name="T80" fmla="*/ 266 w 916"/>
                    <a:gd name="T81" fmla="*/ 298 h 300"/>
                    <a:gd name="T82" fmla="*/ 201 w 916"/>
                    <a:gd name="T83" fmla="*/ 299 h 300"/>
                    <a:gd name="T84" fmla="*/ 129 w 916"/>
                    <a:gd name="T85" fmla="*/ 294 h 300"/>
                    <a:gd name="T86" fmla="*/ 57 w 916"/>
                    <a:gd name="T87" fmla="*/ 267 h 300"/>
                    <a:gd name="T88" fmla="*/ 7 w 916"/>
                    <a:gd name="T89" fmla="*/ 202 h 300"/>
                    <a:gd name="T90" fmla="*/ 7 w 916"/>
                    <a:gd name="T91" fmla="*/ 98 h 300"/>
                    <a:gd name="T92" fmla="*/ 57 w 916"/>
                    <a:gd name="T93" fmla="*/ 33 h 300"/>
                    <a:gd name="T94" fmla="*/ 129 w 916"/>
                    <a:gd name="T95" fmla="*/ 6 h 300"/>
                    <a:gd name="T96" fmla="*/ 201 w 916"/>
                    <a:gd name="T97"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16" h="300">
                      <a:moveTo>
                        <a:pt x="699" y="71"/>
                      </a:moveTo>
                      <a:lnTo>
                        <a:pt x="665" y="72"/>
                      </a:lnTo>
                      <a:lnTo>
                        <a:pt x="636" y="74"/>
                      </a:lnTo>
                      <a:lnTo>
                        <a:pt x="613" y="78"/>
                      </a:lnTo>
                      <a:lnTo>
                        <a:pt x="594" y="83"/>
                      </a:lnTo>
                      <a:lnTo>
                        <a:pt x="579" y="90"/>
                      </a:lnTo>
                      <a:lnTo>
                        <a:pt x="569" y="99"/>
                      </a:lnTo>
                      <a:lnTo>
                        <a:pt x="561" y="109"/>
                      </a:lnTo>
                      <a:lnTo>
                        <a:pt x="556" y="122"/>
                      </a:lnTo>
                      <a:lnTo>
                        <a:pt x="554" y="135"/>
                      </a:lnTo>
                      <a:lnTo>
                        <a:pt x="553" y="150"/>
                      </a:lnTo>
                      <a:lnTo>
                        <a:pt x="554" y="165"/>
                      </a:lnTo>
                      <a:lnTo>
                        <a:pt x="556" y="179"/>
                      </a:lnTo>
                      <a:lnTo>
                        <a:pt x="561" y="191"/>
                      </a:lnTo>
                      <a:lnTo>
                        <a:pt x="569" y="201"/>
                      </a:lnTo>
                      <a:lnTo>
                        <a:pt x="579" y="210"/>
                      </a:lnTo>
                      <a:lnTo>
                        <a:pt x="594" y="216"/>
                      </a:lnTo>
                      <a:lnTo>
                        <a:pt x="613" y="223"/>
                      </a:lnTo>
                      <a:lnTo>
                        <a:pt x="636" y="227"/>
                      </a:lnTo>
                      <a:lnTo>
                        <a:pt x="665" y="229"/>
                      </a:lnTo>
                      <a:lnTo>
                        <a:pt x="699" y="230"/>
                      </a:lnTo>
                      <a:lnTo>
                        <a:pt x="734" y="229"/>
                      </a:lnTo>
                      <a:lnTo>
                        <a:pt x="763" y="227"/>
                      </a:lnTo>
                      <a:lnTo>
                        <a:pt x="787" y="223"/>
                      </a:lnTo>
                      <a:lnTo>
                        <a:pt x="805" y="216"/>
                      </a:lnTo>
                      <a:lnTo>
                        <a:pt x="820" y="210"/>
                      </a:lnTo>
                      <a:lnTo>
                        <a:pt x="831" y="201"/>
                      </a:lnTo>
                      <a:lnTo>
                        <a:pt x="839" y="191"/>
                      </a:lnTo>
                      <a:lnTo>
                        <a:pt x="843" y="179"/>
                      </a:lnTo>
                      <a:lnTo>
                        <a:pt x="846" y="165"/>
                      </a:lnTo>
                      <a:lnTo>
                        <a:pt x="847" y="150"/>
                      </a:lnTo>
                      <a:lnTo>
                        <a:pt x="846" y="135"/>
                      </a:lnTo>
                      <a:lnTo>
                        <a:pt x="843" y="122"/>
                      </a:lnTo>
                      <a:lnTo>
                        <a:pt x="839" y="109"/>
                      </a:lnTo>
                      <a:lnTo>
                        <a:pt x="831" y="99"/>
                      </a:lnTo>
                      <a:lnTo>
                        <a:pt x="820" y="90"/>
                      </a:lnTo>
                      <a:lnTo>
                        <a:pt x="805" y="83"/>
                      </a:lnTo>
                      <a:lnTo>
                        <a:pt x="787" y="78"/>
                      </a:lnTo>
                      <a:lnTo>
                        <a:pt x="763" y="74"/>
                      </a:lnTo>
                      <a:lnTo>
                        <a:pt x="734" y="72"/>
                      </a:lnTo>
                      <a:lnTo>
                        <a:pt x="699" y="71"/>
                      </a:lnTo>
                      <a:close/>
                      <a:moveTo>
                        <a:pt x="216" y="71"/>
                      </a:moveTo>
                      <a:lnTo>
                        <a:pt x="182" y="72"/>
                      </a:lnTo>
                      <a:lnTo>
                        <a:pt x="153" y="74"/>
                      </a:lnTo>
                      <a:lnTo>
                        <a:pt x="130" y="78"/>
                      </a:lnTo>
                      <a:lnTo>
                        <a:pt x="111" y="83"/>
                      </a:lnTo>
                      <a:lnTo>
                        <a:pt x="96" y="90"/>
                      </a:lnTo>
                      <a:lnTo>
                        <a:pt x="85" y="99"/>
                      </a:lnTo>
                      <a:lnTo>
                        <a:pt x="78" y="109"/>
                      </a:lnTo>
                      <a:lnTo>
                        <a:pt x="73" y="122"/>
                      </a:lnTo>
                      <a:lnTo>
                        <a:pt x="70" y="135"/>
                      </a:lnTo>
                      <a:lnTo>
                        <a:pt x="70" y="150"/>
                      </a:lnTo>
                      <a:lnTo>
                        <a:pt x="70" y="165"/>
                      </a:lnTo>
                      <a:lnTo>
                        <a:pt x="73" y="179"/>
                      </a:lnTo>
                      <a:lnTo>
                        <a:pt x="78" y="191"/>
                      </a:lnTo>
                      <a:lnTo>
                        <a:pt x="85" y="201"/>
                      </a:lnTo>
                      <a:lnTo>
                        <a:pt x="96" y="210"/>
                      </a:lnTo>
                      <a:lnTo>
                        <a:pt x="111" y="216"/>
                      </a:lnTo>
                      <a:lnTo>
                        <a:pt x="130" y="223"/>
                      </a:lnTo>
                      <a:lnTo>
                        <a:pt x="153" y="227"/>
                      </a:lnTo>
                      <a:lnTo>
                        <a:pt x="182" y="229"/>
                      </a:lnTo>
                      <a:lnTo>
                        <a:pt x="216" y="230"/>
                      </a:lnTo>
                      <a:lnTo>
                        <a:pt x="250" y="229"/>
                      </a:lnTo>
                      <a:lnTo>
                        <a:pt x="280" y="227"/>
                      </a:lnTo>
                      <a:lnTo>
                        <a:pt x="304" y="223"/>
                      </a:lnTo>
                      <a:lnTo>
                        <a:pt x="322" y="216"/>
                      </a:lnTo>
                      <a:lnTo>
                        <a:pt x="337" y="210"/>
                      </a:lnTo>
                      <a:lnTo>
                        <a:pt x="348" y="201"/>
                      </a:lnTo>
                      <a:lnTo>
                        <a:pt x="355" y="191"/>
                      </a:lnTo>
                      <a:lnTo>
                        <a:pt x="360" y="179"/>
                      </a:lnTo>
                      <a:lnTo>
                        <a:pt x="363" y="165"/>
                      </a:lnTo>
                      <a:lnTo>
                        <a:pt x="363" y="150"/>
                      </a:lnTo>
                      <a:lnTo>
                        <a:pt x="363" y="135"/>
                      </a:lnTo>
                      <a:lnTo>
                        <a:pt x="360" y="122"/>
                      </a:lnTo>
                      <a:lnTo>
                        <a:pt x="355" y="109"/>
                      </a:lnTo>
                      <a:lnTo>
                        <a:pt x="348" y="99"/>
                      </a:lnTo>
                      <a:lnTo>
                        <a:pt x="337" y="90"/>
                      </a:lnTo>
                      <a:lnTo>
                        <a:pt x="322" y="83"/>
                      </a:lnTo>
                      <a:lnTo>
                        <a:pt x="304" y="78"/>
                      </a:lnTo>
                      <a:lnTo>
                        <a:pt x="280" y="74"/>
                      </a:lnTo>
                      <a:lnTo>
                        <a:pt x="250" y="72"/>
                      </a:lnTo>
                      <a:lnTo>
                        <a:pt x="216" y="71"/>
                      </a:lnTo>
                      <a:close/>
                      <a:moveTo>
                        <a:pt x="216" y="0"/>
                      </a:moveTo>
                      <a:lnTo>
                        <a:pt x="234" y="0"/>
                      </a:lnTo>
                      <a:lnTo>
                        <a:pt x="254" y="1"/>
                      </a:lnTo>
                      <a:lnTo>
                        <a:pt x="276" y="2"/>
                      </a:lnTo>
                      <a:lnTo>
                        <a:pt x="298" y="5"/>
                      </a:lnTo>
                      <a:lnTo>
                        <a:pt x="321" y="9"/>
                      </a:lnTo>
                      <a:lnTo>
                        <a:pt x="343" y="17"/>
                      </a:lnTo>
                      <a:lnTo>
                        <a:pt x="364" y="26"/>
                      </a:lnTo>
                      <a:lnTo>
                        <a:pt x="383" y="37"/>
                      </a:lnTo>
                      <a:lnTo>
                        <a:pt x="400" y="53"/>
                      </a:lnTo>
                      <a:lnTo>
                        <a:pt x="516" y="53"/>
                      </a:lnTo>
                      <a:lnTo>
                        <a:pt x="533" y="37"/>
                      </a:lnTo>
                      <a:lnTo>
                        <a:pt x="553" y="26"/>
                      </a:lnTo>
                      <a:lnTo>
                        <a:pt x="574" y="17"/>
                      </a:lnTo>
                      <a:lnTo>
                        <a:pt x="596" y="9"/>
                      </a:lnTo>
                      <a:lnTo>
                        <a:pt x="618" y="5"/>
                      </a:lnTo>
                      <a:lnTo>
                        <a:pt x="640" y="2"/>
                      </a:lnTo>
                      <a:lnTo>
                        <a:pt x="662" y="1"/>
                      </a:lnTo>
                      <a:lnTo>
                        <a:pt x="682" y="0"/>
                      </a:lnTo>
                      <a:lnTo>
                        <a:pt x="699" y="0"/>
                      </a:lnTo>
                      <a:lnTo>
                        <a:pt x="715" y="0"/>
                      </a:lnTo>
                      <a:lnTo>
                        <a:pt x="732" y="0"/>
                      </a:lnTo>
                      <a:lnTo>
                        <a:pt x="749" y="1"/>
                      </a:lnTo>
                      <a:lnTo>
                        <a:pt x="768" y="3"/>
                      </a:lnTo>
                      <a:lnTo>
                        <a:pt x="787" y="6"/>
                      </a:lnTo>
                      <a:lnTo>
                        <a:pt x="806" y="10"/>
                      </a:lnTo>
                      <a:lnTo>
                        <a:pt x="825" y="16"/>
                      </a:lnTo>
                      <a:lnTo>
                        <a:pt x="843" y="24"/>
                      </a:lnTo>
                      <a:lnTo>
                        <a:pt x="860" y="33"/>
                      </a:lnTo>
                      <a:lnTo>
                        <a:pt x="875" y="45"/>
                      </a:lnTo>
                      <a:lnTo>
                        <a:pt x="889" y="59"/>
                      </a:lnTo>
                      <a:lnTo>
                        <a:pt x="900" y="77"/>
                      </a:lnTo>
                      <a:lnTo>
                        <a:pt x="908" y="98"/>
                      </a:lnTo>
                      <a:lnTo>
                        <a:pt x="914" y="123"/>
                      </a:lnTo>
                      <a:lnTo>
                        <a:pt x="916" y="150"/>
                      </a:lnTo>
                      <a:lnTo>
                        <a:pt x="914" y="178"/>
                      </a:lnTo>
                      <a:lnTo>
                        <a:pt x="908" y="202"/>
                      </a:lnTo>
                      <a:lnTo>
                        <a:pt x="900" y="223"/>
                      </a:lnTo>
                      <a:lnTo>
                        <a:pt x="889" y="241"/>
                      </a:lnTo>
                      <a:lnTo>
                        <a:pt x="875" y="255"/>
                      </a:lnTo>
                      <a:lnTo>
                        <a:pt x="860" y="267"/>
                      </a:lnTo>
                      <a:lnTo>
                        <a:pt x="843" y="277"/>
                      </a:lnTo>
                      <a:lnTo>
                        <a:pt x="825" y="285"/>
                      </a:lnTo>
                      <a:lnTo>
                        <a:pt x="806" y="290"/>
                      </a:lnTo>
                      <a:lnTo>
                        <a:pt x="787" y="294"/>
                      </a:lnTo>
                      <a:lnTo>
                        <a:pt x="768" y="297"/>
                      </a:lnTo>
                      <a:lnTo>
                        <a:pt x="749" y="298"/>
                      </a:lnTo>
                      <a:lnTo>
                        <a:pt x="732" y="299"/>
                      </a:lnTo>
                      <a:lnTo>
                        <a:pt x="715" y="299"/>
                      </a:lnTo>
                      <a:lnTo>
                        <a:pt x="699" y="300"/>
                      </a:lnTo>
                      <a:lnTo>
                        <a:pt x="685" y="299"/>
                      </a:lnTo>
                      <a:lnTo>
                        <a:pt x="668" y="299"/>
                      </a:lnTo>
                      <a:lnTo>
                        <a:pt x="650" y="298"/>
                      </a:lnTo>
                      <a:lnTo>
                        <a:pt x="632" y="297"/>
                      </a:lnTo>
                      <a:lnTo>
                        <a:pt x="613" y="294"/>
                      </a:lnTo>
                      <a:lnTo>
                        <a:pt x="593" y="290"/>
                      </a:lnTo>
                      <a:lnTo>
                        <a:pt x="575" y="285"/>
                      </a:lnTo>
                      <a:lnTo>
                        <a:pt x="557" y="277"/>
                      </a:lnTo>
                      <a:lnTo>
                        <a:pt x="540" y="267"/>
                      </a:lnTo>
                      <a:lnTo>
                        <a:pt x="524" y="255"/>
                      </a:lnTo>
                      <a:lnTo>
                        <a:pt x="511" y="241"/>
                      </a:lnTo>
                      <a:lnTo>
                        <a:pt x="500" y="224"/>
                      </a:lnTo>
                      <a:lnTo>
                        <a:pt x="491" y="202"/>
                      </a:lnTo>
                      <a:lnTo>
                        <a:pt x="486" y="179"/>
                      </a:lnTo>
                      <a:lnTo>
                        <a:pt x="484" y="150"/>
                      </a:lnTo>
                      <a:lnTo>
                        <a:pt x="485" y="137"/>
                      </a:lnTo>
                      <a:lnTo>
                        <a:pt x="486" y="125"/>
                      </a:lnTo>
                      <a:lnTo>
                        <a:pt x="430" y="125"/>
                      </a:lnTo>
                      <a:lnTo>
                        <a:pt x="432" y="137"/>
                      </a:lnTo>
                      <a:lnTo>
                        <a:pt x="432" y="150"/>
                      </a:lnTo>
                      <a:lnTo>
                        <a:pt x="430" y="179"/>
                      </a:lnTo>
                      <a:lnTo>
                        <a:pt x="425" y="202"/>
                      </a:lnTo>
                      <a:lnTo>
                        <a:pt x="416" y="224"/>
                      </a:lnTo>
                      <a:lnTo>
                        <a:pt x="405" y="241"/>
                      </a:lnTo>
                      <a:lnTo>
                        <a:pt x="392" y="255"/>
                      </a:lnTo>
                      <a:lnTo>
                        <a:pt x="377" y="267"/>
                      </a:lnTo>
                      <a:lnTo>
                        <a:pt x="360" y="277"/>
                      </a:lnTo>
                      <a:lnTo>
                        <a:pt x="342" y="284"/>
                      </a:lnTo>
                      <a:lnTo>
                        <a:pt x="323" y="290"/>
                      </a:lnTo>
                      <a:lnTo>
                        <a:pt x="304" y="294"/>
                      </a:lnTo>
                      <a:lnTo>
                        <a:pt x="285" y="296"/>
                      </a:lnTo>
                      <a:lnTo>
                        <a:pt x="266" y="298"/>
                      </a:lnTo>
                      <a:lnTo>
                        <a:pt x="248" y="299"/>
                      </a:lnTo>
                      <a:lnTo>
                        <a:pt x="231" y="299"/>
                      </a:lnTo>
                      <a:lnTo>
                        <a:pt x="216" y="299"/>
                      </a:lnTo>
                      <a:lnTo>
                        <a:pt x="201" y="299"/>
                      </a:lnTo>
                      <a:lnTo>
                        <a:pt x="185" y="299"/>
                      </a:lnTo>
                      <a:lnTo>
                        <a:pt x="167" y="298"/>
                      </a:lnTo>
                      <a:lnTo>
                        <a:pt x="148" y="296"/>
                      </a:lnTo>
                      <a:lnTo>
                        <a:pt x="129" y="294"/>
                      </a:lnTo>
                      <a:lnTo>
                        <a:pt x="110" y="290"/>
                      </a:lnTo>
                      <a:lnTo>
                        <a:pt x="91" y="284"/>
                      </a:lnTo>
                      <a:lnTo>
                        <a:pt x="73" y="277"/>
                      </a:lnTo>
                      <a:lnTo>
                        <a:pt x="57" y="267"/>
                      </a:lnTo>
                      <a:lnTo>
                        <a:pt x="41" y="255"/>
                      </a:lnTo>
                      <a:lnTo>
                        <a:pt x="27" y="240"/>
                      </a:lnTo>
                      <a:lnTo>
                        <a:pt x="16" y="223"/>
                      </a:lnTo>
                      <a:lnTo>
                        <a:pt x="7" y="202"/>
                      </a:lnTo>
                      <a:lnTo>
                        <a:pt x="2" y="178"/>
                      </a:lnTo>
                      <a:lnTo>
                        <a:pt x="0" y="150"/>
                      </a:lnTo>
                      <a:lnTo>
                        <a:pt x="2" y="122"/>
                      </a:lnTo>
                      <a:lnTo>
                        <a:pt x="7" y="98"/>
                      </a:lnTo>
                      <a:lnTo>
                        <a:pt x="16" y="77"/>
                      </a:lnTo>
                      <a:lnTo>
                        <a:pt x="27" y="59"/>
                      </a:lnTo>
                      <a:lnTo>
                        <a:pt x="41" y="45"/>
                      </a:lnTo>
                      <a:lnTo>
                        <a:pt x="57" y="33"/>
                      </a:lnTo>
                      <a:lnTo>
                        <a:pt x="73" y="23"/>
                      </a:lnTo>
                      <a:lnTo>
                        <a:pt x="91" y="16"/>
                      </a:lnTo>
                      <a:lnTo>
                        <a:pt x="110" y="10"/>
                      </a:lnTo>
                      <a:lnTo>
                        <a:pt x="129" y="6"/>
                      </a:lnTo>
                      <a:lnTo>
                        <a:pt x="148" y="3"/>
                      </a:lnTo>
                      <a:lnTo>
                        <a:pt x="167" y="1"/>
                      </a:lnTo>
                      <a:lnTo>
                        <a:pt x="185" y="0"/>
                      </a:lnTo>
                      <a:lnTo>
                        <a:pt x="201" y="0"/>
                      </a:lnTo>
                      <a:lnTo>
                        <a:pt x="216"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9" name="Freeform 24"/>
                <p:cNvSpPr>
                  <a:spLocks noEditPoints="1"/>
                </p:cNvSpPr>
                <p:nvPr/>
              </p:nvSpPr>
              <p:spPr bwMode="auto">
                <a:xfrm>
                  <a:off x="2597" y="4335"/>
                  <a:ext cx="217" cy="124"/>
                </a:xfrm>
                <a:custGeom>
                  <a:avLst/>
                  <a:gdLst>
                    <a:gd name="T0" fmla="*/ 1796 w 2393"/>
                    <a:gd name="T1" fmla="*/ 704 h 1360"/>
                    <a:gd name="T2" fmla="*/ 1761 w 2393"/>
                    <a:gd name="T3" fmla="*/ 720 h 1360"/>
                    <a:gd name="T4" fmla="*/ 1590 w 2393"/>
                    <a:gd name="T5" fmla="*/ 904 h 1360"/>
                    <a:gd name="T6" fmla="*/ 1882 w 2393"/>
                    <a:gd name="T7" fmla="*/ 733 h 1360"/>
                    <a:gd name="T8" fmla="*/ 1851 w 2393"/>
                    <a:gd name="T9" fmla="*/ 709 h 1360"/>
                    <a:gd name="T10" fmla="*/ 1814 w 2393"/>
                    <a:gd name="T11" fmla="*/ 702 h 1360"/>
                    <a:gd name="T12" fmla="*/ 1831 w 2393"/>
                    <a:gd name="T13" fmla="*/ 20 h 1360"/>
                    <a:gd name="T14" fmla="*/ 1950 w 2393"/>
                    <a:gd name="T15" fmla="*/ 61 h 1360"/>
                    <a:gd name="T16" fmla="*/ 2057 w 2393"/>
                    <a:gd name="T17" fmla="*/ 121 h 1360"/>
                    <a:gd name="T18" fmla="*/ 2154 w 2393"/>
                    <a:gd name="T19" fmla="*/ 196 h 1360"/>
                    <a:gd name="T20" fmla="*/ 2235 w 2393"/>
                    <a:gd name="T21" fmla="*/ 286 h 1360"/>
                    <a:gd name="T22" fmla="*/ 2301 w 2393"/>
                    <a:gd name="T23" fmla="*/ 388 h 1360"/>
                    <a:gd name="T24" fmla="*/ 2352 w 2393"/>
                    <a:gd name="T25" fmla="*/ 501 h 1360"/>
                    <a:gd name="T26" fmla="*/ 2382 w 2393"/>
                    <a:gd name="T27" fmla="*/ 622 h 1360"/>
                    <a:gd name="T28" fmla="*/ 2393 w 2393"/>
                    <a:gd name="T29" fmla="*/ 748 h 1360"/>
                    <a:gd name="T30" fmla="*/ 2390 w 2393"/>
                    <a:gd name="T31" fmla="*/ 1230 h 1360"/>
                    <a:gd name="T32" fmla="*/ 2370 w 2393"/>
                    <a:gd name="T33" fmla="*/ 1282 h 1360"/>
                    <a:gd name="T34" fmla="*/ 2335 w 2393"/>
                    <a:gd name="T35" fmla="*/ 1324 h 1360"/>
                    <a:gd name="T36" fmla="*/ 2286 w 2393"/>
                    <a:gd name="T37" fmla="*/ 1351 h 1360"/>
                    <a:gd name="T38" fmla="*/ 2230 w 2393"/>
                    <a:gd name="T39" fmla="*/ 1360 h 1360"/>
                    <a:gd name="T40" fmla="*/ 129 w 2393"/>
                    <a:gd name="T41" fmla="*/ 1358 h 1360"/>
                    <a:gd name="T42" fmla="*/ 77 w 2393"/>
                    <a:gd name="T43" fmla="*/ 1339 h 1360"/>
                    <a:gd name="T44" fmla="*/ 36 w 2393"/>
                    <a:gd name="T45" fmla="*/ 1304 h 1360"/>
                    <a:gd name="T46" fmla="*/ 10 w 2393"/>
                    <a:gd name="T47" fmla="*/ 1256 h 1360"/>
                    <a:gd name="T48" fmla="*/ 0 w 2393"/>
                    <a:gd name="T49" fmla="*/ 1200 h 1360"/>
                    <a:gd name="T50" fmla="*/ 3 w 2393"/>
                    <a:gd name="T51" fmla="*/ 684 h 1360"/>
                    <a:gd name="T52" fmla="*/ 23 w 2393"/>
                    <a:gd name="T53" fmla="*/ 561 h 1360"/>
                    <a:gd name="T54" fmla="*/ 63 w 2393"/>
                    <a:gd name="T55" fmla="*/ 443 h 1360"/>
                    <a:gd name="T56" fmla="*/ 122 w 2393"/>
                    <a:gd name="T57" fmla="*/ 336 h 1360"/>
                    <a:gd name="T58" fmla="*/ 195 w 2393"/>
                    <a:gd name="T59" fmla="*/ 240 h 1360"/>
                    <a:gd name="T60" fmla="*/ 283 w 2393"/>
                    <a:gd name="T61" fmla="*/ 157 h 1360"/>
                    <a:gd name="T62" fmla="*/ 385 w 2393"/>
                    <a:gd name="T63" fmla="*/ 89 h 1360"/>
                    <a:gd name="T64" fmla="*/ 498 w 2393"/>
                    <a:gd name="T65" fmla="*/ 38 h 1360"/>
                    <a:gd name="T66" fmla="*/ 640 w 2393"/>
                    <a:gd name="T67" fmla="*/ 0 h 1360"/>
                    <a:gd name="T68" fmla="*/ 1748 w 2393"/>
                    <a:gd name="T69" fmla="*/ 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93" h="1360">
                      <a:moveTo>
                        <a:pt x="1814" y="702"/>
                      </a:moveTo>
                      <a:lnTo>
                        <a:pt x="1796" y="704"/>
                      </a:lnTo>
                      <a:lnTo>
                        <a:pt x="1778" y="709"/>
                      </a:lnTo>
                      <a:lnTo>
                        <a:pt x="1761" y="720"/>
                      </a:lnTo>
                      <a:lnTo>
                        <a:pt x="1746" y="733"/>
                      </a:lnTo>
                      <a:lnTo>
                        <a:pt x="1590" y="904"/>
                      </a:lnTo>
                      <a:lnTo>
                        <a:pt x="2038" y="904"/>
                      </a:lnTo>
                      <a:lnTo>
                        <a:pt x="1882" y="733"/>
                      </a:lnTo>
                      <a:lnTo>
                        <a:pt x="1867" y="719"/>
                      </a:lnTo>
                      <a:lnTo>
                        <a:pt x="1851" y="709"/>
                      </a:lnTo>
                      <a:lnTo>
                        <a:pt x="1833" y="703"/>
                      </a:lnTo>
                      <a:lnTo>
                        <a:pt x="1814" y="702"/>
                      </a:lnTo>
                      <a:close/>
                      <a:moveTo>
                        <a:pt x="1748" y="0"/>
                      </a:moveTo>
                      <a:lnTo>
                        <a:pt x="1831" y="20"/>
                      </a:lnTo>
                      <a:lnTo>
                        <a:pt x="1892" y="38"/>
                      </a:lnTo>
                      <a:lnTo>
                        <a:pt x="1950" y="61"/>
                      </a:lnTo>
                      <a:lnTo>
                        <a:pt x="2005" y="88"/>
                      </a:lnTo>
                      <a:lnTo>
                        <a:pt x="2057" y="121"/>
                      </a:lnTo>
                      <a:lnTo>
                        <a:pt x="2107" y="157"/>
                      </a:lnTo>
                      <a:lnTo>
                        <a:pt x="2154" y="196"/>
                      </a:lnTo>
                      <a:lnTo>
                        <a:pt x="2196" y="239"/>
                      </a:lnTo>
                      <a:lnTo>
                        <a:pt x="2235" y="286"/>
                      </a:lnTo>
                      <a:lnTo>
                        <a:pt x="2270" y="336"/>
                      </a:lnTo>
                      <a:lnTo>
                        <a:pt x="2301" y="388"/>
                      </a:lnTo>
                      <a:lnTo>
                        <a:pt x="2328" y="443"/>
                      </a:lnTo>
                      <a:lnTo>
                        <a:pt x="2352" y="501"/>
                      </a:lnTo>
                      <a:lnTo>
                        <a:pt x="2369" y="561"/>
                      </a:lnTo>
                      <a:lnTo>
                        <a:pt x="2382" y="622"/>
                      </a:lnTo>
                      <a:lnTo>
                        <a:pt x="2390" y="684"/>
                      </a:lnTo>
                      <a:lnTo>
                        <a:pt x="2393" y="748"/>
                      </a:lnTo>
                      <a:lnTo>
                        <a:pt x="2393" y="1200"/>
                      </a:lnTo>
                      <a:lnTo>
                        <a:pt x="2390" y="1230"/>
                      </a:lnTo>
                      <a:lnTo>
                        <a:pt x="2383" y="1256"/>
                      </a:lnTo>
                      <a:lnTo>
                        <a:pt x="2370" y="1282"/>
                      </a:lnTo>
                      <a:lnTo>
                        <a:pt x="2354" y="1304"/>
                      </a:lnTo>
                      <a:lnTo>
                        <a:pt x="2335" y="1324"/>
                      </a:lnTo>
                      <a:lnTo>
                        <a:pt x="2311" y="1339"/>
                      </a:lnTo>
                      <a:lnTo>
                        <a:pt x="2286" y="1351"/>
                      </a:lnTo>
                      <a:lnTo>
                        <a:pt x="2259" y="1358"/>
                      </a:lnTo>
                      <a:lnTo>
                        <a:pt x="2230" y="1360"/>
                      </a:lnTo>
                      <a:lnTo>
                        <a:pt x="157" y="1360"/>
                      </a:lnTo>
                      <a:lnTo>
                        <a:pt x="129" y="1358"/>
                      </a:lnTo>
                      <a:lnTo>
                        <a:pt x="101" y="1351"/>
                      </a:lnTo>
                      <a:lnTo>
                        <a:pt x="77" y="1339"/>
                      </a:lnTo>
                      <a:lnTo>
                        <a:pt x="55" y="1324"/>
                      </a:lnTo>
                      <a:lnTo>
                        <a:pt x="36" y="1304"/>
                      </a:lnTo>
                      <a:lnTo>
                        <a:pt x="21" y="1282"/>
                      </a:lnTo>
                      <a:lnTo>
                        <a:pt x="10" y="1256"/>
                      </a:lnTo>
                      <a:lnTo>
                        <a:pt x="3" y="1230"/>
                      </a:lnTo>
                      <a:lnTo>
                        <a:pt x="0" y="1200"/>
                      </a:lnTo>
                      <a:lnTo>
                        <a:pt x="0" y="748"/>
                      </a:lnTo>
                      <a:lnTo>
                        <a:pt x="3" y="684"/>
                      </a:lnTo>
                      <a:lnTo>
                        <a:pt x="11" y="622"/>
                      </a:lnTo>
                      <a:lnTo>
                        <a:pt x="23" y="561"/>
                      </a:lnTo>
                      <a:lnTo>
                        <a:pt x="41" y="501"/>
                      </a:lnTo>
                      <a:lnTo>
                        <a:pt x="63" y="443"/>
                      </a:lnTo>
                      <a:lnTo>
                        <a:pt x="90" y="389"/>
                      </a:lnTo>
                      <a:lnTo>
                        <a:pt x="122" y="336"/>
                      </a:lnTo>
                      <a:lnTo>
                        <a:pt x="156" y="286"/>
                      </a:lnTo>
                      <a:lnTo>
                        <a:pt x="195" y="240"/>
                      </a:lnTo>
                      <a:lnTo>
                        <a:pt x="237" y="196"/>
                      </a:lnTo>
                      <a:lnTo>
                        <a:pt x="283" y="157"/>
                      </a:lnTo>
                      <a:lnTo>
                        <a:pt x="332" y="121"/>
                      </a:lnTo>
                      <a:lnTo>
                        <a:pt x="385" y="89"/>
                      </a:lnTo>
                      <a:lnTo>
                        <a:pt x="440" y="62"/>
                      </a:lnTo>
                      <a:lnTo>
                        <a:pt x="498" y="38"/>
                      </a:lnTo>
                      <a:lnTo>
                        <a:pt x="559" y="20"/>
                      </a:lnTo>
                      <a:lnTo>
                        <a:pt x="640" y="0"/>
                      </a:lnTo>
                      <a:lnTo>
                        <a:pt x="1193" y="1280"/>
                      </a:lnTo>
                      <a:lnTo>
                        <a:pt x="1748"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52" name="Freeform 25"/>
                <p:cNvSpPr/>
                <p:nvPr/>
              </p:nvSpPr>
              <p:spPr bwMode="auto">
                <a:xfrm>
                  <a:off x="2689" y="4347"/>
                  <a:ext cx="34" cy="83"/>
                </a:xfrm>
                <a:custGeom>
                  <a:avLst/>
                  <a:gdLst>
                    <a:gd name="T0" fmla="*/ 135 w 373"/>
                    <a:gd name="T1" fmla="*/ 0 h 915"/>
                    <a:gd name="T2" fmla="*/ 237 w 373"/>
                    <a:gd name="T3" fmla="*/ 0 h 915"/>
                    <a:gd name="T4" fmla="*/ 258 w 373"/>
                    <a:gd name="T5" fmla="*/ 2 h 915"/>
                    <a:gd name="T6" fmla="*/ 278 w 373"/>
                    <a:gd name="T7" fmla="*/ 9 h 915"/>
                    <a:gd name="T8" fmla="*/ 295 w 373"/>
                    <a:gd name="T9" fmla="*/ 21 h 915"/>
                    <a:gd name="T10" fmla="*/ 310 w 373"/>
                    <a:gd name="T11" fmla="*/ 36 h 915"/>
                    <a:gd name="T12" fmla="*/ 321 w 373"/>
                    <a:gd name="T13" fmla="*/ 53 h 915"/>
                    <a:gd name="T14" fmla="*/ 328 w 373"/>
                    <a:gd name="T15" fmla="*/ 74 h 915"/>
                    <a:gd name="T16" fmla="*/ 366 w 373"/>
                    <a:gd name="T17" fmla="*/ 234 h 915"/>
                    <a:gd name="T18" fmla="*/ 368 w 373"/>
                    <a:gd name="T19" fmla="*/ 257 h 915"/>
                    <a:gd name="T20" fmla="*/ 365 w 373"/>
                    <a:gd name="T21" fmla="*/ 281 h 915"/>
                    <a:gd name="T22" fmla="*/ 357 w 373"/>
                    <a:gd name="T23" fmla="*/ 301 h 915"/>
                    <a:gd name="T24" fmla="*/ 345 w 373"/>
                    <a:gd name="T25" fmla="*/ 319 h 915"/>
                    <a:gd name="T26" fmla="*/ 329 w 373"/>
                    <a:gd name="T27" fmla="*/ 334 h 915"/>
                    <a:gd name="T28" fmla="*/ 309 w 373"/>
                    <a:gd name="T29" fmla="*/ 345 h 915"/>
                    <a:gd name="T30" fmla="*/ 287 w 373"/>
                    <a:gd name="T31" fmla="*/ 351 h 915"/>
                    <a:gd name="T32" fmla="*/ 373 w 373"/>
                    <a:gd name="T33" fmla="*/ 438 h 915"/>
                    <a:gd name="T34" fmla="*/ 187 w 373"/>
                    <a:gd name="T35" fmla="*/ 915 h 915"/>
                    <a:gd name="T36" fmla="*/ 0 w 373"/>
                    <a:gd name="T37" fmla="*/ 438 h 915"/>
                    <a:gd name="T38" fmla="*/ 85 w 373"/>
                    <a:gd name="T39" fmla="*/ 351 h 915"/>
                    <a:gd name="T40" fmla="*/ 63 w 373"/>
                    <a:gd name="T41" fmla="*/ 345 h 915"/>
                    <a:gd name="T42" fmla="*/ 44 w 373"/>
                    <a:gd name="T43" fmla="*/ 334 h 915"/>
                    <a:gd name="T44" fmla="*/ 27 w 373"/>
                    <a:gd name="T45" fmla="*/ 319 h 915"/>
                    <a:gd name="T46" fmla="*/ 15 w 373"/>
                    <a:gd name="T47" fmla="*/ 301 h 915"/>
                    <a:gd name="T48" fmla="*/ 7 w 373"/>
                    <a:gd name="T49" fmla="*/ 281 h 915"/>
                    <a:gd name="T50" fmla="*/ 4 w 373"/>
                    <a:gd name="T51" fmla="*/ 257 h 915"/>
                    <a:gd name="T52" fmla="*/ 6 w 373"/>
                    <a:gd name="T53" fmla="*/ 234 h 915"/>
                    <a:gd name="T54" fmla="*/ 44 w 373"/>
                    <a:gd name="T55" fmla="*/ 74 h 915"/>
                    <a:gd name="T56" fmla="*/ 52 w 373"/>
                    <a:gd name="T57" fmla="*/ 53 h 915"/>
                    <a:gd name="T58" fmla="*/ 63 w 373"/>
                    <a:gd name="T59" fmla="*/ 36 h 915"/>
                    <a:gd name="T60" fmla="*/ 77 w 373"/>
                    <a:gd name="T61" fmla="*/ 21 h 915"/>
                    <a:gd name="T62" fmla="*/ 95 w 373"/>
                    <a:gd name="T63" fmla="*/ 9 h 915"/>
                    <a:gd name="T64" fmla="*/ 114 w 373"/>
                    <a:gd name="T65" fmla="*/ 2 h 915"/>
                    <a:gd name="T66" fmla="*/ 135 w 373"/>
                    <a:gd name="T67" fmla="*/ 0 h 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3" h="915">
                      <a:moveTo>
                        <a:pt x="135" y="0"/>
                      </a:moveTo>
                      <a:lnTo>
                        <a:pt x="237" y="0"/>
                      </a:lnTo>
                      <a:lnTo>
                        <a:pt x="258" y="2"/>
                      </a:lnTo>
                      <a:lnTo>
                        <a:pt x="278" y="9"/>
                      </a:lnTo>
                      <a:lnTo>
                        <a:pt x="295" y="21"/>
                      </a:lnTo>
                      <a:lnTo>
                        <a:pt x="310" y="36"/>
                      </a:lnTo>
                      <a:lnTo>
                        <a:pt x="321" y="53"/>
                      </a:lnTo>
                      <a:lnTo>
                        <a:pt x="328" y="74"/>
                      </a:lnTo>
                      <a:lnTo>
                        <a:pt x="366" y="234"/>
                      </a:lnTo>
                      <a:lnTo>
                        <a:pt x="368" y="257"/>
                      </a:lnTo>
                      <a:lnTo>
                        <a:pt x="365" y="281"/>
                      </a:lnTo>
                      <a:lnTo>
                        <a:pt x="357" y="301"/>
                      </a:lnTo>
                      <a:lnTo>
                        <a:pt x="345" y="319"/>
                      </a:lnTo>
                      <a:lnTo>
                        <a:pt x="329" y="334"/>
                      </a:lnTo>
                      <a:lnTo>
                        <a:pt x="309" y="345"/>
                      </a:lnTo>
                      <a:lnTo>
                        <a:pt x="287" y="351"/>
                      </a:lnTo>
                      <a:lnTo>
                        <a:pt x="373" y="438"/>
                      </a:lnTo>
                      <a:lnTo>
                        <a:pt x="187" y="915"/>
                      </a:lnTo>
                      <a:lnTo>
                        <a:pt x="0" y="438"/>
                      </a:lnTo>
                      <a:lnTo>
                        <a:pt x="85" y="351"/>
                      </a:lnTo>
                      <a:lnTo>
                        <a:pt x="63" y="345"/>
                      </a:lnTo>
                      <a:lnTo>
                        <a:pt x="44" y="334"/>
                      </a:lnTo>
                      <a:lnTo>
                        <a:pt x="27" y="319"/>
                      </a:lnTo>
                      <a:lnTo>
                        <a:pt x="15" y="301"/>
                      </a:lnTo>
                      <a:lnTo>
                        <a:pt x="7" y="281"/>
                      </a:lnTo>
                      <a:lnTo>
                        <a:pt x="4" y="257"/>
                      </a:lnTo>
                      <a:lnTo>
                        <a:pt x="6" y="234"/>
                      </a:lnTo>
                      <a:lnTo>
                        <a:pt x="44" y="74"/>
                      </a:lnTo>
                      <a:lnTo>
                        <a:pt x="52" y="53"/>
                      </a:lnTo>
                      <a:lnTo>
                        <a:pt x="63" y="36"/>
                      </a:lnTo>
                      <a:lnTo>
                        <a:pt x="77" y="21"/>
                      </a:lnTo>
                      <a:lnTo>
                        <a:pt x="95" y="9"/>
                      </a:lnTo>
                      <a:lnTo>
                        <a:pt x="114" y="2"/>
                      </a:lnTo>
                      <a:lnTo>
                        <a:pt x="135"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grpSp>
          <p:sp>
            <p:nvSpPr>
              <p:cNvPr id="44" name="椭圆 43"/>
              <p:cNvSpPr/>
              <p:nvPr/>
            </p:nvSpPr>
            <p:spPr>
              <a:xfrm>
                <a:off x="809944" y="4637862"/>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nvGrpSpPr>
            <p:cNvPr id="37" name="组合 36"/>
            <p:cNvGrpSpPr/>
            <p:nvPr/>
          </p:nvGrpSpPr>
          <p:grpSpPr>
            <a:xfrm>
              <a:off x="1865189" y="4782240"/>
              <a:ext cx="848538" cy="848538"/>
              <a:chOff x="2418701" y="4675290"/>
              <a:chExt cx="848538" cy="848538"/>
            </a:xfrm>
          </p:grpSpPr>
          <p:sp>
            <p:nvSpPr>
              <p:cNvPr id="41" name="Freeform 11"/>
              <p:cNvSpPr>
                <a:spLocks noEditPoints="1"/>
              </p:cNvSpPr>
              <p:nvPr/>
            </p:nvSpPr>
            <p:spPr bwMode="auto">
              <a:xfrm flipH="1">
                <a:off x="2635681" y="4884457"/>
                <a:ext cx="350410" cy="430205"/>
              </a:xfrm>
              <a:custGeom>
                <a:avLst/>
                <a:gdLst>
                  <a:gd name="T0" fmla="*/ 1930 w 2831"/>
                  <a:gd name="T1" fmla="*/ 2787 h 3472"/>
                  <a:gd name="T2" fmla="*/ 1791 w 2831"/>
                  <a:gd name="T3" fmla="*/ 2855 h 3472"/>
                  <a:gd name="T4" fmla="*/ 2114 w 2831"/>
                  <a:gd name="T5" fmla="*/ 3172 h 3472"/>
                  <a:gd name="T6" fmla="*/ 2628 w 2831"/>
                  <a:gd name="T7" fmla="*/ 2656 h 3472"/>
                  <a:gd name="T8" fmla="*/ 2538 w 2831"/>
                  <a:gd name="T9" fmla="*/ 2529 h 3472"/>
                  <a:gd name="T10" fmla="*/ 1440 w 2831"/>
                  <a:gd name="T11" fmla="*/ 2529 h 3472"/>
                  <a:gd name="T12" fmla="*/ 914 w 2831"/>
                  <a:gd name="T13" fmla="*/ 2569 h 3472"/>
                  <a:gd name="T14" fmla="*/ 928 w 2831"/>
                  <a:gd name="T15" fmla="*/ 2433 h 3472"/>
                  <a:gd name="T16" fmla="*/ 807 w 2831"/>
                  <a:gd name="T17" fmla="*/ 2382 h 3472"/>
                  <a:gd name="T18" fmla="*/ 439 w 2831"/>
                  <a:gd name="T19" fmla="*/ 2514 h 3472"/>
                  <a:gd name="T20" fmla="*/ 470 w 2831"/>
                  <a:gd name="T21" fmla="*/ 2433 h 3472"/>
                  <a:gd name="T22" fmla="*/ 2186 w 2831"/>
                  <a:gd name="T23" fmla="*/ 2182 h 3472"/>
                  <a:gd name="T24" fmla="*/ 2642 w 2831"/>
                  <a:gd name="T25" fmla="*/ 2371 h 3472"/>
                  <a:gd name="T26" fmla="*/ 2831 w 2831"/>
                  <a:gd name="T27" fmla="*/ 2827 h 3472"/>
                  <a:gd name="T28" fmla="*/ 2642 w 2831"/>
                  <a:gd name="T29" fmla="*/ 3283 h 3472"/>
                  <a:gd name="T30" fmla="*/ 2186 w 2831"/>
                  <a:gd name="T31" fmla="*/ 3472 h 3472"/>
                  <a:gd name="T32" fmla="*/ 1729 w 2831"/>
                  <a:gd name="T33" fmla="*/ 3283 h 3472"/>
                  <a:gd name="T34" fmla="*/ 1540 w 2831"/>
                  <a:gd name="T35" fmla="*/ 2827 h 3472"/>
                  <a:gd name="T36" fmla="*/ 1729 w 2831"/>
                  <a:gd name="T37" fmla="*/ 2371 h 3472"/>
                  <a:gd name="T38" fmla="*/ 2186 w 2831"/>
                  <a:gd name="T39" fmla="*/ 2182 h 3472"/>
                  <a:gd name="T40" fmla="*/ 1540 w 2831"/>
                  <a:gd name="T41" fmla="*/ 2083 h 3472"/>
                  <a:gd name="T42" fmla="*/ 914 w 2831"/>
                  <a:gd name="T43" fmla="*/ 2123 h 3472"/>
                  <a:gd name="T44" fmla="*/ 928 w 2831"/>
                  <a:gd name="T45" fmla="*/ 1986 h 3472"/>
                  <a:gd name="T46" fmla="*/ 807 w 2831"/>
                  <a:gd name="T47" fmla="*/ 1957 h 3472"/>
                  <a:gd name="T48" fmla="*/ 439 w 2831"/>
                  <a:gd name="T49" fmla="*/ 2088 h 3472"/>
                  <a:gd name="T50" fmla="*/ 470 w 2831"/>
                  <a:gd name="T51" fmla="*/ 2007 h 3472"/>
                  <a:gd name="T52" fmla="*/ 944 w 2831"/>
                  <a:gd name="T53" fmla="*/ 1588 h 3472"/>
                  <a:gd name="T54" fmla="*/ 1786 w 2831"/>
                  <a:gd name="T55" fmla="*/ 1702 h 3472"/>
                  <a:gd name="T56" fmla="*/ 904 w 2831"/>
                  <a:gd name="T57" fmla="*/ 1716 h 3472"/>
                  <a:gd name="T58" fmla="*/ 944 w 2831"/>
                  <a:gd name="T59" fmla="*/ 1588 h 3472"/>
                  <a:gd name="T60" fmla="*/ 800 w 2831"/>
                  <a:gd name="T61" fmla="*/ 1548 h 3472"/>
                  <a:gd name="T62" fmla="*/ 430 w 2831"/>
                  <a:gd name="T63" fmla="*/ 1656 h 3472"/>
                  <a:gd name="T64" fmla="*/ 484 w 2831"/>
                  <a:gd name="T65" fmla="*/ 1589 h 3472"/>
                  <a:gd name="T66" fmla="*/ 1738 w 2831"/>
                  <a:gd name="T67" fmla="*/ 1140 h 3472"/>
                  <a:gd name="T68" fmla="*/ 1778 w 2831"/>
                  <a:gd name="T69" fmla="*/ 1269 h 3472"/>
                  <a:gd name="T70" fmla="*/ 896 w 2831"/>
                  <a:gd name="T71" fmla="*/ 1255 h 3472"/>
                  <a:gd name="T72" fmla="*/ 769 w 2831"/>
                  <a:gd name="T73" fmla="*/ 1030 h 3472"/>
                  <a:gd name="T74" fmla="*/ 616 w 2831"/>
                  <a:gd name="T75" fmla="*/ 1312 h 3472"/>
                  <a:gd name="T76" fmla="*/ 423 w 2831"/>
                  <a:gd name="T77" fmla="*/ 1202 h 3472"/>
                  <a:gd name="T78" fmla="*/ 496 w 2831"/>
                  <a:gd name="T79" fmla="*/ 1154 h 3472"/>
                  <a:gd name="T80" fmla="*/ 548 w 2831"/>
                  <a:gd name="T81" fmla="*/ 372 h 3472"/>
                  <a:gd name="T82" fmla="*/ 681 w 2831"/>
                  <a:gd name="T83" fmla="*/ 618 h 3472"/>
                  <a:gd name="T84" fmla="*/ 1588 w 2831"/>
                  <a:gd name="T85" fmla="*/ 597 h 3472"/>
                  <a:gd name="T86" fmla="*/ 1683 w 2831"/>
                  <a:gd name="T87" fmla="*/ 347 h 3472"/>
                  <a:gd name="T88" fmla="*/ 2201 w 2831"/>
                  <a:gd name="T89" fmla="*/ 438 h 3472"/>
                  <a:gd name="T90" fmla="*/ 2118 w 2831"/>
                  <a:gd name="T91" fmla="*/ 2037 h 3472"/>
                  <a:gd name="T92" fmla="*/ 1412 w 2831"/>
                  <a:gd name="T93" fmla="*/ 3005 h 3472"/>
                  <a:gd name="T94" fmla="*/ 47 w 2831"/>
                  <a:gd name="T95" fmla="*/ 3054 h 3472"/>
                  <a:gd name="T96" fmla="*/ 21 w 2831"/>
                  <a:gd name="T97" fmla="*/ 455 h 3472"/>
                  <a:gd name="T98" fmla="*/ 1118 w 2831"/>
                  <a:gd name="T99" fmla="*/ 99 h 3472"/>
                  <a:gd name="T100" fmla="*/ 1053 w 2831"/>
                  <a:gd name="T101" fmla="*/ 211 h 3472"/>
                  <a:gd name="T102" fmla="*/ 1182 w 2831"/>
                  <a:gd name="T103" fmla="*/ 211 h 3472"/>
                  <a:gd name="T104" fmla="*/ 1118 w 2831"/>
                  <a:gd name="T105" fmla="*/ 99 h 3472"/>
                  <a:gd name="T106" fmla="*/ 1268 w 2831"/>
                  <a:gd name="T107" fmla="*/ 85 h 3472"/>
                  <a:gd name="T108" fmla="*/ 1328 w 2831"/>
                  <a:gd name="T109" fmla="*/ 238 h 3472"/>
                  <a:gd name="T110" fmla="*/ 1564 w 2831"/>
                  <a:gd name="T111" fmla="*/ 312 h 3472"/>
                  <a:gd name="T112" fmla="*/ 1547 w 2831"/>
                  <a:gd name="T113" fmla="*/ 503 h 3472"/>
                  <a:gd name="T114" fmla="*/ 711 w 2831"/>
                  <a:gd name="T115" fmla="*/ 521 h 3472"/>
                  <a:gd name="T116" fmla="*/ 657 w 2831"/>
                  <a:gd name="T117" fmla="*/ 338 h 3472"/>
                  <a:gd name="T118" fmla="*/ 889 w 2831"/>
                  <a:gd name="T119" fmla="*/ 245 h 3472"/>
                  <a:gd name="T120" fmla="*/ 954 w 2831"/>
                  <a:gd name="T121" fmla="*/ 112 h 3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31" h="3471">
                    <a:moveTo>
                      <a:pt x="2538" y="2529"/>
                    </a:moveTo>
                    <a:lnTo>
                      <a:pt x="2517" y="2531"/>
                    </a:lnTo>
                    <a:lnTo>
                      <a:pt x="2496" y="2537"/>
                    </a:lnTo>
                    <a:lnTo>
                      <a:pt x="2476" y="2547"/>
                    </a:lnTo>
                    <a:lnTo>
                      <a:pt x="2459" y="2563"/>
                    </a:lnTo>
                    <a:lnTo>
                      <a:pt x="2124" y="2939"/>
                    </a:lnTo>
                    <a:lnTo>
                      <a:pt x="1950" y="2800"/>
                    </a:lnTo>
                    <a:lnTo>
                      <a:pt x="1930" y="2787"/>
                    </a:lnTo>
                    <a:lnTo>
                      <a:pt x="1909" y="2780"/>
                    </a:lnTo>
                    <a:lnTo>
                      <a:pt x="1888" y="2778"/>
                    </a:lnTo>
                    <a:lnTo>
                      <a:pt x="1866" y="2780"/>
                    </a:lnTo>
                    <a:lnTo>
                      <a:pt x="1845" y="2787"/>
                    </a:lnTo>
                    <a:lnTo>
                      <a:pt x="1826" y="2799"/>
                    </a:lnTo>
                    <a:lnTo>
                      <a:pt x="1810" y="2814"/>
                    </a:lnTo>
                    <a:lnTo>
                      <a:pt x="1797" y="2834"/>
                    </a:lnTo>
                    <a:lnTo>
                      <a:pt x="1791" y="2855"/>
                    </a:lnTo>
                    <a:lnTo>
                      <a:pt x="1788" y="2876"/>
                    </a:lnTo>
                    <a:lnTo>
                      <a:pt x="1791" y="2899"/>
                    </a:lnTo>
                    <a:lnTo>
                      <a:pt x="1797" y="2920"/>
                    </a:lnTo>
                    <a:lnTo>
                      <a:pt x="1809" y="2938"/>
                    </a:lnTo>
                    <a:lnTo>
                      <a:pt x="1826" y="2954"/>
                    </a:lnTo>
                    <a:lnTo>
                      <a:pt x="2073" y="3152"/>
                    </a:lnTo>
                    <a:lnTo>
                      <a:pt x="2093" y="3165"/>
                    </a:lnTo>
                    <a:lnTo>
                      <a:pt x="2114" y="3172"/>
                    </a:lnTo>
                    <a:lnTo>
                      <a:pt x="2135" y="3174"/>
                    </a:lnTo>
                    <a:lnTo>
                      <a:pt x="2156" y="3172"/>
                    </a:lnTo>
                    <a:lnTo>
                      <a:pt x="2175" y="3166"/>
                    </a:lnTo>
                    <a:lnTo>
                      <a:pt x="2194" y="3155"/>
                    </a:lnTo>
                    <a:lnTo>
                      <a:pt x="2210" y="3142"/>
                    </a:lnTo>
                    <a:lnTo>
                      <a:pt x="2607" y="2694"/>
                    </a:lnTo>
                    <a:lnTo>
                      <a:pt x="2620" y="2676"/>
                    </a:lnTo>
                    <a:lnTo>
                      <a:pt x="2628" y="2656"/>
                    </a:lnTo>
                    <a:lnTo>
                      <a:pt x="2633" y="2633"/>
                    </a:lnTo>
                    <a:lnTo>
                      <a:pt x="2631" y="2612"/>
                    </a:lnTo>
                    <a:lnTo>
                      <a:pt x="2625" y="2591"/>
                    </a:lnTo>
                    <a:lnTo>
                      <a:pt x="2615" y="2571"/>
                    </a:lnTo>
                    <a:lnTo>
                      <a:pt x="2599" y="2555"/>
                    </a:lnTo>
                    <a:lnTo>
                      <a:pt x="2580" y="2542"/>
                    </a:lnTo>
                    <a:lnTo>
                      <a:pt x="2560" y="2534"/>
                    </a:lnTo>
                    <a:lnTo>
                      <a:pt x="2538" y="2529"/>
                    </a:lnTo>
                    <a:close/>
                    <a:moveTo>
                      <a:pt x="944" y="2430"/>
                    </a:moveTo>
                    <a:lnTo>
                      <a:pt x="1391" y="2430"/>
                    </a:lnTo>
                    <a:lnTo>
                      <a:pt x="1406" y="2433"/>
                    </a:lnTo>
                    <a:lnTo>
                      <a:pt x="1420" y="2440"/>
                    </a:lnTo>
                    <a:lnTo>
                      <a:pt x="1431" y="2450"/>
                    </a:lnTo>
                    <a:lnTo>
                      <a:pt x="1438" y="2464"/>
                    </a:lnTo>
                    <a:lnTo>
                      <a:pt x="1440" y="2480"/>
                    </a:lnTo>
                    <a:lnTo>
                      <a:pt x="1440" y="2529"/>
                    </a:lnTo>
                    <a:lnTo>
                      <a:pt x="1438" y="2545"/>
                    </a:lnTo>
                    <a:lnTo>
                      <a:pt x="1431" y="2559"/>
                    </a:lnTo>
                    <a:lnTo>
                      <a:pt x="1420" y="2569"/>
                    </a:lnTo>
                    <a:lnTo>
                      <a:pt x="1406" y="2577"/>
                    </a:lnTo>
                    <a:lnTo>
                      <a:pt x="1391" y="2579"/>
                    </a:lnTo>
                    <a:lnTo>
                      <a:pt x="944" y="2579"/>
                    </a:lnTo>
                    <a:lnTo>
                      <a:pt x="928" y="2577"/>
                    </a:lnTo>
                    <a:lnTo>
                      <a:pt x="914" y="2569"/>
                    </a:lnTo>
                    <a:lnTo>
                      <a:pt x="904" y="2559"/>
                    </a:lnTo>
                    <a:lnTo>
                      <a:pt x="896" y="2545"/>
                    </a:lnTo>
                    <a:lnTo>
                      <a:pt x="894" y="2529"/>
                    </a:lnTo>
                    <a:lnTo>
                      <a:pt x="894" y="2480"/>
                    </a:lnTo>
                    <a:lnTo>
                      <a:pt x="896" y="2464"/>
                    </a:lnTo>
                    <a:lnTo>
                      <a:pt x="904" y="2450"/>
                    </a:lnTo>
                    <a:lnTo>
                      <a:pt x="914" y="2440"/>
                    </a:lnTo>
                    <a:lnTo>
                      <a:pt x="928" y="2433"/>
                    </a:lnTo>
                    <a:lnTo>
                      <a:pt x="944" y="2430"/>
                    </a:lnTo>
                    <a:close/>
                    <a:moveTo>
                      <a:pt x="769" y="2319"/>
                    </a:moveTo>
                    <a:lnTo>
                      <a:pt x="783" y="2322"/>
                    </a:lnTo>
                    <a:lnTo>
                      <a:pt x="795" y="2330"/>
                    </a:lnTo>
                    <a:lnTo>
                      <a:pt x="805" y="2341"/>
                    </a:lnTo>
                    <a:lnTo>
                      <a:pt x="810" y="2355"/>
                    </a:lnTo>
                    <a:lnTo>
                      <a:pt x="810" y="2368"/>
                    </a:lnTo>
                    <a:lnTo>
                      <a:pt x="807" y="2382"/>
                    </a:lnTo>
                    <a:lnTo>
                      <a:pt x="800" y="2395"/>
                    </a:lnTo>
                    <a:lnTo>
                      <a:pt x="616" y="2600"/>
                    </a:lnTo>
                    <a:lnTo>
                      <a:pt x="606" y="2608"/>
                    </a:lnTo>
                    <a:lnTo>
                      <a:pt x="594" y="2613"/>
                    </a:lnTo>
                    <a:lnTo>
                      <a:pt x="581" y="2616"/>
                    </a:lnTo>
                    <a:lnTo>
                      <a:pt x="567" y="2612"/>
                    </a:lnTo>
                    <a:lnTo>
                      <a:pt x="553" y="2605"/>
                    </a:lnTo>
                    <a:lnTo>
                      <a:pt x="439" y="2514"/>
                    </a:lnTo>
                    <a:lnTo>
                      <a:pt x="430" y="2503"/>
                    </a:lnTo>
                    <a:lnTo>
                      <a:pt x="423" y="2490"/>
                    </a:lnTo>
                    <a:lnTo>
                      <a:pt x="422" y="2477"/>
                    </a:lnTo>
                    <a:lnTo>
                      <a:pt x="425" y="2463"/>
                    </a:lnTo>
                    <a:lnTo>
                      <a:pt x="432" y="2449"/>
                    </a:lnTo>
                    <a:lnTo>
                      <a:pt x="442" y="2440"/>
                    </a:lnTo>
                    <a:lnTo>
                      <a:pt x="456" y="2435"/>
                    </a:lnTo>
                    <a:lnTo>
                      <a:pt x="470" y="2433"/>
                    </a:lnTo>
                    <a:lnTo>
                      <a:pt x="484" y="2436"/>
                    </a:lnTo>
                    <a:lnTo>
                      <a:pt x="496" y="2443"/>
                    </a:lnTo>
                    <a:lnTo>
                      <a:pt x="576" y="2507"/>
                    </a:lnTo>
                    <a:lnTo>
                      <a:pt x="731" y="2334"/>
                    </a:lnTo>
                    <a:lnTo>
                      <a:pt x="742" y="2324"/>
                    </a:lnTo>
                    <a:lnTo>
                      <a:pt x="755" y="2320"/>
                    </a:lnTo>
                    <a:lnTo>
                      <a:pt x="769" y="2319"/>
                    </a:lnTo>
                    <a:close/>
                    <a:moveTo>
                      <a:pt x="2186" y="2182"/>
                    </a:moveTo>
                    <a:lnTo>
                      <a:pt x="2251" y="2185"/>
                    </a:lnTo>
                    <a:lnTo>
                      <a:pt x="2316" y="2196"/>
                    </a:lnTo>
                    <a:lnTo>
                      <a:pt x="2378" y="2212"/>
                    </a:lnTo>
                    <a:lnTo>
                      <a:pt x="2437" y="2233"/>
                    </a:lnTo>
                    <a:lnTo>
                      <a:pt x="2494" y="2260"/>
                    </a:lnTo>
                    <a:lnTo>
                      <a:pt x="2546" y="2293"/>
                    </a:lnTo>
                    <a:lnTo>
                      <a:pt x="2596" y="2329"/>
                    </a:lnTo>
                    <a:lnTo>
                      <a:pt x="2642" y="2371"/>
                    </a:lnTo>
                    <a:lnTo>
                      <a:pt x="2683" y="2417"/>
                    </a:lnTo>
                    <a:lnTo>
                      <a:pt x="2721" y="2466"/>
                    </a:lnTo>
                    <a:lnTo>
                      <a:pt x="2753" y="2520"/>
                    </a:lnTo>
                    <a:lnTo>
                      <a:pt x="2780" y="2577"/>
                    </a:lnTo>
                    <a:lnTo>
                      <a:pt x="2802" y="2636"/>
                    </a:lnTo>
                    <a:lnTo>
                      <a:pt x="2818" y="2698"/>
                    </a:lnTo>
                    <a:lnTo>
                      <a:pt x="2828" y="2761"/>
                    </a:lnTo>
                    <a:lnTo>
                      <a:pt x="2831" y="2827"/>
                    </a:lnTo>
                    <a:lnTo>
                      <a:pt x="2828" y="2893"/>
                    </a:lnTo>
                    <a:lnTo>
                      <a:pt x="2818" y="2958"/>
                    </a:lnTo>
                    <a:lnTo>
                      <a:pt x="2802" y="3019"/>
                    </a:lnTo>
                    <a:lnTo>
                      <a:pt x="2780" y="3079"/>
                    </a:lnTo>
                    <a:lnTo>
                      <a:pt x="2753" y="3134"/>
                    </a:lnTo>
                    <a:lnTo>
                      <a:pt x="2721" y="3188"/>
                    </a:lnTo>
                    <a:lnTo>
                      <a:pt x="2683" y="3237"/>
                    </a:lnTo>
                    <a:lnTo>
                      <a:pt x="2642" y="3283"/>
                    </a:lnTo>
                    <a:lnTo>
                      <a:pt x="2596" y="3325"/>
                    </a:lnTo>
                    <a:lnTo>
                      <a:pt x="2546" y="3362"/>
                    </a:lnTo>
                    <a:lnTo>
                      <a:pt x="2494" y="3394"/>
                    </a:lnTo>
                    <a:lnTo>
                      <a:pt x="2437" y="3421"/>
                    </a:lnTo>
                    <a:lnTo>
                      <a:pt x="2378" y="3443"/>
                    </a:lnTo>
                    <a:lnTo>
                      <a:pt x="2316" y="3459"/>
                    </a:lnTo>
                    <a:lnTo>
                      <a:pt x="2251" y="3469"/>
                    </a:lnTo>
                    <a:lnTo>
                      <a:pt x="2186" y="3472"/>
                    </a:lnTo>
                    <a:lnTo>
                      <a:pt x="2120" y="3469"/>
                    </a:lnTo>
                    <a:lnTo>
                      <a:pt x="2055" y="3459"/>
                    </a:lnTo>
                    <a:lnTo>
                      <a:pt x="1993" y="3443"/>
                    </a:lnTo>
                    <a:lnTo>
                      <a:pt x="1934" y="3421"/>
                    </a:lnTo>
                    <a:lnTo>
                      <a:pt x="1877" y="3394"/>
                    </a:lnTo>
                    <a:lnTo>
                      <a:pt x="1825" y="3362"/>
                    </a:lnTo>
                    <a:lnTo>
                      <a:pt x="1775" y="3325"/>
                    </a:lnTo>
                    <a:lnTo>
                      <a:pt x="1729" y="3283"/>
                    </a:lnTo>
                    <a:lnTo>
                      <a:pt x="1688" y="3237"/>
                    </a:lnTo>
                    <a:lnTo>
                      <a:pt x="1650" y="3188"/>
                    </a:lnTo>
                    <a:lnTo>
                      <a:pt x="1618" y="3134"/>
                    </a:lnTo>
                    <a:lnTo>
                      <a:pt x="1591" y="3079"/>
                    </a:lnTo>
                    <a:lnTo>
                      <a:pt x="1569" y="3019"/>
                    </a:lnTo>
                    <a:lnTo>
                      <a:pt x="1553" y="2958"/>
                    </a:lnTo>
                    <a:lnTo>
                      <a:pt x="1543" y="2893"/>
                    </a:lnTo>
                    <a:lnTo>
                      <a:pt x="1540" y="2827"/>
                    </a:lnTo>
                    <a:lnTo>
                      <a:pt x="1543" y="2761"/>
                    </a:lnTo>
                    <a:lnTo>
                      <a:pt x="1553" y="2698"/>
                    </a:lnTo>
                    <a:lnTo>
                      <a:pt x="1569" y="2636"/>
                    </a:lnTo>
                    <a:lnTo>
                      <a:pt x="1591" y="2577"/>
                    </a:lnTo>
                    <a:lnTo>
                      <a:pt x="1618" y="2520"/>
                    </a:lnTo>
                    <a:lnTo>
                      <a:pt x="1650" y="2466"/>
                    </a:lnTo>
                    <a:lnTo>
                      <a:pt x="1688" y="2417"/>
                    </a:lnTo>
                    <a:lnTo>
                      <a:pt x="1729" y="2371"/>
                    </a:lnTo>
                    <a:lnTo>
                      <a:pt x="1775" y="2329"/>
                    </a:lnTo>
                    <a:lnTo>
                      <a:pt x="1825" y="2293"/>
                    </a:lnTo>
                    <a:lnTo>
                      <a:pt x="1877" y="2260"/>
                    </a:lnTo>
                    <a:lnTo>
                      <a:pt x="1934" y="2233"/>
                    </a:lnTo>
                    <a:lnTo>
                      <a:pt x="1993" y="2212"/>
                    </a:lnTo>
                    <a:lnTo>
                      <a:pt x="2055" y="2196"/>
                    </a:lnTo>
                    <a:lnTo>
                      <a:pt x="2120" y="2185"/>
                    </a:lnTo>
                    <a:lnTo>
                      <a:pt x="2186" y="2182"/>
                    </a:lnTo>
                    <a:close/>
                    <a:moveTo>
                      <a:pt x="944" y="1984"/>
                    </a:moveTo>
                    <a:lnTo>
                      <a:pt x="1491" y="1984"/>
                    </a:lnTo>
                    <a:lnTo>
                      <a:pt x="1505" y="1986"/>
                    </a:lnTo>
                    <a:lnTo>
                      <a:pt x="1519" y="1994"/>
                    </a:lnTo>
                    <a:lnTo>
                      <a:pt x="1531" y="2004"/>
                    </a:lnTo>
                    <a:lnTo>
                      <a:pt x="1537" y="2018"/>
                    </a:lnTo>
                    <a:lnTo>
                      <a:pt x="1540" y="2034"/>
                    </a:lnTo>
                    <a:lnTo>
                      <a:pt x="1540" y="2083"/>
                    </a:lnTo>
                    <a:lnTo>
                      <a:pt x="1537" y="2099"/>
                    </a:lnTo>
                    <a:lnTo>
                      <a:pt x="1531" y="2113"/>
                    </a:lnTo>
                    <a:lnTo>
                      <a:pt x="1519" y="2123"/>
                    </a:lnTo>
                    <a:lnTo>
                      <a:pt x="1505" y="2131"/>
                    </a:lnTo>
                    <a:lnTo>
                      <a:pt x="1491" y="2133"/>
                    </a:lnTo>
                    <a:lnTo>
                      <a:pt x="944" y="2133"/>
                    </a:lnTo>
                    <a:lnTo>
                      <a:pt x="928" y="2131"/>
                    </a:lnTo>
                    <a:lnTo>
                      <a:pt x="914" y="2123"/>
                    </a:lnTo>
                    <a:lnTo>
                      <a:pt x="904" y="2113"/>
                    </a:lnTo>
                    <a:lnTo>
                      <a:pt x="896" y="2099"/>
                    </a:lnTo>
                    <a:lnTo>
                      <a:pt x="894" y="2083"/>
                    </a:lnTo>
                    <a:lnTo>
                      <a:pt x="894" y="2034"/>
                    </a:lnTo>
                    <a:lnTo>
                      <a:pt x="896" y="2018"/>
                    </a:lnTo>
                    <a:lnTo>
                      <a:pt x="904" y="2004"/>
                    </a:lnTo>
                    <a:lnTo>
                      <a:pt x="914" y="1994"/>
                    </a:lnTo>
                    <a:lnTo>
                      <a:pt x="928" y="1986"/>
                    </a:lnTo>
                    <a:lnTo>
                      <a:pt x="944" y="1984"/>
                    </a:lnTo>
                    <a:close/>
                    <a:moveTo>
                      <a:pt x="769" y="1894"/>
                    </a:moveTo>
                    <a:lnTo>
                      <a:pt x="783" y="1897"/>
                    </a:lnTo>
                    <a:lnTo>
                      <a:pt x="795" y="1905"/>
                    </a:lnTo>
                    <a:lnTo>
                      <a:pt x="805" y="1916"/>
                    </a:lnTo>
                    <a:lnTo>
                      <a:pt x="810" y="1930"/>
                    </a:lnTo>
                    <a:lnTo>
                      <a:pt x="810" y="1943"/>
                    </a:lnTo>
                    <a:lnTo>
                      <a:pt x="807" y="1957"/>
                    </a:lnTo>
                    <a:lnTo>
                      <a:pt x="800" y="1970"/>
                    </a:lnTo>
                    <a:lnTo>
                      <a:pt x="616" y="2175"/>
                    </a:lnTo>
                    <a:lnTo>
                      <a:pt x="606" y="2183"/>
                    </a:lnTo>
                    <a:lnTo>
                      <a:pt x="594" y="2188"/>
                    </a:lnTo>
                    <a:lnTo>
                      <a:pt x="581" y="2191"/>
                    </a:lnTo>
                    <a:lnTo>
                      <a:pt x="567" y="2187"/>
                    </a:lnTo>
                    <a:lnTo>
                      <a:pt x="553" y="2180"/>
                    </a:lnTo>
                    <a:lnTo>
                      <a:pt x="439" y="2088"/>
                    </a:lnTo>
                    <a:lnTo>
                      <a:pt x="430" y="2078"/>
                    </a:lnTo>
                    <a:lnTo>
                      <a:pt x="423" y="2065"/>
                    </a:lnTo>
                    <a:lnTo>
                      <a:pt x="422" y="2052"/>
                    </a:lnTo>
                    <a:lnTo>
                      <a:pt x="425" y="2038"/>
                    </a:lnTo>
                    <a:lnTo>
                      <a:pt x="432" y="2024"/>
                    </a:lnTo>
                    <a:lnTo>
                      <a:pt x="442" y="2015"/>
                    </a:lnTo>
                    <a:lnTo>
                      <a:pt x="456" y="2010"/>
                    </a:lnTo>
                    <a:lnTo>
                      <a:pt x="470" y="2007"/>
                    </a:lnTo>
                    <a:lnTo>
                      <a:pt x="484" y="2011"/>
                    </a:lnTo>
                    <a:lnTo>
                      <a:pt x="496" y="2018"/>
                    </a:lnTo>
                    <a:lnTo>
                      <a:pt x="576" y="2082"/>
                    </a:lnTo>
                    <a:lnTo>
                      <a:pt x="731" y="1909"/>
                    </a:lnTo>
                    <a:lnTo>
                      <a:pt x="742" y="1899"/>
                    </a:lnTo>
                    <a:lnTo>
                      <a:pt x="755" y="1895"/>
                    </a:lnTo>
                    <a:lnTo>
                      <a:pt x="769" y="1894"/>
                    </a:lnTo>
                    <a:close/>
                    <a:moveTo>
                      <a:pt x="944" y="1588"/>
                    </a:moveTo>
                    <a:lnTo>
                      <a:pt x="1738" y="1588"/>
                    </a:lnTo>
                    <a:lnTo>
                      <a:pt x="1754" y="1590"/>
                    </a:lnTo>
                    <a:lnTo>
                      <a:pt x="1768" y="1597"/>
                    </a:lnTo>
                    <a:lnTo>
                      <a:pt x="1778" y="1608"/>
                    </a:lnTo>
                    <a:lnTo>
                      <a:pt x="1786" y="1621"/>
                    </a:lnTo>
                    <a:lnTo>
                      <a:pt x="1788" y="1637"/>
                    </a:lnTo>
                    <a:lnTo>
                      <a:pt x="1788" y="1687"/>
                    </a:lnTo>
                    <a:lnTo>
                      <a:pt x="1786" y="1702"/>
                    </a:lnTo>
                    <a:lnTo>
                      <a:pt x="1778" y="1716"/>
                    </a:lnTo>
                    <a:lnTo>
                      <a:pt x="1768" y="1727"/>
                    </a:lnTo>
                    <a:lnTo>
                      <a:pt x="1754" y="1734"/>
                    </a:lnTo>
                    <a:lnTo>
                      <a:pt x="1738" y="1736"/>
                    </a:lnTo>
                    <a:lnTo>
                      <a:pt x="944" y="1736"/>
                    </a:lnTo>
                    <a:lnTo>
                      <a:pt x="928" y="1734"/>
                    </a:lnTo>
                    <a:lnTo>
                      <a:pt x="914" y="1727"/>
                    </a:lnTo>
                    <a:lnTo>
                      <a:pt x="904" y="1716"/>
                    </a:lnTo>
                    <a:lnTo>
                      <a:pt x="896" y="1702"/>
                    </a:lnTo>
                    <a:lnTo>
                      <a:pt x="894" y="1687"/>
                    </a:lnTo>
                    <a:lnTo>
                      <a:pt x="894" y="1637"/>
                    </a:lnTo>
                    <a:lnTo>
                      <a:pt x="896" y="1621"/>
                    </a:lnTo>
                    <a:lnTo>
                      <a:pt x="904" y="1608"/>
                    </a:lnTo>
                    <a:lnTo>
                      <a:pt x="914" y="1597"/>
                    </a:lnTo>
                    <a:lnTo>
                      <a:pt x="928" y="1590"/>
                    </a:lnTo>
                    <a:lnTo>
                      <a:pt x="944" y="1588"/>
                    </a:lnTo>
                    <a:close/>
                    <a:moveTo>
                      <a:pt x="769" y="1472"/>
                    </a:moveTo>
                    <a:lnTo>
                      <a:pt x="783" y="1475"/>
                    </a:lnTo>
                    <a:lnTo>
                      <a:pt x="795" y="1483"/>
                    </a:lnTo>
                    <a:lnTo>
                      <a:pt x="805" y="1494"/>
                    </a:lnTo>
                    <a:lnTo>
                      <a:pt x="810" y="1508"/>
                    </a:lnTo>
                    <a:lnTo>
                      <a:pt x="810" y="1521"/>
                    </a:lnTo>
                    <a:lnTo>
                      <a:pt x="807" y="1535"/>
                    </a:lnTo>
                    <a:lnTo>
                      <a:pt x="800" y="1548"/>
                    </a:lnTo>
                    <a:lnTo>
                      <a:pt x="616" y="1753"/>
                    </a:lnTo>
                    <a:lnTo>
                      <a:pt x="606" y="1761"/>
                    </a:lnTo>
                    <a:lnTo>
                      <a:pt x="594" y="1767"/>
                    </a:lnTo>
                    <a:lnTo>
                      <a:pt x="581" y="1769"/>
                    </a:lnTo>
                    <a:lnTo>
                      <a:pt x="567" y="1765"/>
                    </a:lnTo>
                    <a:lnTo>
                      <a:pt x="553" y="1758"/>
                    </a:lnTo>
                    <a:lnTo>
                      <a:pt x="439" y="1667"/>
                    </a:lnTo>
                    <a:lnTo>
                      <a:pt x="430" y="1656"/>
                    </a:lnTo>
                    <a:lnTo>
                      <a:pt x="423" y="1643"/>
                    </a:lnTo>
                    <a:lnTo>
                      <a:pt x="422" y="1630"/>
                    </a:lnTo>
                    <a:lnTo>
                      <a:pt x="425" y="1615"/>
                    </a:lnTo>
                    <a:lnTo>
                      <a:pt x="432" y="1602"/>
                    </a:lnTo>
                    <a:lnTo>
                      <a:pt x="442" y="1593"/>
                    </a:lnTo>
                    <a:lnTo>
                      <a:pt x="456" y="1588"/>
                    </a:lnTo>
                    <a:lnTo>
                      <a:pt x="470" y="1586"/>
                    </a:lnTo>
                    <a:lnTo>
                      <a:pt x="484" y="1589"/>
                    </a:lnTo>
                    <a:lnTo>
                      <a:pt x="496" y="1596"/>
                    </a:lnTo>
                    <a:lnTo>
                      <a:pt x="576" y="1660"/>
                    </a:lnTo>
                    <a:lnTo>
                      <a:pt x="731" y="1487"/>
                    </a:lnTo>
                    <a:lnTo>
                      <a:pt x="742" y="1477"/>
                    </a:lnTo>
                    <a:lnTo>
                      <a:pt x="755" y="1473"/>
                    </a:lnTo>
                    <a:lnTo>
                      <a:pt x="769" y="1472"/>
                    </a:lnTo>
                    <a:close/>
                    <a:moveTo>
                      <a:pt x="944" y="1140"/>
                    </a:moveTo>
                    <a:lnTo>
                      <a:pt x="1738" y="1140"/>
                    </a:lnTo>
                    <a:lnTo>
                      <a:pt x="1754" y="1144"/>
                    </a:lnTo>
                    <a:lnTo>
                      <a:pt x="1768" y="1150"/>
                    </a:lnTo>
                    <a:lnTo>
                      <a:pt x="1778" y="1162"/>
                    </a:lnTo>
                    <a:lnTo>
                      <a:pt x="1786" y="1175"/>
                    </a:lnTo>
                    <a:lnTo>
                      <a:pt x="1788" y="1190"/>
                    </a:lnTo>
                    <a:lnTo>
                      <a:pt x="1788" y="1240"/>
                    </a:lnTo>
                    <a:lnTo>
                      <a:pt x="1786" y="1255"/>
                    </a:lnTo>
                    <a:lnTo>
                      <a:pt x="1778" y="1269"/>
                    </a:lnTo>
                    <a:lnTo>
                      <a:pt x="1768" y="1280"/>
                    </a:lnTo>
                    <a:lnTo>
                      <a:pt x="1754" y="1287"/>
                    </a:lnTo>
                    <a:lnTo>
                      <a:pt x="1738" y="1290"/>
                    </a:lnTo>
                    <a:lnTo>
                      <a:pt x="944" y="1290"/>
                    </a:lnTo>
                    <a:lnTo>
                      <a:pt x="928" y="1287"/>
                    </a:lnTo>
                    <a:lnTo>
                      <a:pt x="914" y="1280"/>
                    </a:lnTo>
                    <a:lnTo>
                      <a:pt x="904" y="1269"/>
                    </a:lnTo>
                    <a:lnTo>
                      <a:pt x="896" y="1255"/>
                    </a:lnTo>
                    <a:lnTo>
                      <a:pt x="894" y="1240"/>
                    </a:lnTo>
                    <a:lnTo>
                      <a:pt x="894" y="1190"/>
                    </a:lnTo>
                    <a:lnTo>
                      <a:pt x="896" y="1175"/>
                    </a:lnTo>
                    <a:lnTo>
                      <a:pt x="904" y="1162"/>
                    </a:lnTo>
                    <a:lnTo>
                      <a:pt x="914" y="1150"/>
                    </a:lnTo>
                    <a:lnTo>
                      <a:pt x="928" y="1144"/>
                    </a:lnTo>
                    <a:lnTo>
                      <a:pt x="944" y="1140"/>
                    </a:lnTo>
                    <a:close/>
                    <a:moveTo>
                      <a:pt x="769" y="1030"/>
                    </a:moveTo>
                    <a:lnTo>
                      <a:pt x="783" y="1034"/>
                    </a:lnTo>
                    <a:lnTo>
                      <a:pt x="795" y="1042"/>
                    </a:lnTo>
                    <a:lnTo>
                      <a:pt x="805" y="1053"/>
                    </a:lnTo>
                    <a:lnTo>
                      <a:pt x="810" y="1066"/>
                    </a:lnTo>
                    <a:lnTo>
                      <a:pt x="810" y="1081"/>
                    </a:lnTo>
                    <a:lnTo>
                      <a:pt x="807" y="1094"/>
                    </a:lnTo>
                    <a:lnTo>
                      <a:pt x="800" y="1106"/>
                    </a:lnTo>
                    <a:lnTo>
                      <a:pt x="616" y="1312"/>
                    </a:lnTo>
                    <a:lnTo>
                      <a:pt x="606" y="1320"/>
                    </a:lnTo>
                    <a:lnTo>
                      <a:pt x="594" y="1326"/>
                    </a:lnTo>
                    <a:lnTo>
                      <a:pt x="581" y="1327"/>
                    </a:lnTo>
                    <a:lnTo>
                      <a:pt x="567" y="1325"/>
                    </a:lnTo>
                    <a:lnTo>
                      <a:pt x="553" y="1317"/>
                    </a:lnTo>
                    <a:lnTo>
                      <a:pt x="439" y="1226"/>
                    </a:lnTo>
                    <a:lnTo>
                      <a:pt x="430" y="1215"/>
                    </a:lnTo>
                    <a:lnTo>
                      <a:pt x="423" y="1202"/>
                    </a:lnTo>
                    <a:lnTo>
                      <a:pt x="422" y="1188"/>
                    </a:lnTo>
                    <a:lnTo>
                      <a:pt x="425" y="1174"/>
                    </a:lnTo>
                    <a:lnTo>
                      <a:pt x="432" y="1162"/>
                    </a:lnTo>
                    <a:lnTo>
                      <a:pt x="442" y="1152"/>
                    </a:lnTo>
                    <a:lnTo>
                      <a:pt x="456" y="1146"/>
                    </a:lnTo>
                    <a:lnTo>
                      <a:pt x="470" y="1145"/>
                    </a:lnTo>
                    <a:lnTo>
                      <a:pt x="484" y="1147"/>
                    </a:lnTo>
                    <a:lnTo>
                      <a:pt x="496" y="1154"/>
                    </a:lnTo>
                    <a:lnTo>
                      <a:pt x="576" y="1218"/>
                    </a:lnTo>
                    <a:lnTo>
                      <a:pt x="731" y="1046"/>
                    </a:lnTo>
                    <a:lnTo>
                      <a:pt x="742" y="1036"/>
                    </a:lnTo>
                    <a:lnTo>
                      <a:pt x="755" y="1031"/>
                    </a:lnTo>
                    <a:lnTo>
                      <a:pt x="769" y="1030"/>
                    </a:lnTo>
                    <a:close/>
                    <a:moveTo>
                      <a:pt x="150" y="347"/>
                    </a:moveTo>
                    <a:lnTo>
                      <a:pt x="552" y="347"/>
                    </a:lnTo>
                    <a:lnTo>
                      <a:pt x="548" y="372"/>
                    </a:lnTo>
                    <a:lnTo>
                      <a:pt x="547" y="399"/>
                    </a:lnTo>
                    <a:lnTo>
                      <a:pt x="550" y="439"/>
                    </a:lnTo>
                    <a:lnTo>
                      <a:pt x="559" y="477"/>
                    </a:lnTo>
                    <a:lnTo>
                      <a:pt x="574" y="511"/>
                    </a:lnTo>
                    <a:lnTo>
                      <a:pt x="594" y="544"/>
                    </a:lnTo>
                    <a:lnTo>
                      <a:pt x="618" y="572"/>
                    </a:lnTo>
                    <a:lnTo>
                      <a:pt x="648" y="598"/>
                    </a:lnTo>
                    <a:lnTo>
                      <a:pt x="681" y="618"/>
                    </a:lnTo>
                    <a:lnTo>
                      <a:pt x="715" y="632"/>
                    </a:lnTo>
                    <a:lnTo>
                      <a:pt x="753" y="642"/>
                    </a:lnTo>
                    <a:lnTo>
                      <a:pt x="793" y="645"/>
                    </a:lnTo>
                    <a:lnTo>
                      <a:pt x="1442" y="645"/>
                    </a:lnTo>
                    <a:lnTo>
                      <a:pt x="1482" y="642"/>
                    </a:lnTo>
                    <a:lnTo>
                      <a:pt x="1520" y="632"/>
                    </a:lnTo>
                    <a:lnTo>
                      <a:pt x="1555" y="618"/>
                    </a:lnTo>
                    <a:lnTo>
                      <a:pt x="1588" y="597"/>
                    </a:lnTo>
                    <a:lnTo>
                      <a:pt x="1616" y="572"/>
                    </a:lnTo>
                    <a:lnTo>
                      <a:pt x="1641" y="543"/>
                    </a:lnTo>
                    <a:lnTo>
                      <a:pt x="1661" y="510"/>
                    </a:lnTo>
                    <a:lnTo>
                      <a:pt x="1676" y="475"/>
                    </a:lnTo>
                    <a:lnTo>
                      <a:pt x="1686" y="436"/>
                    </a:lnTo>
                    <a:lnTo>
                      <a:pt x="1689" y="396"/>
                    </a:lnTo>
                    <a:lnTo>
                      <a:pt x="1688" y="371"/>
                    </a:lnTo>
                    <a:lnTo>
                      <a:pt x="1683" y="347"/>
                    </a:lnTo>
                    <a:lnTo>
                      <a:pt x="1987" y="347"/>
                    </a:lnTo>
                    <a:lnTo>
                      <a:pt x="2029" y="349"/>
                    </a:lnTo>
                    <a:lnTo>
                      <a:pt x="2067" y="356"/>
                    </a:lnTo>
                    <a:lnTo>
                      <a:pt x="2101" y="366"/>
                    </a:lnTo>
                    <a:lnTo>
                      <a:pt x="2132" y="379"/>
                    </a:lnTo>
                    <a:lnTo>
                      <a:pt x="2159" y="396"/>
                    </a:lnTo>
                    <a:lnTo>
                      <a:pt x="2182" y="416"/>
                    </a:lnTo>
                    <a:lnTo>
                      <a:pt x="2201" y="438"/>
                    </a:lnTo>
                    <a:lnTo>
                      <a:pt x="2215" y="462"/>
                    </a:lnTo>
                    <a:lnTo>
                      <a:pt x="2226" y="488"/>
                    </a:lnTo>
                    <a:lnTo>
                      <a:pt x="2233" y="517"/>
                    </a:lnTo>
                    <a:lnTo>
                      <a:pt x="2235" y="546"/>
                    </a:lnTo>
                    <a:lnTo>
                      <a:pt x="2235" y="2036"/>
                    </a:lnTo>
                    <a:lnTo>
                      <a:pt x="2210" y="2035"/>
                    </a:lnTo>
                    <a:lnTo>
                      <a:pt x="2186" y="2034"/>
                    </a:lnTo>
                    <a:lnTo>
                      <a:pt x="2118" y="2037"/>
                    </a:lnTo>
                    <a:lnTo>
                      <a:pt x="2051" y="2045"/>
                    </a:lnTo>
                    <a:lnTo>
                      <a:pt x="1987" y="2060"/>
                    </a:lnTo>
                    <a:lnTo>
                      <a:pt x="1987" y="893"/>
                    </a:lnTo>
                    <a:lnTo>
                      <a:pt x="249" y="893"/>
                    </a:lnTo>
                    <a:lnTo>
                      <a:pt x="249" y="2876"/>
                    </a:lnTo>
                    <a:lnTo>
                      <a:pt x="1394" y="2876"/>
                    </a:lnTo>
                    <a:lnTo>
                      <a:pt x="1400" y="2942"/>
                    </a:lnTo>
                    <a:lnTo>
                      <a:pt x="1412" y="3005"/>
                    </a:lnTo>
                    <a:lnTo>
                      <a:pt x="1429" y="3066"/>
                    </a:lnTo>
                    <a:lnTo>
                      <a:pt x="1450" y="3125"/>
                    </a:lnTo>
                    <a:lnTo>
                      <a:pt x="199" y="3125"/>
                    </a:lnTo>
                    <a:lnTo>
                      <a:pt x="163" y="3122"/>
                    </a:lnTo>
                    <a:lnTo>
                      <a:pt x="130" y="3112"/>
                    </a:lnTo>
                    <a:lnTo>
                      <a:pt x="99" y="3097"/>
                    </a:lnTo>
                    <a:lnTo>
                      <a:pt x="71" y="3079"/>
                    </a:lnTo>
                    <a:lnTo>
                      <a:pt x="47" y="3054"/>
                    </a:lnTo>
                    <a:lnTo>
                      <a:pt x="27" y="3027"/>
                    </a:lnTo>
                    <a:lnTo>
                      <a:pt x="13" y="2995"/>
                    </a:lnTo>
                    <a:lnTo>
                      <a:pt x="3" y="2962"/>
                    </a:lnTo>
                    <a:lnTo>
                      <a:pt x="0" y="2926"/>
                    </a:lnTo>
                    <a:lnTo>
                      <a:pt x="0" y="546"/>
                    </a:lnTo>
                    <a:lnTo>
                      <a:pt x="3" y="513"/>
                    </a:lnTo>
                    <a:lnTo>
                      <a:pt x="9" y="483"/>
                    </a:lnTo>
                    <a:lnTo>
                      <a:pt x="21" y="455"/>
                    </a:lnTo>
                    <a:lnTo>
                      <a:pt x="36" y="428"/>
                    </a:lnTo>
                    <a:lnTo>
                      <a:pt x="53" y="405"/>
                    </a:lnTo>
                    <a:lnTo>
                      <a:pt x="71" y="385"/>
                    </a:lnTo>
                    <a:lnTo>
                      <a:pt x="91" y="369"/>
                    </a:lnTo>
                    <a:lnTo>
                      <a:pt x="111" y="358"/>
                    </a:lnTo>
                    <a:lnTo>
                      <a:pt x="131" y="349"/>
                    </a:lnTo>
                    <a:lnTo>
                      <a:pt x="150" y="347"/>
                    </a:lnTo>
                    <a:close/>
                    <a:moveTo>
                      <a:pt x="1118" y="99"/>
                    </a:moveTo>
                    <a:lnTo>
                      <a:pt x="1098" y="102"/>
                    </a:lnTo>
                    <a:lnTo>
                      <a:pt x="1080" y="109"/>
                    </a:lnTo>
                    <a:lnTo>
                      <a:pt x="1065" y="121"/>
                    </a:lnTo>
                    <a:lnTo>
                      <a:pt x="1053" y="136"/>
                    </a:lnTo>
                    <a:lnTo>
                      <a:pt x="1046" y="154"/>
                    </a:lnTo>
                    <a:lnTo>
                      <a:pt x="1043" y="174"/>
                    </a:lnTo>
                    <a:lnTo>
                      <a:pt x="1046" y="194"/>
                    </a:lnTo>
                    <a:lnTo>
                      <a:pt x="1053" y="211"/>
                    </a:lnTo>
                    <a:lnTo>
                      <a:pt x="1065" y="226"/>
                    </a:lnTo>
                    <a:lnTo>
                      <a:pt x="1080" y="238"/>
                    </a:lnTo>
                    <a:lnTo>
                      <a:pt x="1098" y="245"/>
                    </a:lnTo>
                    <a:lnTo>
                      <a:pt x="1118" y="248"/>
                    </a:lnTo>
                    <a:lnTo>
                      <a:pt x="1138" y="245"/>
                    </a:lnTo>
                    <a:lnTo>
                      <a:pt x="1156" y="238"/>
                    </a:lnTo>
                    <a:lnTo>
                      <a:pt x="1170" y="226"/>
                    </a:lnTo>
                    <a:lnTo>
                      <a:pt x="1182" y="211"/>
                    </a:lnTo>
                    <a:lnTo>
                      <a:pt x="1189" y="194"/>
                    </a:lnTo>
                    <a:lnTo>
                      <a:pt x="1193" y="174"/>
                    </a:lnTo>
                    <a:lnTo>
                      <a:pt x="1189" y="154"/>
                    </a:lnTo>
                    <a:lnTo>
                      <a:pt x="1182" y="136"/>
                    </a:lnTo>
                    <a:lnTo>
                      <a:pt x="1170" y="121"/>
                    </a:lnTo>
                    <a:lnTo>
                      <a:pt x="1156" y="109"/>
                    </a:lnTo>
                    <a:lnTo>
                      <a:pt x="1138" y="102"/>
                    </a:lnTo>
                    <a:lnTo>
                      <a:pt x="1118" y="99"/>
                    </a:lnTo>
                    <a:close/>
                    <a:moveTo>
                      <a:pt x="1116" y="0"/>
                    </a:moveTo>
                    <a:lnTo>
                      <a:pt x="1120" y="0"/>
                    </a:lnTo>
                    <a:lnTo>
                      <a:pt x="1150" y="3"/>
                    </a:lnTo>
                    <a:lnTo>
                      <a:pt x="1180" y="11"/>
                    </a:lnTo>
                    <a:lnTo>
                      <a:pt x="1206" y="23"/>
                    </a:lnTo>
                    <a:lnTo>
                      <a:pt x="1230" y="40"/>
                    </a:lnTo>
                    <a:lnTo>
                      <a:pt x="1252" y="61"/>
                    </a:lnTo>
                    <a:lnTo>
                      <a:pt x="1268" y="85"/>
                    </a:lnTo>
                    <a:lnTo>
                      <a:pt x="1281" y="112"/>
                    </a:lnTo>
                    <a:lnTo>
                      <a:pt x="1288" y="141"/>
                    </a:lnTo>
                    <a:lnTo>
                      <a:pt x="1292" y="171"/>
                    </a:lnTo>
                    <a:lnTo>
                      <a:pt x="1292" y="174"/>
                    </a:lnTo>
                    <a:lnTo>
                      <a:pt x="1294" y="194"/>
                    </a:lnTo>
                    <a:lnTo>
                      <a:pt x="1302" y="211"/>
                    </a:lnTo>
                    <a:lnTo>
                      <a:pt x="1314" y="226"/>
                    </a:lnTo>
                    <a:lnTo>
                      <a:pt x="1328" y="238"/>
                    </a:lnTo>
                    <a:lnTo>
                      <a:pt x="1345" y="245"/>
                    </a:lnTo>
                    <a:lnTo>
                      <a:pt x="1365" y="248"/>
                    </a:lnTo>
                    <a:lnTo>
                      <a:pt x="1442" y="248"/>
                    </a:lnTo>
                    <a:lnTo>
                      <a:pt x="1472" y="251"/>
                    </a:lnTo>
                    <a:lnTo>
                      <a:pt x="1499" y="260"/>
                    </a:lnTo>
                    <a:lnTo>
                      <a:pt x="1524" y="274"/>
                    </a:lnTo>
                    <a:lnTo>
                      <a:pt x="1547" y="291"/>
                    </a:lnTo>
                    <a:lnTo>
                      <a:pt x="1564" y="312"/>
                    </a:lnTo>
                    <a:lnTo>
                      <a:pt x="1578" y="338"/>
                    </a:lnTo>
                    <a:lnTo>
                      <a:pt x="1587" y="366"/>
                    </a:lnTo>
                    <a:lnTo>
                      <a:pt x="1590" y="396"/>
                    </a:lnTo>
                    <a:lnTo>
                      <a:pt x="1590" y="399"/>
                    </a:lnTo>
                    <a:lnTo>
                      <a:pt x="1587" y="428"/>
                    </a:lnTo>
                    <a:lnTo>
                      <a:pt x="1578" y="456"/>
                    </a:lnTo>
                    <a:lnTo>
                      <a:pt x="1564" y="481"/>
                    </a:lnTo>
                    <a:lnTo>
                      <a:pt x="1547" y="503"/>
                    </a:lnTo>
                    <a:lnTo>
                      <a:pt x="1524" y="521"/>
                    </a:lnTo>
                    <a:lnTo>
                      <a:pt x="1499" y="534"/>
                    </a:lnTo>
                    <a:lnTo>
                      <a:pt x="1472" y="543"/>
                    </a:lnTo>
                    <a:lnTo>
                      <a:pt x="1442" y="546"/>
                    </a:lnTo>
                    <a:lnTo>
                      <a:pt x="793" y="546"/>
                    </a:lnTo>
                    <a:lnTo>
                      <a:pt x="764" y="543"/>
                    </a:lnTo>
                    <a:lnTo>
                      <a:pt x="736" y="534"/>
                    </a:lnTo>
                    <a:lnTo>
                      <a:pt x="711" y="521"/>
                    </a:lnTo>
                    <a:lnTo>
                      <a:pt x="689" y="503"/>
                    </a:lnTo>
                    <a:lnTo>
                      <a:pt x="671" y="481"/>
                    </a:lnTo>
                    <a:lnTo>
                      <a:pt x="657" y="456"/>
                    </a:lnTo>
                    <a:lnTo>
                      <a:pt x="649" y="428"/>
                    </a:lnTo>
                    <a:lnTo>
                      <a:pt x="646" y="399"/>
                    </a:lnTo>
                    <a:lnTo>
                      <a:pt x="646" y="396"/>
                    </a:lnTo>
                    <a:lnTo>
                      <a:pt x="649" y="366"/>
                    </a:lnTo>
                    <a:lnTo>
                      <a:pt x="657" y="338"/>
                    </a:lnTo>
                    <a:lnTo>
                      <a:pt x="671" y="312"/>
                    </a:lnTo>
                    <a:lnTo>
                      <a:pt x="689" y="291"/>
                    </a:lnTo>
                    <a:lnTo>
                      <a:pt x="711" y="274"/>
                    </a:lnTo>
                    <a:lnTo>
                      <a:pt x="736" y="260"/>
                    </a:lnTo>
                    <a:lnTo>
                      <a:pt x="764" y="251"/>
                    </a:lnTo>
                    <a:lnTo>
                      <a:pt x="793" y="248"/>
                    </a:lnTo>
                    <a:lnTo>
                      <a:pt x="870" y="248"/>
                    </a:lnTo>
                    <a:lnTo>
                      <a:pt x="889" y="245"/>
                    </a:lnTo>
                    <a:lnTo>
                      <a:pt x="907" y="238"/>
                    </a:lnTo>
                    <a:lnTo>
                      <a:pt x="922" y="226"/>
                    </a:lnTo>
                    <a:lnTo>
                      <a:pt x="933" y="211"/>
                    </a:lnTo>
                    <a:lnTo>
                      <a:pt x="941" y="194"/>
                    </a:lnTo>
                    <a:lnTo>
                      <a:pt x="944" y="174"/>
                    </a:lnTo>
                    <a:lnTo>
                      <a:pt x="944" y="171"/>
                    </a:lnTo>
                    <a:lnTo>
                      <a:pt x="947" y="141"/>
                    </a:lnTo>
                    <a:lnTo>
                      <a:pt x="954" y="112"/>
                    </a:lnTo>
                    <a:lnTo>
                      <a:pt x="967" y="85"/>
                    </a:lnTo>
                    <a:lnTo>
                      <a:pt x="984" y="61"/>
                    </a:lnTo>
                    <a:lnTo>
                      <a:pt x="1005" y="40"/>
                    </a:lnTo>
                    <a:lnTo>
                      <a:pt x="1029" y="23"/>
                    </a:lnTo>
                    <a:lnTo>
                      <a:pt x="1056" y="11"/>
                    </a:lnTo>
                    <a:lnTo>
                      <a:pt x="1085" y="3"/>
                    </a:lnTo>
                    <a:lnTo>
                      <a:pt x="1116"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2" name="椭圆 41"/>
              <p:cNvSpPr/>
              <p:nvPr/>
            </p:nvSpPr>
            <p:spPr>
              <a:xfrm>
                <a:off x="2418701" y="4675290"/>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nvGrpSpPr>
            <p:cNvPr id="38" name="组合 37"/>
            <p:cNvGrpSpPr/>
            <p:nvPr/>
          </p:nvGrpSpPr>
          <p:grpSpPr>
            <a:xfrm>
              <a:off x="3064811" y="4782240"/>
              <a:ext cx="848538" cy="848538"/>
              <a:chOff x="3601296" y="4737148"/>
              <a:chExt cx="848538" cy="848538"/>
            </a:xfrm>
          </p:grpSpPr>
          <p:sp>
            <p:nvSpPr>
              <p:cNvPr id="39" name="자유형 60"/>
              <p:cNvSpPr/>
              <p:nvPr/>
            </p:nvSpPr>
            <p:spPr bwMode="auto">
              <a:xfrm flipV="1">
                <a:off x="3843099" y="5001724"/>
                <a:ext cx="364932" cy="319387"/>
              </a:xfrm>
              <a:custGeom>
                <a:avLst/>
                <a:gdLst>
                  <a:gd name="connsiteX0" fmla="*/ 149021 w 448462"/>
                  <a:gd name="connsiteY0" fmla="*/ 328125 h 392491"/>
                  <a:gd name="connsiteX1" fmla="*/ 210588 w 448462"/>
                  <a:gd name="connsiteY1" fmla="*/ 357224 h 392491"/>
                  <a:gd name="connsiteX2" fmla="*/ 160375 w 448462"/>
                  <a:gd name="connsiteY2" fmla="*/ 391211 h 392491"/>
                  <a:gd name="connsiteX3" fmla="*/ 158502 w 448462"/>
                  <a:gd name="connsiteY3" fmla="*/ 392025 h 392491"/>
                  <a:gd name="connsiteX4" fmla="*/ 156629 w 448462"/>
                  <a:gd name="connsiteY4" fmla="*/ 392491 h 392491"/>
                  <a:gd name="connsiteX5" fmla="*/ 154757 w 448462"/>
                  <a:gd name="connsiteY5" fmla="*/ 392375 h 392491"/>
                  <a:gd name="connsiteX6" fmla="*/ 153001 w 448462"/>
                  <a:gd name="connsiteY6" fmla="*/ 391676 h 392491"/>
                  <a:gd name="connsiteX7" fmla="*/ 151362 w 448462"/>
                  <a:gd name="connsiteY7" fmla="*/ 390396 h 392491"/>
                  <a:gd name="connsiteX8" fmla="*/ 150075 w 448462"/>
                  <a:gd name="connsiteY8" fmla="*/ 388883 h 392491"/>
                  <a:gd name="connsiteX9" fmla="*/ 149255 w 448462"/>
                  <a:gd name="connsiteY9" fmla="*/ 387137 h 392491"/>
                  <a:gd name="connsiteX10" fmla="*/ 149021 w 448462"/>
                  <a:gd name="connsiteY10" fmla="*/ 385158 h 392491"/>
                  <a:gd name="connsiteX11" fmla="*/ 441235 w 448462"/>
                  <a:gd name="connsiteY11" fmla="*/ 0 h 392491"/>
                  <a:gd name="connsiteX12" fmla="*/ 442983 w 448462"/>
                  <a:gd name="connsiteY12" fmla="*/ 233 h 392491"/>
                  <a:gd name="connsiteX13" fmla="*/ 444615 w 448462"/>
                  <a:gd name="connsiteY13" fmla="*/ 816 h 392491"/>
                  <a:gd name="connsiteX14" fmla="*/ 446131 w 448462"/>
                  <a:gd name="connsiteY14" fmla="*/ 1866 h 392491"/>
                  <a:gd name="connsiteX15" fmla="*/ 447530 w 448462"/>
                  <a:gd name="connsiteY15" fmla="*/ 3615 h 392491"/>
                  <a:gd name="connsiteX16" fmla="*/ 448346 w 448462"/>
                  <a:gd name="connsiteY16" fmla="*/ 5714 h 392491"/>
                  <a:gd name="connsiteX17" fmla="*/ 448462 w 448462"/>
                  <a:gd name="connsiteY17" fmla="*/ 7696 h 392491"/>
                  <a:gd name="connsiteX18" fmla="*/ 447879 w 448462"/>
                  <a:gd name="connsiteY18" fmla="*/ 9911 h 392491"/>
                  <a:gd name="connsiteX19" fmla="*/ 307990 w 448462"/>
                  <a:gd name="connsiteY19" fmla="*/ 362641 h 392491"/>
                  <a:gd name="connsiteX20" fmla="*/ 306708 w 448462"/>
                  <a:gd name="connsiteY20" fmla="*/ 364973 h 392491"/>
                  <a:gd name="connsiteX21" fmla="*/ 305076 w 448462"/>
                  <a:gd name="connsiteY21" fmla="*/ 366955 h 392491"/>
                  <a:gd name="connsiteX22" fmla="*/ 303094 w 448462"/>
                  <a:gd name="connsiteY22" fmla="*/ 368588 h 392491"/>
                  <a:gd name="connsiteX23" fmla="*/ 300646 w 448462"/>
                  <a:gd name="connsiteY23" fmla="*/ 369870 h 392491"/>
                  <a:gd name="connsiteX24" fmla="*/ 298314 w 448462"/>
                  <a:gd name="connsiteY24" fmla="*/ 370570 h 392491"/>
                  <a:gd name="connsiteX25" fmla="*/ 295983 w 448462"/>
                  <a:gd name="connsiteY25" fmla="*/ 370803 h 392491"/>
                  <a:gd name="connsiteX26" fmla="*/ 293068 w 448462"/>
                  <a:gd name="connsiteY26" fmla="*/ 370453 h 392491"/>
                  <a:gd name="connsiteX27" fmla="*/ 290387 w 448462"/>
                  <a:gd name="connsiteY27" fmla="*/ 369404 h 392491"/>
                  <a:gd name="connsiteX28" fmla="*/ 148982 w 448462"/>
                  <a:gd name="connsiteY28" fmla="*/ 302123 h 392491"/>
                  <a:gd name="connsiteX29" fmla="*/ 347858 w 448462"/>
                  <a:gd name="connsiteY29" fmla="*/ 102379 h 392491"/>
                  <a:gd name="connsiteX30" fmla="*/ 120771 w 448462"/>
                  <a:gd name="connsiteY30" fmla="*/ 288830 h 392491"/>
                  <a:gd name="connsiteX31" fmla="*/ 7344 w 448462"/>
                  <a:gd name="connsiteY31" fmla="*/ 234842 h 392491"/>
                  <a:gd name="connsiteX32" fmla="*/ 4896 w 448462"/>
                  <a:gd name="connsiteY32" fmla="*/ 233209 h 392491"/>
                  <a:gd name="connsiteX33" fmla="*/ 2798 w 448462"/>
                  <a:gd name="connsiteY33" fmla="*/ 231227 h 392491"/>
                  <a:gd name="connsiteX34" fmla="*/ 1282 w 448462"/>
                  <a:gd name="connsiteY34" fmla="*/ 228895 h 392491"/>
                  <a:gd name="connsiteX35" fmla="*/ 349 w 448462"/>
                  <a:gd name="connsiteY35" fmla="*/ 226213 h 392491"/>
                  <a:gd name="connsiteX36" fmla="*/ 0 w 448462"/>
                  <a:gd name="connsiteY36" fmla="*/ 223298 h 392491"/>
                  <a:gd name="connsiteX37" fmla="*/ 233 w 448462"/>
                  <a:gd name="connsiteY37" fmla="*/ 220499 h 392491"/>
                  <a:gd name="connsiteX38" fmla="*/ 1165 w 448462"/>
                  <a:gd name="connsiteY38" fmla="*/ 217701 h 392491"/>
                  <a:gd name="connsiteX39" fmla="*/ 2681 w 448462"/>
                  <a:gd name="connsiteY39" fmla="*/ 215252 h 392491"/>
                  <a:gd name="connsiteX40" fmla="*/ 4779 w 448462"/>
                  <a:gd name="connsiteY40" fmla="*/ 213270 h 392491"/>
                  <a:gd name="connsiteX41" fmla="*/ 7227 w 448462"/>
                  <a:gd name="connsiteY41" fmla="*/ 211754 h 392491"/>
                  <a:gd name="connsiteX42" fmla="*/ 437971 w 448462"/>
                  <a:gd name="connsiteY42" fmla="*/ 583 h 392491"/>
                  <a:gd name="connsiteX43" fmla="*/ 439603 w 448462"/>
                  <a:gd name="connsiteY43" fmla="*/ 117 h 392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48462" h="392491">
                    <a:moveTo>
                      <a:pt x="149021" y="328125"/>
                    </a:moveTo>
                    <a:lnTo>
                      <a:pt x="210588" y="357224"/>
                    </a:lnTo>
                    <a:lnTo>
                      <a:pt x="160375" y="391211"/>
                    </a:lnTo>
                    <a:lnTo>
                      <a:pt x="158502" y="392025"/>
                    </a:lnTo>
                    <a:lnTo>
                      <a:pt x="156629" y="392491"/>
                    </a:lnTo>
                    <a:lnTo>
                      <a:pt x="154757" y="392375"/>
                    </a:lnTo>
                    <a:lnTo>
                      <a:pt x="153001" y="391676"/>
                    </a:lnTo>
                    <a:lnTo>
                      <a:pt x="151362" y="390396"/>
                    </a:lnTo>
                    <a:lnTo>
                      <a:pt x="150075" y="388883"/>
                    </a:lnTo>
                    <a:lnTo>
                      <a:pt x="149255" y="387137"/>
                    </a:lnTo>
                    <a:lnTo>
                      <a:pt x="149021" y="385158"/>
                    </a:lnTo>
                    <a:close/>
                    <a:moveTo>
                      <a:pt x="441235" y="0"/>
                    </a:moveTo>
                    <a:lnTo>
                      <a:pt x="442983" y="233"/>
                    </a:lnTo>
                    <a:lnTo>
                      <a:pt x="444615" y="816"/>
                    </a:lnTo>
                    <a:lnTo>
                      <a:pt x="446131" y="1866"/>
                    </a:lnTo>
                    <a:lnTo>
                      <a:pt x="447530" y="3615"/>
                    </a:lnTo>
                    <a:lnTo>
                      <a:pt x="448346" y="5714"/>
                    </a:lnTo>
                    <a:lnTo>
                      <a:pt x="448462" y="7696"/>
                    </a:lnTo>
                    <a:lnTo>
                      <a:pt x="447879" y="9911"/>
                    </a:lnTo>
                    <a:lnTo>
                      <a:pt x="307990" y="362641"/>
                    </a:lnTo>
                    <a:lnTo>
                      <a:pt x="306708" y="364973"/>
                    </a:lnTo>
                    <a:lnTo>
                      <a:pt x="305076" y="366955"/>
                    </a:lnTo>
                    <a:lnTo>
                      <a:pt x="303094" y="368588"/>
                    </a:lnTo>
                    <a:lnTo>
                      <a:pt x="300646" y="369870"/>
                    </a:lnTo>
                    <a:lnTo>
                      <a:pt x="298314" y="370570"/>
                    </a:lnTo>
                    <a:lnTo>
                      <a:pt x="295983" y="370803"/>
                    </a:lnTo>
                    <a:lnTo>
                      <a:pt x="293068" y="370453"/>
                    </a:lnTo>
                    <a:lnTo>
                      <a:pt x="290387" y="369404"/>
                    </a:lnTo>
                    <a:lnTo>
                      <a:pt x="148982" y="302123"/>
                    </a:lnTo>
                    <a:lnTo>
                      <a:pt x="347858" y="102379"/>
                    </a:lnTo>
                    <a:lnTo>
                      <a:pt x="120771" y="288830"/>
                    </a:lnTo>
                    <a:lnTo>
                      <a:pt x="7344" y="234842"/>
                    </a:lnTo>
                    <a:lnTo>
                      <a:pt x="4896" y="233209"/>
                    </a:lnTo>
                    <a:lnTo>
                      <a:pt x="2798" y="231227"/>
                    </a:lnTo>
                    <a:lnTo>
                      <a:pt x="1282" y="228895"/>
                    </a:lnTo>
                    <a:lnTo>
                      <a:pt x="349" y="226213"/>
                    </a:lnTo>
                    <a:lnTo>
                      <a:pt x="0" y="223298"/>
                    </a:lnTo>
                    <a:lnTo>
                      <a:pt x="233" y="220499"/>
                    </a:lnTo>
                    <a:lnTo>
                      <a:pt x="1165" y="217701"/>
                    </a:lnTo>
                    <a:lnTo>
                      <a:pt x="2681" y="215252"/>
                    </a:lnTo>
                    <a:lnTo>
                      <a:pt x="4779" y="213270"/>
                    </a:lnTo>
                    <a:lnTo>
                      <a:pt x="7227" y="211754"/>
                    </a:lnTo>
                    <a:lnTo>
                      <a:pt x="437971" y="583"/>
                    </a:lnTo>
                    <a:lnTo>
                      <a:pt x="439603" y="117"/>
                    </a:lnTo>
                    <a:close/>
                  </a:path>
                </a:pathLst>
              </a:custGeom>
              <a:solidFill>
                <a:schemeClr val="accent2"/>
              </a:solidFill>
              <a:ln w="0">
                <a:noFill/>
                <a:prstDash val="solid"/>
                <a:round/>
              </a:ln>
            </p:spPr>
            <p:txBody>
              <a:bodyPr vert="horz" wrap="square" lIns="91440" tIns="45720" rIns="91440" bIns="45720" numCol="1" anchor="t" anchorCtr="0" compatLnSpc="1">
                <a:noAutofit/>
              </a:bodyPr>
              <a:lstStyle/>
              <a:p>
                <a:endParaRPr lang="ko-KR" altLang="en-US">
                  <a:solidFill>
                    <a:schemeClr val="accent2"/>
                  </a:solidFill>
                </a:endParaRPr>
              </a:p>
            </p:txBody>
          </p:sp>
          <p:sp>
            <p:nvSpPr>
              <p:cNvPr id="40" name="椭圆 39"/>
              <p:cNvSpPr/>
              <p:nvPr/>
            </p:nvSpPr>
            <p:spPr>
              <a:xfrm>
                <a:off x="3601296" y="4737148"/>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sp>
        <p:nvSpPr>
          <p:cNvPr id="53" name="PA-文本框 14"/>
          <p:cNvSpPr txBox="1"/>
          <p:nvPr>
            <p:custDataLst>
              <p:tags r:id="rId2"/>
            </p:custDataLst>
          </p:nvPr>
        </p:nvSpPr>
        <p:spPr>
          <a:xfrm>
            <a:off x="3841782" y="3830495"/>
            <a:ext cx="4497922" cy="307777"/>
          </a:xfrm>
          <a:prstGeom prst="rect">
            <a:avLst/>
          </a:prstGeom>
          <a:solidFill>
            <a:schemeClr val="accent2"/>
          </a:solidFill>
        </p:spPr>
        <p:txBody>
          <a:bodyPr wrap="square" rtlCol="0">
            <a:spAutoFit/>
          </a:bodyPr>
          <a:lstStyle/>
          <a:p>
            <a:pPr algn="dist"/>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开题报告</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论文答辩</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毕业答辩</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毕业论文</a:t>
            </a:r>
          </a:p>
        </p:txBody>
      </p:sp>
      <p:sp>
        <p:nvSpPr>
          <p:cNvPr id="2" name="矩形 1"/>
          <p:cNvSpPr/>
          <p:nvPr/>
        </p:nvSpPr>
        <p:spPr>
          <a:xfrm>
            <a:off x="404420" y="457200"/>
            <a:ext cx="11413067" cy="594359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rcRect r="46593" b="59420"/>
          <a:stretch>
            <a:fillRect/>
          </a:stretch>
        </p:blipFill>
        <p:spPr>
          <a:xfrm>
            <a:off x="834" y="3586"/>
            <a:ext cx="5192671" cy="2782957"/>
          </a:xfrm>
          <a:prstGeom prst="rect">
            <a:avLst/>
          </a:prstGeom>
        </p:spPr>
      </p:pic>
      <p:pic>
        <p:nvPicPr>
          <p:cNvPr id="4" name="图片 3"/>
          <p:cNvPicPr>
            <a:picLocks noChangeAspect="1"/>
          </p:cNvPicPr>
          <p:nvPr/>
        </p:nvPicPr>
        <p:blipFill>
          <a:blip r:embed="rId6" cstate="print">
            <a:extLst>
              <a:ext uri="{28A0092B-C50C-407E-A947-70E740481C1C}">
                <a14:useLocalDpi xmlns:a14="http://schemas.microsoft.com/office/drawing/2010/main" val="0"/>
              </a:ext>
            </a:extLst>
          </a:blip>
          <a:srcRect l="59291" t="67288"/>
          <a:stretch>
            <a:fillRect/>
          </a:stretch>
        </p:blipFill>
        <p:spPr>
          <a:xfrm>
            <a:off x="8241542" y="4614597"/>
            <a:ext cx="3958038" cy="2243403"/>
          </a:xfrm>
          <a:prstGeom prst="rect">
            <a:avLst/>
          </a:prstGeom>
        </p:spPr>
      </p:pic>
      <p:sp>
        <p:nvSpPr>
          <p:cNvPr id="5" name="PA_矩形 29"/>
          <p:cNvSpPr/>
          <p:nvPr>
            <p:custDataLst>
              <p:tags r:id="rId3"/>
            </p:custDataLst>
          </p:nvPr>
        </p:nvSpPr>
        <p:spPr>
          <a:xfrm>
            <a:off x="10464786" y="735133"/>
            <a:ext cx="1134533" cy="461665"/>
          </a:xfrm>
          <a:prstGeom prst="rect">
            <a:avLst/>
          </a:prstGeom>
          <a:ln>
            <a:noFill/>
          </a:ln>
          <a:effectLst/>
        </p:spPr>
        <p:txBody>
          <a:bodyPr wrap="square">
            <a:spAutoFit/>
          </a:bodyPr>
          <a:lstStyle/>
          <a:p>
            <a:pPr algn="dist"/>
            <a:r>
              <a:rPr lang="en-US" altLang="zh-CN" sz="2400" b="1" dirty="0">
                <a:latin typeface="思源宋体 CN Heavy" panose="02020900000000000000" pitchFamily="18" charset="-122"/>
                <a:ea typeface="思源宋体 CN Heavy" panose="02020900000000000000" pitchFamily="18" charset="-122"/>
                <a:cs typeface="Open Sans" panose="020B0606030504020204" pitchFamily="34" charset="0"/>
                <a:sym typeface="Arial" panose="020B0604020202020204"/>
              </a:rPr>
              <a:t>LOGO</a:t>
            </a:r>
            <a:endParaRPr lang="zh-CN" altLang="en-US" sz="2400" b="1" dirty="0">
              <a:latin typeface="思源宋体 CN Heavy" panose="02020900000000000000" pitchFamily="18" charset="-122"/>
              <a:ea typeface="思源宋体 CN Heavy" panose="02020900000000000000" pitchFamily="18" charset="-122"/>
              <a:cs typeface="Open Sans" panose="020B0606030504020204" pitchFamily="34" charset="0"/>
              <a:sym typeface="Arial" panose="020B0604020202020204"/>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left)">
                                      <p:cBhvr>
                                        <p:cTn id="7" dur="500"/>
                                        <p:tgtEl>
                                          <p:spTgt spid="53"/>
                                        </p:tgtEl>
                                      </p:cBhvr>
                                    </p:animEffect>
                                  </p:childTnLst>
                                </p:cTn>
                              </p:par>
                            </p:childTnLst>
                          </p:cTn>
                        </p:par>
                        <p:par>
                          <p:cTn id="8" fill="hold">
                            <p:stCondLst>
                              <p:cond delay="500"/>
                            </p:stCondLst>
                            <p:childTnLst>
                              <p:par>
                                <p:cTn id="9" presetID="0" presetClass="entr" presetSubtype="0" fill="hold" grpId="0" nodeType="afterEffect">
                                  <p:stCondLst>
                                    <p:cond delay="0"/>
                                  </p:stCondLst>
                                  <p:iterate type="lt">
                                    <p:tmPct val="10000"/>
                                  </p:iterate>
                                  <p:childTnLst>
                                    <p:set>
                                      <p:cBhvr>
                                        <p:cTn id="10" dur="1" fill="hold">
                                          <p:stCondLst>
                                            <p:cond delay="0"/>
                                          </p:stCondLst>
                                        </p:cTn>
                                        <p:tgtEl>
                                          <p:spTgt spid="5"/>
                                        </p:tgtEl>
                                        <p:attrNameLst>
                                          <p:attrName>style.visibility</p:attrName>
                                        </p:attrNameLst>
                                      </p:cBhvr>
                                      <p:to>
                                        <p:strVal val="visible"/>
                                      </p:to>
                                    </p:set>
                                    <p:anim to="" calcmode="lin" valueType="num">
                                      <p:cBhvr>
                                        <p:cTn id="11" dur="700" fill="hold">
                                          <p:stCondLst>
                                            <p:cond delay="0"/>
                                          </p:stCondLst>
                                        </p:cTn>
                                        <p:tgtEl>
                                          <p:spTgt spid="5"/>
                                        </p:tgtEl>
                                        <p:attrNameLst>
                                          <p:attrName>ppt_y</p:attrName>
                                        </p:attrNameLst>
                                      </p:cBhvr>
                                      <p:tavLst>
                                        <p:tav tm="0" fmla="#ppt_y+#ppt_h/2*((1.5-1.5*$)^3-(1.5-1.5*$)^2)*8/9">
                                          <p:val>
                                            <p:fltVal val="0"/>
                                          </p:val>
                                        </p:tav>
                                        <p:tav tm="100000">
                                          <p:val>
                                            <p:fltVal val="1"/>
                                          </p:val>
                                        </p:tav>
                                      </p:tavLst>
                                    </p:anim>
                                    <p:anim to="" calcmode="lin" valueType="num">
                                      <p:cBhvr>
                                        <p:cTn id="12" dur="700" fill="hold">
                                          <p:stCondLst>
                                            <p:cond delay="0"/>
                                          </p:stCondLst>
                                        </p:cTn>
                                        <p:tgtEl>
                                          <p:spTgt spid="5"/>
                                        </p:tgtEl>
                                        <p:attrNameLst>
                                          <p:attrName>ppt_h</p:attrName>
                                        </p:attrNameLst>
                                      </p:cBhvr>
                                      <p:tavLst>
                                        <p:tav tm="0" fmla="#ppt_h-#ppt_h*((1.5-1.5*$)^3-(1.5-1.5*$)^2)">
                                          <p:val>
                                            <p:fltVal val="0"/>
                                          </p:val>
                                        </p:tav>
                                        <p:tav tm="100000">
                                          <p:val>
                                            <p:fltVal val="1"/>
                                          </p:val>
                                        </p:tav>
                                      </p:tavLst>
                                    </p:anim>
                                    <p:animEffect filter="fade">
                                      <p:cBhvr>
                                        <p:cTn id="13" dur="700">
                                          <p:stCondLst>
                                            <p:cond delay="0"/>
                                          </p:stCondLst>
                                        </p:cTn>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val 7"/>
          <p:cNvSpPr>
            <a:spLocks noChangeArrowheads="1"/>
          </p:cNvSpPr>
          <p:nvPr/>
        </p:nvSpPr>
        <p:spPr bwMode="auto">
          <a:xfrm rot="2700000">
            <a:off x="4267890" y="4532651"/>
            <a:ext cx="951437" cy="940925"/>
          </a:xfrm>
          <a:prstGeom prst="roundRect">
            <a:avLst/>
          </a:prstGeom>
          <a:solidFill>
            <a:schemeClr val="accent1"/>
          </a:solidFill>
          <a:ln>
            <a:noFill/>
          </a:ln>
          <a:effectLst>
            <a:outerShdw blurRad="190500" dist="38100" dir="2700000" algn="tl" rotWithShape="0">
              <a:prstClr val="black">
                <a:alpha val="20000"/>
              </a:prstClr>
            </a:outerShdw>
          </a:effec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buFont typeface="Arial" panose="020B0604020202020204" pitchFamily="34" charset="0"/>
              <a:buNone/>
            </a:pPr>
            <a:endParaRPr lang="zh-CN" altLang="zh-CN" sz="28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3" name="Freeform 6"/>
          <p:cNvSpPr>
            <a:spLocks noEditPoints="1" noChangeArrowheads="1"/>
          </p:cNvSpPr>
          <p:nvPr/>
        </p:nvSpPr>
        <p:spPr bwMode="auto">
          <a:xfrm>
            <a:off x="4474009" y="4833259"/>
            <a:ext cx="542916" cy="357029"/>
          </a:xfrm>
          <a:custGeom>
            <a:avLst/>
            <a:gdLst>
              <a:gd name="T0" fmla="*/ 2147483647 w 176"/>
              <a:gd name="T1" fmla="*/ 2147483647 h 117"/>
              <a:gd name="T2" fmla="*/ 2147483647 w 176"/>
              <a:gd name="T3" fmla="*/ 2147483647 h 117"/>
              <a:gd name="T4" fmla="*/ 2147483647 w 176"/>
              <a:gd name="T5" fmla="*/ 2147483647 h 117"/>
              <a:gd name="T6" fmla="*/ 2147483647 w 176"/>
              <a:gd name="T7" fmla="*/ 2147483647 h 117"/>
              <a:gd name="T8" fmla="*/ 0 w 176"/>
              <a:gd name="T9" fmla="*/ 2147483647 h 117"/>
              <a:gd name="T10" fmla="*/ 0 w 176"/>
              <a:gd name="T11" fmla="*/ 2147483647 h 117"/>
              <a:gd name="T12" fmla="*/ 2147483647 w 176"/>
              <a:gd name="T13" fmla="*/ 2147483647 h 117"/>
              <a:gd name="T14" fmla="*/ 2147483647 w 176"/>
              <a:gd name="T15" fmla="*/ 2147483647 h 117"/>
              <a:gd name="T16" fmla="*/ 2147483647 w 176"/>
              <a:gd name="T17" fmla="*/ 2147483647 h 117"/>
              <a:gd name="T18" fmla="*/ 2147483647 w 176"/>
              <a:gd name="T19" fmla="*/ 2147483647 h 117"/>
              <a:gd name="T20" fmla="*/ 2147483647 w 176"/>
              <a:gd name="T21" fmla="*/ 2147483647 h 117"/>
              <a:gd name="T22" fmla="*/ 2147483647 w 176"/>
              <a:gd name="T23" fmla="*/ 0 h 117"/>
              <a:gd name="T24" fmla="*/ 2147483647 w 176"/>
              <a:gd name="T25" fmla="*/ 0 h 117"/>
              <a:gd name="T26" fmla="*/ 2147483647 w 176"/>
              <a:gd name="T27" fmla="*/ 2147483647 h 117"/>
              <a:gd name="T28" fmla="*/ 2147483647 w 176"/>
              <a:gd name="T29" fmla="*/ 2147483647 h 117"/>
              <a:gd name="T30" fmla="*/ 2147483647 w 176"/>
              <a:gd name="T31" fmla="*/ 2147483647 h 117"/>
              <a:gd name="T32" fmla="*/ 2147483647 w 176"/>
              <a:gd name="T33" fmla="*/ 2147483647 h 117"/>
              <a:gd name="T34" fmla="*/ 2147483647 w 176"/>
              <a:gd name="T35" fmla="*/ 2147483647 h 117"/>
              <a:gd name="T36" fmla="*/ 2147483647 w 176"/>
              <a:gd name="T37" fmla="*/ 2147483647 h 117"/>
              <a:gd name="T38" fmla="*/ 2147483647 w 176"/>
              <a:gd name="T39" fmla="*/ 2147483647 h 117"/>
              <a:gd name="T40" fmla="*/ 2147483647 w 176"/>
              <a:gd name="T41" fmla="*/ 2147483647 h 117"/>
              <a:gd name="T42" fmla="*/ 2147483647 w 176"/>
              <a:gd name="T43" fmla="*/ 2147483647 h 117"/>
              <a:gd name="T44" fmla="*/ 2147483647 w 176"/>
              <a:gd name="T45" fmla="*/ 2147483647 h 117"/>
              <a:gd name="T46" fmla="*/ 2147483647 w 176"/>
              <a:gd name="T47" fmla="*/ 2147483647 h 117"/>
              <a:gd name="T48" fmla="*/ 2147483647 w 176"/>
              <a:gd name="T49" fmla="*/ 2147483647 h 117"/>
              <a:gd name="T50" fmla="*/ 2147483647 w 176"/>
              <a:gd name="T51" fmla="*/ 2147483647 h 117"/>
              <a:gd name="T52" fmla="*/ 2147483647 w 176"/>
              <a:gd name="T53" fmla="*/ 2147483647 h 117"/>
              <a:gd name="T54" fmla="*/ 2147483647 w 176"/>
              <a:gd name="T55" fmla="*/ 2147483647 h 117"/>
              <a:gd name="T56" fmla="*/ 2147483647 w 176"/>
              <a:gd name="T57" fmla="*/ 2147483647 h 117"/>
              <a:gd name="T58" fmla="*/ 2147483647 w 176"/>
              <a:gd name="T59" fmla="*/ 2147483647 h 117"/>
              <a:gd name="T60" fmla="*/ 2147483647 w 176"/>
              <a:gd name="T61" fmla="*/ 2147483647 h 117"/>
              <a:gd name="T62" fmla="*/ 2147483647 w 176"/>
              <a:gd name="T63" fmla="*/ 2147483647 h 117"/>
              <a:gd name="T64" fmla="*/ 2147483647 w 176"/>
              <a:gd name="T65" fmla="*/ 2147483647 h 117"/>
              <a:gd name="T66" fmla="*/ 2147483647 w 176"/>
              <a:gd name="T67" fmla="*/ 2147483647 h 11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76"/>
              <a:gd name="T103" fmla="*/ 0 h 117"/>
              <a:gd name="T104" fmla="*/ 176 w 176"/>
              <a:gd name="T105" fmla="*/ 117 h 11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76" h="117">
                <a:moveTo>
                  <a:pt x="176" y="99"/>
                </a:moveTo>
                <a:cubicBezTo>
                  <a:pt x="176" y="108"/>
                  <a:pt x="176" y="108"/>
                  <a:pt x="176" y="108"/>
                </a:cubicBezTo>
                <a:cubicBezTo>
                  <a:pt x="176" y="113"/>
                  <a:pt x="169" y="117"/>
                  <a:pt x="161" y="117"/>
                </a:cubicBezTo>
                <a:cubicBezTo>
                  <a:pt x="15" y="117"/>
                  <a:pt x="15" y="117"/>
                  <a:pt x="15" y="117"/>
                </a:cubicBezTo>
                <a:cubicBezTo>
                  <a:pt x="7" y="117"/>
                  <a:pt x="0" y="113"/>
                  <a:pt x="0" y="108"/>
                </a:cubicBezTo>
                <a:cubicBezTo>
                  <a:pt x="0" y="99"/>
                  <a:pt x="0" y="99"/>
                  <a:pt x="0" y="99"/>
                </a:cubicBezTo>
                <a:cubicBezTo>
                  <a:pt x="15" y="99"/>
                  <a:pt x="15" y="99"/>
                  <a:pt x="15" y="99"/>
                </a:cubicBezTo>
                <a:cubicBezTo>
                  <a:pt x="161" y="99"/>
                  <a:pt x="161" y="99"/>
                  <a:pt x="161" y="99"/>
                </a:cubicBezTo>
                <a:lnTo>
                  <a:pt x="176" y="99"/>
                </a:lnTo>
                <a:close/>
                <a:moveTo>
                  <a:pt x="24" y="79"/>
                </a:moveTo>
                <a:cubicBezTo>
                  <a:pt x="24" y="14"/>
                  <a:pt x="24" y="14"/>
                  <a:pt x="24" y="14"/>
                </a:cubicBezTo>
                <a:cubicBezTo>
                  <a:pt x="24" y="6"/>
                  <a:pt x="30" y="0"/>
                  <a:pt x="38" y="0"/>
                </a:cubicBezTo>
                <a:cubicBezTo>
                  <a:pt x="138" y="0"/>
                  <a:pt x="138" y="0"/>
                  <a:pt x="138" y="0"/>
                </a:cubicBezTo>
                <a:cubicBezTo>
                  <a:pt x="146" y="0"/>
                  <a:pt x="152" y="6"/>
                  <a:pt x="152" y="14"/>
                </a:cubicBezTo>
                <a:cubicBezTo>
                  <a:pt x="152" y="79"/>
                  <a:pt x="152" y="79"/>
                  <a:pt x="152" y="79"/>
                </a:cubicBezTo>
                <a:cubicBezTo>
                  <a:pt x="152" y="87"/>
                  <a:pt x="146" y="93"/>
                  <a:pt x="138" y="93"/>
                </a:cubicBezTo>
                <a:cubicBezTo>
                  <a:pt x="38" y="93"/>
                  <a:pt x="38" y="93"/>
                  <a:pt x="38" y="93"/>
                </a:cubicBezTo>
                <a:cubicBezTo>
                  <a:pt x="30" y="93"/>
                  <a:pt x="24" y="87"/>
                  <a:pt x="24" y="79"/>
                </a:cubicBezTo>
                <a:close/>
                <a:moveTo>
                  <a:pt x="35" y="79"/>
                </a:moveTo>
                <a:cubicBezTo>
                  <a:pt x="35" y="80"/>
                  <a:pt x="37" y="82"/>
                  <a:pt x="38" y="82"/>
                </a:cubicBezTo>
                <a:cubicBezTo>
                  <a:pt x="138" y="82"/>
                  <a:pt x="138" y="82"/>
                  <a:pt x="138" y="82"/>
                </a:cubicBezTo>
                <a:cubicBezTo>
                  <a:pt x="139" y="82"/>
                  <a:pt x="141" y="80"/>
                  <a:pt x="141" y="79"/>
                </a:cubicBezTo>
                <a:cubicBezTo>
                  <a:pt x="141" y="14"/>
                  <a:pt x="141" y="14"/>
                  <a:pt x="141" y="14"/>
                </a:cubicBezTo>
                <a:cubicBezTo>
                  <a:pt x="141" y="13"/>
                  <a:pt x="139" y="11"/>
                  <a:pt x="138" y="11"/>
                </a:cubicBezTo>
                <a:cubicBezTo>
                  <a:pt x="38" y="11"/>
                  <a:pt x="38" y="11"/>
                  <a:pt x="38" y="11"/>
                </a:cubicBezTo>
                <a:cubicBezTo>
                  <a:pt x="37" y="11"/>
                  <a:pt x="35" y="13"/>
                  <a:pt x="35" y="14"/>
                </a:cubicBezTo>
                <a:lnTo>
                  <a:pt x="35" y="79"/>
                </a:lnTo>
                <a:close/>
                <a:moveTo>
                  <a:pt x="97" y="107"/>
                </a:moveTo>
                <a:cubicBezTo>
                  <a:pt x="97" y="106"/>
                  <a:pt x="96" y="105"/>
                  <a:pt x="95" y="105"/>
                </a:cubicBezTo>
                <a:cubicBezTo>
                  <a:pt x="81" y="105"/>
                  <a:pt x="81" y="105"/>
                  <a:pt x="81" y="105"/>
                </a:cubicBezTo>
                <a:cubicBezTo>
                  <a:pt x="80" y="105"/>
                  <a:pt x="79" y="106"/>
                  <a:pt x="79" y="107"/>
                </a:cubicBezTo>
                <a:cubicBezTo>
                  <a:pt x="79" y="107"/>
                  <a:pt x="80" y="108"/>
                  <a:pt x="81" y="108"/>
                </a:cubicBezTo>
                <a:cubicBezTo>
                  <a:pt x="95" y="108"/>
                  <a:pt x="95" y="108"/>
                  <a:pt x="95" y="108"/>
                </a:cubicBezTo>
                <a:cubicBezTo>
                  <a:pt x="96" y="108"/>
                  <a:pt x="97" y="107"/>
                  <a:pt x="97" y="107"/>
                </a:cubicBezTo>
                <a:close/>
              </a:path>
            </a:pathLst>
          </a:custGeom>
          <a:solidFill>
            <a:schemeClr val="bg1"/>
          </a:solidFill>
          <a:ln>
            <a:noFill/>
          </a:ln>
        </p:spPr>
        <p:txBody>
          <a:bodyPr/>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4" name="Oval 13"/>
          <p:cNvSpPr>
            <a:spLocks noChangeArrowheads="1"/>
          </p:cNvSpPr>
          <p:nvPr/>
        </p:nvSpPr>
        <p:spPr bwMode="auto">
          <a:xfrm rot="2700000">
            <a:off x="9907013" y="4532651"/>
            <a:ext cx="951437" cy="940925"/>
          </a:xfrm>
          <a:prstGeom prst="roundRect">
            <a:avLst/>
          </a:prstGeom>
          <a:solidFill>
            <a:schemeClr val="accent1"/>
          </a:solidFill>
          <a:ln>
            <a:noFill/>
          </a:ln>
          <a:effectLst>
            <a:outerShdw blurRad="190500" dist="38100" dir="2700000" algn="tl" rotWithShape="0">
              <a:prstClr val="black">
                <a:alpha val="20000"/>
              </a:prstClr>
            </a:outerShdw>
          </a:effec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buFont typeface="Arial" panose="020B0604020202020204" pitchFamily="34" charset="0"/>
              <a:buNone/>
            </a:pPr>
            <a:endParaRPr lang="zh-CN" altLang="zh-CN" sz="28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5" name="Freeform 7"/>
          <p:cNvSpPr>
            <a:spLocks noEditPoints="1" noChangeArrowheads="1"/>
          </p:cNvSpPr>
          <p:nvPr/>
        </p:nvSpPr>
        <p:spPr bwMode="auto">
          <a:xfrm>
            <a:off x="10115347" y="4778008"/>
            <a:ext cx="510625" cy="467532"/>
          </a:xfrm>
          <a:custGeom>
            <a:avLst/>
            <a:gdLst>
              <a:gd name="T0" fmla="*/ 2147483647 w 177"/>
              <a:gd name="T1" fmla="*/ 2147483647 h 164"/>
              <a:gd name="T2" fmla="*/ 2147483647 w 177"/>
              <a:gd name="T3" fmla="*/ 2147483647 h 164"/>
              <a:gd name="T4" fmla="*/ 2147483647 w 177"/>
              <a:gd name="T5" fmla="*/ 2147483647 h 164"/>
              <a:gd name="T6" fmla="*/ 2147483647 w 177"/>
              <a:gd name="T7" fmla="*/ 2147483647 h 164"/>
              <a:gd name="T8" fmla="*/ 2147483647 w 177"/>
              <a:gd name="T9" fmla="*/ 2147483647 h 164"/>
              <a:gd name="T10" fmla="*/ 2147483647 w 177"/>
              <a:gd name="T11" fmla="*/ 2147483647 h 164"/>
              <a:gd name="T12" fmla="*/ 2147483647 w 177"/>
              <a:gd name="T13" fmla="*/ 2147483647 h 164"/>
              <a:gd name="T14" fmla="*/ 2147483647 w 177"/>
              <a:gd name="T15" fmla="*/ 2147483647 h 164"/>
              <a:gd name="T16" fmla="*/ 2147483647 w 177"/>
              <a:gd name="T17" fmla="*/ 2147483647 h 164"/>
              <a:gd name="T18" fmla="*/ 2147483647 w 177"/>
              <a:gd name="T19" fmla="*/ 2147483647 h 164"/>
              <a:gd name="T20" fmla="*/ 2147483647 w 177"/>
              <a:gd name="T21" fmla="*/ 2147483647 h 164"/>
              <a:gd name="T22" fmla="*/ 2147483647 w 177"/>
              <a:gd name="T23" fmla="*/ 0 h 164"/>
              <a:gd name="T24" fmla="*/ 2147483647 w 177"/>
              <a:gd name="T25" fmla="*/ 2147483647 h 164"/>
              <a:gd name="T26" fmla="*/ 2147483647 w 177"/>
              <a:gd name="T27" fmla="*/ 2147483647 h 164"/>
              <a:gd name="T28" fmla="*/ 2147483647 w 177"/>
              <a:gd name="T29" fmla="*/ 2147483647 h 164"/>
              <a:gd name="T30" fmla="*/ 2147483647 w 177"/>
              <a:gd name="T31" fmla="*/ 2147483647 h 164"/>
              <a:gd name="T32" fmla="*/ 2147483647 w 177"/>
              <a:gd name="T33" fmla="*/ 2147483647 h 164"/>
              <a:gd name="T34" fmla="*/ 2147483647 w 177"/>
              <a:gd name="T35" fmla="*/ 2147483647 h 164"/>
              <a:gd name="T36" fmla="*/ 2147483647 w 177"/>
              <a:gd name="T37" fmla="*/ 2147483647 h 164"/>
              <a:gd name="T38" fmla="*/ 2147483647 w 177"/>
              <a:gd name="T39" fmla="*/ 2147483647 h 164"/>
              <a:gd name="T40" fmla="*/ 2147483647 w 177"/>
              <a:gd name="T41" fmla="*/ 2147483647 h 164"/>
              <a:gd name="T42" fmla="*/ 2147483647 w 177"/>
              <a:gd name="T43" fmla="*/ 2147483647 h 164"/>
              <a:gd name="T44" fmla="*/ 2147483647 w 177"/>
              <a:gd name="T45" fmla="*/ 2147483647 h 164"/>
              <a:gd name="T46" fmla="*/ 2147483647 w 177"/>
              <a:gd name="T47" fmla="*/ 2147483647 h 164"/>
              <a:gd name="T48" fmla="*/ 2147483647 w 177"/>
              <a:gd name="T49" fmla="*/ 2147483647 h 164"/>
              <a:gd name="T50" fmla="*/ 2147483647 w 177"/>
              <a:gd name="T51" fmla="*/ 2147483647 h 164"/>
              <a:gd name="T52" fmla="*/ 2147483647 w 177"/>
              <a:gd name="T53" fmla="*/ 2147483647 h 164"/>
              <a:gd name="T54" fmla="*/ 2147483647 w 177"/>
              <a:gd name="T55" fmla="*/ 2147483647 h 164"/>
              <a:gd name="T56" fmla="*/ 2147483647 w 177"/>
              <a:gd name="T57" fmla="*/ 2147483647 h 164"/>
              <a:gd name="T58" fmla="*/ 2147483647 w 177"/>
              <a:gd name="T59" fmla="*/ 0 h 164"/>
              <a:gd name="T60" fmla="*/ 2147483647 w 177"/>
              <a:gd name="T61" fmla="*/ 2147483647 h 164"/>
              <a:gd name="T62" fmla="*/ 2147483647 w 177"/>
              <a:gd name="T63" fmla="*/ 2147483647 h 164"/>
              <a:gd name="T64" fmla="*/ 2147483647 w 177"/>
              <a:gd name="T65" fmla="*/ 2147483647 h 164"/>
              <a:gd name="T66" fmla="*/ 2147483647 w 177"/>
              <a:gd name="T67" fmla="*/ 2147483647 h 164"/>
              <a:gd name="T68" fmla="*/ 2147483647 w 177"/>
              <a:gd name="T69" fmla="*/ 2147483647 h 164"/>
              <a:gd name="T70" fmla="*/ 2147483647 w 177"/>
              <a:gd name="T71" fmla="*/ 2147483647 h 164"/>
              <a:gd name="T72" fmla="*/ 2147483647 w 177"/>
              <a:gd name="T73" fmla="*/ 2147483647 h 164"/>
              <a:gd name="T74" fmla="*/ 2147483647 w 177"/>
              <a:gd name="T75" fmla="*/ 2147483647 h 164"/>
              <a:gd name="T76" fmla="*/ 2147483647 w 177"/>
              <a:gd name="T77" fmla="*/ 2147483647 h 164"/>
              <a:gd name="T78" fmla="*/ 2147483647 w 177"/>
              <a:gd name="T79" fmla="*/ 2147483647 h 164"/>
              <a:gd name="T80" fmla="*/ 2147483647 w 177"/>
              <a:gd name="T81" fmla="*/ 2147483647 h 16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7"/>
              <a:gd name="T124" fmla="*/ 0 h 164"/>
              <a:gd name="T125" fmla="*/ 177 w 177"/>
              <a:gd name="T126" fmla="*/ 164 h 16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7" h="164">
                <a:moveTo>
                  <a:pt x="31" y="94"/>
                </a:moveTo>
                <a:cubicBezTo>
                  <a:pt x="19" y="94"/>
                  <a:pt x="19" y="94"/>
                  <a:pt x="19" y="94"/>
                </a:cubicBezTo>
                <a:cubicBezTo>
                  <a:pt x="9" y="94"/>
                  <a:pt x="1" y="89"/>
                  <a:pt x="1" y="79"/>
                </a:cubicBezTo>
                <a:cubicBezTo>
                  <a:pt x="1" y="72"/>
                  <a:pt x="0" y="47"/>
                  <a:pt x="12" y="47"/>
                </a:cubicBezTo>
                <a:cubicBezTo>
                  <a:pt x="14" y="47"/>
                  <a:pt x="24" y="55"/>
                  <a:pt x="36" y="55"/>
                </a:cubicBezTo>
                <a:cubicBezTo>
                  <a:pt x="40" y="55"/>
                  <a:pt x="44" y="54"/>
                  <a:pt x="48" y="52"/>
                </a:cubicBezTo>
                <a:cubicBezTo>
                  <a:pt x="48" y="54"/>
                  <a:pt x="48" y="57"/>
                  <a:pt x="48" y="59"/>
                </a:cubicBezTo>
                <a:cubicBezTo>
                  <a:pt x="48" y="67"/>
                  <a:pt x="50" y="75"/>
                  <a:pt x="55" y="82"/>
                </a:cubicBezTo>
                <a:cubicBezTo>
                  <a:pt x="46" y="82"/>
                  <a:pt x="37" y="86"/>
                  <a:pt x="31" y="94"/>
                </a:cubicBezTo>
                <a:close/>
                <a:moveTo>
                  <a:pt x="36" y="47"/>
                </a:moveTo>
                <a:cubicBezTo>
                  <a:pt x="23" y="47"/>
                  <a:pt x="12" y="36"/>
                  <a:pt x="12" y="23"/>
                </a:cubicBezTo>
                <a:cubicBezTo>
                  <a:pt x="12" y="10"/>
                  <a:pt x="23" y="0"/>
                  <a:pt x="36" y="0"/>
                </a:cubicBezTo>
                <a:cubicBezTo>
                  <a:pt x="49" y="0"/>
                  <a:pt x="59" y="10"/>
                  <a:pt x="59" y="23"/>
                </a:cubicBezTo>
                <a:cubicBezTo>
                  <a:pt x="59" y="36"/>
                  <a:pt x="49" y="47"/>
                  <a:pt x="36" y="47"/>
                </a:cubicBezTo>
                <a:close/>
                <a:moveTo>
                  <a:pt x="129" y="164"/>
                </a:moveTo>
                <a:cubicBezTo>
                  <a:pt x="49" y="164"/>
                  <a:pt x="49" y="164"/>
                  <a:pt x="49" y="164"/>
                </a:cubicBezTo>
                <a:cubicBezTo>
                  <a:pt x="34" y="164"/>
                  <a:pt x="24" y="155"/>
                  <a:pt x="24" y="140"/>
                </a:cubicBezTo>
                <a:cubicBezTo>
                  <a:pt x="24" y="120"/>
                  <a:pt x="29" y="88"/>
                  <a:pt x="56" y="88"/>
                </a:cubicBezTo>
                <a:cubicBezTo>
                  <a:pt x="59" y="88"/>
                  <a:pt x="70" y="101"/>
                  <a:pt x="89" y="101"/>
                </a:cubicBezTo>
                <a:cubicBezTo>
                  <a:pt x="107" y="101"/>
                  <a:pt x="118" y="88"/>
                  <a:pt x="121" y="88"/>
                </a:cubicBezTo>
                <a:cubicBezTo>
                  <a:pt x="148" y="88"/>
                  <a:pt x="153" y="120"/>
                  <a:pt x="153" y="140"/>
                </a:cubicBezTo>
                <a:cubicBezTo>
                  <a:pt x="153" y="155"/>
                  <a:pt x="143" y="164"/>
                  <a:pt x="129" y="164"/>
                </a:cubicBezTo>
                <a:close/>
                <a:moveTo>
                  <a:pt x="89" y="94"/>
                </a:moveTo>
                <a:cubicBezTo>
                  <a:pt x="69" y="94"/>
                  <a:pt x="53" y="78"/>
                  <a:pt x="53" y="59"/>
                </a:cubicBezTo>
                <a:cubicBezTo>
                  <a:pt x="53" y="39"/>
                  <a:pt x="69" y="23"/>
                  <a:pt x="89" y="23"/>
                </a:cubicBezTo>
                <a:cubicBezTo>
                  <a:pt x="108" y="23"/>
                  <a:pt x="124" y="39"/>
                  <a:pt x="124" y="59"/>
                </a:cubicBezTo>
                <a:cubicBezTo>
                  <a:pt x="124" y="78"/>
                  <a:pt x="108" y="94"/>
                  <a:pt x="89" y="94"/>
                </a:cubicBezTo>
                <a:close/>
                <a:moveTo>
                  <a:pt x="141" y="47"/>
                </a:moveTo>
                <a:cubicBezTo>
                  <a:pt x="128" y="47"/>
                  <a:pt x="118" y="36"/>
                  <a:pt x="118" y="23"/>
                </a:cubicBezTo>
                <a:cubicBezTo>
                  <a:pt x="118" y="10"/>
                  <a:pt x="128" y="0"/>
                  <a:pt x="141" y="0"/>
                </a:cubicBezTo>
                <a:cubicBezTo>
                  <a:pt x="154" y="0"/>
                  <a:pt x="165" y="10"/>
                  <a:pt x="165" y="23"/>
                </a:cubicBezTo>
                <a:cubicBezTo>
                  <a:pt x="165" y="36"/>
                  <a:pt x="154" y="47"/>
                  <a:pt x="141" y="47"/>
                </a:cubicBezTo>
                <a:close/>
                <a:moveTo>
                  <a:pt x="159" y="94"/>
                </a:moveTo>
                <a:cubicBezTo>
                  <a:pt x="146" y="94"/>
                  <a:pt x="146" y="94"/>
                  <a:pt x="146" y="94"/>
                </a:cubicBezTo>
                <a:cubicBezTo>
                  <a:pt x="140" y="86"/>
                  <a:pt x="132" y="82"/>
                  <a:pt x="122" y="82"/>
                </a:cubicBezTo>
                <a:cubicBezTo>
                  <a:pt x="127" y="75"/>
                  <a:pt x="130" y="67"/>
                  <a:pt x="130" y="59"/>
                </a:cubicBezTo>
                <a:cubicBezTo>
                  <a:pt x="130" y="57"/>
                  <a:pt x="129" y="54"/>
                  <a:pt x="129" y="52"/>
                </a:cubicBezTo>
                <a:cubicBezTo>
                  <a:pt x="133" y="54"/>
                  <a:pt x="137" y="55"/>
                  <a:pt x="141" y="55"/>
                </a:cubicBezTo>
                <a:cubicBezTo>
                  <a:pt x="154" y="55"/>
                  <a:pt x="163" y="47"/>
                  <a:pt x="165" y="47"/>
                </a:cubicBezTo>
                <a:cubicBezTo>
                  <a:pt x="177" y="47"/>
                  <a:pt x="177" y="72"/>
                  <a:pt x="177" y="79"/>
                </a:cubicBezTo>
                <a:cubicBezTo>
                  <a:pt x="177" y="89"/>
                  <a:pt x="168" y="94"/>
                  <a:pt x="159" y="94"/>
                </a:cubicBezTo>
                <a:close/>
              </a:path>
            </a:pathLst>
          </a:custGeom>
          <a:solidFill>
            <a:schemeClr val="bg1"/>
          </a:solidFill>
          <a:ln>
            <a:noFill/>
          </a:ln>
        </p:spPr>
        <p:txBody>
          <a:bodyPr lIns="90170" tIns="46990" rIns="90170" bIns="46990"/>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6" name="Oval 4"/>
          <p:cNvSpPr>
            <a:spLocks noChangeArrowheads="1"/>
          </p:cNvSpPr>
          <p:nvPr/>
        </p:nvSpPr>
        <p:spPr bwMode="auto">
          <a:xfrm rot="2700000">
            <a:off x="1509071" y="2218188"/>
            <a:ext cx="951437" cy="940925"/>
          </a:xfrm>
          <a:prstGeom prst="roundRect">
            <a:avLst/>
          </a:prstGeom>
          <a:solidFill>
            <a:schemeClr val="accent2"/>
          </a:solidFill>
          <a:ln>
            <a:noFill/>
          </a:ln>
          <a:effectLst>
            <a:outerShdw blurRad="190500" dist="38100" dir="2700000" algn="tl" rotWithShape="0">
              <a:prstClr val="black">
                <a:alpha val="20000"/>
              </a:prstClr>
            </a:outerShdw>
          </a:effec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buFont typeface="Arial" panose="020B0604020202020204" pitchFamily="34" charset="0"/>
              <a:buNone/>
            </a:pPr>
            <a:endParaRPr lang="zh-CN" altLang="zh-CN" sz="28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7" name="Freeform 8"/>
          <p:cNvSpPr>
            <a:spLocks noEditPoints="1" noChangeArrowheads="1"/>
          </p:cNvSpPr>
          <p:nvPr/>
        </p:nvSpPr>
        <p:spPr bwMode="auto">
          <a:xfrm>
            <a:off x="1812845" y="2443933"/>
            <a:ext cx="343888" cy="506756"/>
          </a:xfrm>
          <a:custGeom>
            <a:avLst/>
            <a:gdLst>
              <a:gd name="T0" fmla="*/ 2147483647 w 94"/>
              <a:gd name="T1" fmla="*/ 2147483647 h 140"/>
              <a:gd name="T2" fmla="*/ 2147483647 w 94"/>
              <a:gd name="T3" fmla="*/ 2147483647 h 140"/>
              <a:gd name="T4" fmla="*/ 2147483647 w 94"/>
              <a:gd name="T5" fmla="*/ 2147483647 h 140"/>
              <a:gd name="T6" fmla="*/ 2147483647 w 94"/>
              <a:gd name="T7" fmla="*/ 2147483647 h 140"/>
              <a:gd name="T8" fmla="*/ 2147483647 w 94"/>
              <a:gd name="T9" fmla="*/ 2147483647 h 140"/>
              <a:gd name="T10" fmla="*/ 2147483647 w 94"/>
              <a:gd name="T11" fmla="*/ 2147483647 h 140"/>
              <a:gd name="T12" fmla="*/ 0 w 94"/>
              <a:gd name="T13" fmla="*/ 2147483647 h 140"/>
              <a:gd name="T14" fmla="*/ 2147483647 w 94"/>
              <a:gd name="T15" fmla="*/ 2147483647 h 140"/>
              <a:gd name="T16" fmla="*/ 2147483647 w 94"/>
              <a:gd name="T17" fmla="*/ 2147483647 h 140"/>
              <a:gd name="T18" fmla="*/ 0 w 94"/>
              <a:gd name="T19" fmla="*/ 2147483647 h 140"/>
              <a:gd name="T20" fmla="*/ 2147483647 w 94"/>
              <a:gd name="T21" fmla="*/ 0 h 140"/>
              <a:gd name="T22" fmla="*/ 2147483647 w 94"/>
              <a:gd name="T23" fmla="*/ 2147483647 h 140"/>
              <a:gd name="T24" fmla="*/ 2147483647 w 94"/>
              <a:gd name="T25" fmla="*/ 2147483647 h 140"/>
              <a:gd name="T26" fmla="*/ 2147483647 w 94"/>
              <a:gd name="T27" fmla="*/ 2147483647 h 140"/>
              <a:gd name="T28" fmla="*/ 2147483647 w 94"/>
              <a:gd name="T29" fmla="*/ 2147483647 h 140"/>
              <a:gd name="T30" fmla="*/ 2147483647 w 94"/>
              <a:gd name="T31" fmla="*/ 2147483647 h 140"/>
              <a:gd name="T32" fmla="*/ 2147483647 w 94"/>
              <a:gd name="T33" fmla="*/ 2147483647 h 140"/>
              <a:gd name="T34" fmla="*/ 2147483647 w 94"/>
              <a:gd name="T35" fmla="*/ 2147483647 h 140"/>
              <a:gd name="T36" fmla="*/ 2147483647 w 94"/>
              <a:gd name="T37" fmla="*/ 2147483647 h 140"/>
              <a:gd name="T38" fmla="*/ 2147483647 w 94"/>
              <a:gd name="T39" fmla="*/ 2147483647 h 140"/>
              <a:gd name="T40" fmla="*/ 2147483647 w 94"/>
              <a:gd name="T41" fmla="*/ 2147483647 h 140"/>
              <a:gd name="T42" fmla="*/ 2147483647 w 94"/>
              <a:gd name="T43" fmla="*/ 2147483647 h 140"/>
              <a:gd name="T44" fmla="*/ 2147483647 w 94"/>
              <a:gd name="T45" fmla="*/ 2147483647 h 140"/>
              <a:gd name="T46" fmla="*/ 2147483647 w 94"/>
              <a:gd name="T47" fmla="*/ 2147483647 h 140"/>
              <a:gd name="T48" fmla="*/ 2147483647 w 94"/>
              <a:gd name="T49" fmla="*/ 2147483647 h 140"/>
              <a:gd name="T50" fmla="*/ 2147483647 w 94"/>
              <a:gd name="T51" fmla="*/ 2147483647 h 140"/>
              <a:gd name="T52" fmla="*/ 2147483647 w 94"/>
              <a:gd name="T53" fmla="*/ 2147483647 h 140"/>
              <a:gd name="T54" fmla="*/ 2147483647 w 94"/>
              <a:gd name="T55" fmla="*/ 2147483647 h 140"/>
              <a:gd name="T56" fmla="*/ 2147483647 w 94"/>
              <a:gd name="T57" fmla="*/ 2147483647 h 140"/>
              <a:gd name="T58" fmla="*/ 2147483647 w 94"/>
              <a:gd name="T59" fmla="*/ 2147483647 h 140"/>
              <a:gd name="T60" fmla="*/ 2147483647 w 94"/>
              <a:gd name="T61" fmla="*/ 2147483647 h 140"/>
              <a:gd name="T62" fmla="*/ 2147483647 w 94"/>
              <a:gd name="T63" fmla="*/ 2147483647 h 140"/>
              <a:gd name="T64" fmla="*/ 2147483647 w 94"/>
              <a:gd name="T65" fmla="*/ 2147483647 h 140"/>
              <a:gd name="T66" fmla="*/ 2147483647 w 94"/>
              <a:gd name="T67" fmla="*/ 2147483647 h 140"/>
              <a:gd name="T68" fmla="*/ 2147483647 w 94"/>
              <a:gd name="T69" fmla="*/ 2147483647 h 14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4"/>
              <a:gd name="T106" fmla="*/ 0 h 140"/>
              <a:gd name="T107" fmla="*/ 94 w 94"/>
              <a:gd name="T108" fmla="*/ 140 h 14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4" h="140">
                <a:moveTo>
                  <a:pt x="85" y="44"/>
                </a:moveTo>
                <a:cubicBezTo>
                  <a:pt x="84" y="77"/>
                  <a:pt x="61" y="85"/>
                  <a:pt x="45" y="90"/>
                </a:cubicBezTo>
                <a:cubicBezTo>
                  <a:pt x="31" y="94"/>
                  <a:pt x="26" y="96"/>
                  <a:pt x="26" y="105"/>
                </a:cubicBezTo>
                <a:cubicBezTo>
                  <a:pt x="26" y="108"/>
                  <a:pt x="26" y="108"/>
                  <a:pt x="26" y="108"/>
                </a:cubicBezTo>
                <a:cubicBezTo>
                  <a:pt x="31" y="111"/>
                  <a:pt x="35" y="116"/>
                  <a:pt x="35" y="123"/>
                </a:cubicBezTo>
                <a:cubicBezTo>
                  <a:pt x="35" y="132"/>
                  <a:pt x="27" y="140"/>
                  <a:pt x="17" y="140"/>
                </a:cubicBezTo>
                <a:cubicBezTo>
                  <a:pt x="8" y="140"/>
                  <a:pt x="0" y="132"/>
                  <a:pt x="0" y="123"/>
                </a:cubicBezTo>
                <a:cubicBezTo>
                  <a:pt x="0" y="116"/>
                  <a:pt x="3" y="111"/>
                  <a:pt x="9" y="108"/>
                </a:cubicBezTo>
                <a:cubicBezTo>
                  <a:pt x="9" y="33"/>
                  <a:pt x="9" y="33"/>
                  <a:pt x="9" y="33"/>
                </a:cubicBezTo>
                <a:cubicBezTo>
                  <a:pt x="3" y="29"/>
                  <a:pt x="0" y="24"/>
                  <a:pt x="0" y="17"/>
                </a:cubicBezTo>
                <a:cubicBezTo>
                  <a:pt x="0" y="8"/>
                  <a:pt x="8" y="0"/>
                  <a:pt x="17" y="0"/>
                </a:cubicBezTo>
                <a:cubicBezTo>
                  <a:pt x="27" y="0"/>
                  <a:pt x="35" y="8"/>
                  <a:pt x="35" y="17"/>
                </a:cubicBezTo>
                <a:cubicBezTo>
                  <a:pt x="35" y="24"/>
                  <a:pt x="31" y="29"/>
                  <a:pt x="26" y="33"/>
                </a:cubicBezTo>
                <a:cubicBezTo>
                  <a:pt x="26" y="78"/>
                  <a:pt x="26" y="78"/>
                  <a:pt x="26" y="78"/>
                </a:cubicBezTo>
                <a:cubicBezTo>
                  <a:pt x="31" y="76"/>
                  <a:pt x="36" y="74"/>
                  <a:pt x="40" y="73"/>
                </a:cubicBezTo>
                <a:cubicBezTo>
                  <a:pt x="57" y="67"/>
                  <a:pt x="67" y="63"/>
                  <a:pt x="67" y="44"/>
                </a:cubicBezTo>
                <a:cubicBezTo>
                  <a:pt x="62" y="41"/>
                  <a:pt x="58" y="36"/>
                  <a:pt x="58" y="29"/>
                </a:cubicBezTo>
                <a:cubicBezTo>
                  <a:pt x="58" y="19"/>
                  <a:pt x="66" y="11"/>
                  <a:pt x="76" y="11"/>
                </a:cubicBezTo>
                <a:cubicBezTo>
                  <a:pt x="86" y="11"/>
                  <a:pt x="94" y="19"/>
                  <a:pt x="94" y="29"/>
                </a:cubicBezTo>
                <a:cubicBezTo>
                  <a:pt x="94" y="36"/>
                  <a:pt x="90" y="41"/>
                  <a:pt x="85" y="44"/>
                </a:cubicBezTo>
                <a:close/>
                <a:moveTo>
                  <a:pt x="17" y="9"/>
                </a:moveTo>
                <a:cubicBezTo>
                  <a:pt x="13" y="9"/>
                  <a:pt x="9" y="12"/>
                  <a:pt x="9" y="17"/>
                </a:cubicBezTo>
                <a:cubicBezTo>
                  <a:pt x="9" y="22"/>
                  <a:pt x="13" y="26"/>
                  <a:pt x="17" y="26"/>
                </a:cubicBezTo>
                <a:cubicBezTo>
                  <a:pt x="22" y="26"/>
                  <a:pt x="26" y="22"/>
                  <a:pt x="26" y="17"/>
                </a:cubicBezTo>
                <a:cubicBezTo>
                  <a:pt x="26" y="12"/>
                  <a:pt x="22" y="9"/>
                  <a:pt x="17" y="9"/>
                </a:cubicBezTo>
                <a:close/>
                <a:moveTo>
                  <a:pt x="17" y="114"/>
                </a:moveTo>
                <a:cubicBezTo>
                  <a:pt x="13" y="114"/>
                  <a:pt x="9" y="118"/>
                  <a:pt x="9" y="123"/>
                </a:cubicBezTo>
                <a:cubicBezTo>
                  <a:pt x="9" y="128"/>
                  <a:pt x="13" y="132"/>
                  <a:pt x="17" y="132"/>
                </a:cubicBezTo>
                <a:cubicBezTo>
                  <a:pt x="22" y="132"/>
                  <a:pt x="26" y="128"/>
                  <a:pt x="26" y="123"/>
                </a:cubicBezTo>
                <a:cubicBezTo>
                  <a:pt x="26" y="118"/>
                  <a:pt x="22" y="114"/>
                  <a:pt x="17" y="114"/>
                </a:cubicBezTo>
                <a:close/>
                <a:moveTo>
                  <a:pt x="76" y="20"/>
                </a:moveTo>
                <a:cubicBezTo>
                  <a:pt x="71" y="20"/>
                  <a:pt x="67" y="24"/>
                  <a:pt x="67" y="29"/>
                </a:cubicBezTo>
                <a:cubicBezTo>
                  <a:pt x="67" y="34"/>
                  <a:pt x="71" y="38"/>
                  <a:pt x="76" y="38"/>
                </a:cubicBezTo>
                <a:cubicBezTo>
                  <a:pt x="81" y="38"/>
                  <a:pt x="85" y="34"/>
                  <a:pt x="85" y="29"/>
                </a:cubicBezTo>
                <a:cubicBezTo>
                  <a:pt x="85" y="24"/>
                  <a:pt x="81" y="20"/>
                  <a:pt x="76" y="20"/>
                </a:cubicBezTo>
                <a:close/>
              </a:path>
            </a:pathLst>
          </a:custGeom>
          <a:solidFill>
            <a:srgbClr val="F4F5F7"/>
          </a:solidFill>
          <a:ln>
            <a:noFill/>
          </a:ln>
        </p:spPr>
        <p:txBody>
          <a:bodyPr/>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8" name="Oval 10"/>
          <p:cNvSpPr>
            <a:spLocks noChangeArrowheads="1"/>
          </p:cNvSpPr>
          <p:nvPr/>
        </p:nvSpPr>
        <p:spPr bwMode="auto">
          <a:xfrm rot="2700000">
            <a:off x="7038097" y="2218188"/>
            <a:ext cx="951438" cy="940925"/>
          </a:xfrm>
          <a:prstGeom prst="roundRect">
            <a:avLst/>
          </a:prstGeom>
          <a:solidFill>
            <a:schemeClr val="accent2"/>
          </a:solidFill>
          <a:ln>
            <a:noFill/>
          </a:ln>
          <a:effectLst>
            <a:outerShdw blurRad="190500" dist="38100" dir="2700000" algn="tl" rotWithShape="0">
              <a:prstClr val="black">
                <a:alpha val="20000"/>
              </a:prstClr>
            </a:outerShdw>
          </a:effec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buFont typeface="Arial" panose="020B0604020202020204" pitchFamily="34" charset="0"/>
              <a:buNone/>
            </a:pPr>
            <a:endParaRPr lang="zh-CN" altLang="zh-CN" sz="28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9" name="Freeform 11"/>
          <p:cNvSpPr>
            <a:spLocks noEditPoints="1" noChangeArrowheads="1"/>
          </p:cNvSpPr>
          <p:nvPr/>
        </p:nvSpPr>
        <p:spPr bwMode="auto">
          <a:xfrm>
            <a:off x="7296914" y="2483658"/>
            <a:ext cx="434189" cy="427305"/>
          </a:xfrm>
          <a:custGeom>
            <a:avLst/>
            <a:gdLst>
              <a:gd name="T0" fmla="*/ 2147483647 w 152"/>
              <a:gd name="T1" fmla="*/ 2147483647 h 152"/>
              <a:gd name="T2" fmla="*/ 2147483647 w 152"/>
              <a:gd name="T3" fmla="*/ 2147483647 h 152"/>
              <a:gd name="T4" fmla="*/ 2147483647 w 152"/>
              <a:gd name="T5" fmla="*/ 2147483647 h 152"/>
              <a:gd name="T6" fmla="*/ 2147483647 w 152"/>
              <a:gd name="T7" fmla="*/ 2147483647 h 152"/>
              <a:gd name="T8" fmla="*/ 0 w 152"/>
              <a:gd name="T9" fmla="*/ 2147483647 h 152"/>
              <a:gd name="T10" fmla="*/ 2147483647 w 152"/>
              <a:gd name="T11" fmla="*/ 0 h 152"/>
              <a:gd name="T12" fmla="*/ 2147483647 w 152"/>
              <a:gd name="T13" fmla="*/ 2147483647 h 152"/>
              <a:gd name="T14" fmla="*/ 2147483647 w 152"/>
              <a:gd name="T15" fmla="*/ 2147483647 h 152"/>
              <a:gd name="T16" fmla="*/ 2147483647 w 152"/>
              <a:gd name="T17" fmla="*/ 2147483647 h 152"/>
              <a:gd name="T18" fmla="*/ 2147483647 w 152"/>
              <a:gd name="T19" fmla="*/ 2147483647 h 152"/>
              <a:gd name="T20" fmla="*/ 2147483647 w 152"/>
              <a:gd name="T21" fmla="*/ 2147483647 h 152"/>
              <a:gd name="T22" fmla="*/ 2147483647 w 152"/>
              <a:gd name="T23" fmla="*/ 2147483647 h 152"/>
              <a:gd name="T24" fmla="*/ 2147483647 w 152"/>
              <a:gd name="T25" fmla="*/ 2147483647 h 152"/>
              <a:gd name="T26" fmla="*/ 2147483647 w 152"/>
              <a:gd name="T27" fmla="*/ 2147483647 h 152"/>
              <a:gd name="T28" fmla="*/ 2147483647 w 152"/>
              <a:gd name="T29" fmla="*/ 2147483647 h 152"/>
              <a:gd name="T30" fmla="*/ 2147483647 w 152"/>
              <a:gd name="T31" fmla="*/ 2147483647 h 1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2"/>
              <a:gd name="T50" fmla="*/ 152 w 152"/>
              <a:gd name="T51" fmla="*/ 152 h 15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2">
                <a:moveTo>
                  <a:pt x="141" y="152"/>
                </a:moveTo>
                <a:cubicBezTo>
                  <a:pt x="138" y="152"/>
                  <a:pt x="135" y="151"/>
                  <a:pt x="132" y="148"/>
                </a:cubicBezTo>
                <a:cubicBezTo>
                  <a:pt x="101" y="117"/>
                  <a:pt x="101" y="117"/>
                  <a:pt x="101" y="117"/>
                </a:cubicBezTo>
                <a:cubicBezTo>
                  <a:pt x="90" y="124"/>
                  <a:pt x="78" y="128"/>
                  <a:pt x="65" y="128"/>
                </a:cubicBezTo>
                <a:cubicBezTo>
                  <a:pt x="29" y="128"/>
                  <a:pt x="0" y="100"/>
                  <a:pt x="0" y="64"/>
                </a:cubicBezTo>
                <a:cubicBezTo>
                  <a:pt x="0" y="28"/>
                  <a:pt x="29" y="0"/>
                  <a:pt x="65" y="0"/>
                </a:cubicBezTo>
                <a:cubicBezTo>
                  <a:pt x="100" y="0"/>
                  <a:pt x="129" y="28"/>
                  <a:pt x="129" y="64"/>
                </a:cubicBezTo>
                <a:cubicBezTo>
                  <a:pt x="129" y="77"/>
                  <a:pt x="125" y="90"/>
                  <a:pt x="118" y="100"/>
                </a:cubicBezTo>
                <a:cubicBezTo>
                  <a:pt x="149" y="132"/>
                  <a:pt x="149" y="132"/>
                  <a:pt x="149" y="132"/>
                </a:cubicBezTo>
                <a:cubicBezTo>
                  <a:pt x="151" y="134"/>
                  <a:pt x="152" y="137"/>
                  <a:pt x="152" y="140"/>
                </a:cubicBezTo>
                <a:cubicBezTo>
                  <a:pt x="152" y="147"/>
                  <a:pt x="147" y="152"/>
                  <a:pt x="141" y="152"/>
                </a:cubicBezTo>
                <a:close/>
                <a:moveTo>
                  <a:pt x="65" y="23"/>
                </a:moveTo>
                <a:cubicBezTo>
                  <a:pt x="42" y="23"/>
                  <a:pt x="24" y="41"/>
                  <a:pt x="24" y="64"/>
                </a:cubicBezTo>
                <a:cubicBezTo>
                  <a:pt x="24" y="87"/>
                  <a:pt x="42" y="105"/>
                  <a:pt x="65" y="105"/>
                </a:cubicBezTo>
                <a:cubicBezTo>
                  <a:pt x="87" y="105"/>
                  <a:pt x="106" y="87"/>
                  <a:pt x="106" y="64"/>
                </a:cubicBezTo>
                <a:cubicBezTo>
                  <a:pt x="106" y="41"/>
                  <a:pt x="87" y="23"/>
                  <a:pt x="65" y="23"/>
                </a:cubicBezTo>
                <a:close/>
              </a:path>
            </a:pathLst>
          </a:custGeom>
          <a:solidFill>
            <a:srgbClr val="F4F5F7"/>
          </a:solidFill>
          <a:ln>
            <a:noFill/>
          </a:ln>
        </p:spPr>
        <p:txBody>
          <a:bodyPr/>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nvGrpSpPr>
          <p:cNvPr id="2" name="组合 1"/>
          <p:cNvGrpSpPr/>
          <p:nvPr/>
        </p:nvGrpSpPr>
        <p:grpSpPr>
          <a:xfrm>
            <a:off x="1009697" y="3779645"/>
            <a:ext cx="1972963" cy="1446402"/>
            <a:chOff x="1009697" y="3416788"/>
            <a:chExt cx="1972963" cy="1446402"/>
          </a:xfrm>
        </p:grpSpPr>
        <p:sp>
          <p:nvSpPr>
            <p:cNvPr id="20" name="TextBox 76"/>
            <p:cNvSpPr txBox="1"/>
            <p:nvPr/>
          </p:nvSpPr>
          <p:spPr>
            <a:xfrm>
              <a:off x="1346580" y="3416788"/>
              <a:ext cx="1299196" cy="459228"/>
            </a:xfrm>
            <a:prstGeom prst="rect">
              <a:avLst/>
            </a:prstGeom>
            <a:noFill/>
          </p:spPr>
          <p:txBody>
            <a:bodyPr wrap="square" rtlCol="0">
              <a:spAutoFit/>
            </a:bodyPr>
            <a:lstStyle/>
            <a:p>
              <a:pPr algn="ct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21" name="文本框 20"/>
            <p:cNvSpPr txBox="1"/>
            <p:nvPr/>
          </p:nvSpPr>
          <p:spPr>
            <a:xfrm>
              <a:off x="1009697" y="3830087"/>
              <a:ext cx="1972963" cy="1033103"/>
            </a:xfrm>
            <a:prstGeom prst="rect">
              <a:avLst/>
            </a:prstGeom>
            <a:noFill/>
          </p:spPr>
          <p:txBody>
            <a:bodyPr wrap="square" rtlCol="0">
              <a:spAutoFit/>
            </a:bodyPr>
            <a:lstStyle/>
            <a:p>
              <a:pPr algn="ct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5" name="组合 4"/>
          <p:cNvGrpSpPr/>
          <p:nvPr/>
        </p:nvGrpSpPr>
        <p:grpSpPr>
          <a:xfrm>
            <a:off x="3721421" y="2695815"/>
            <a:ext cx="1972963" cy="1446402"/>
            <a:chOff x="3721421" y="2332958"/>
            <a:chExt cx="1972963" cy="1446402"/>
          </a:xfrm>
        </p:grpSpPr>
        <p:sp>
          <p:nvSpPr>
            <p:cNvPr id="22" name="TextBox 76"/>
            <p:cNvSpPr txBox="1"/>
            <p:nvPr/>
          </p:nvSpPr>
          <p:spPr>
            <a:xfrm>
              <a:off x="4058304" y="2332958"/>
              <a:ext cx="1299196" cy="459228"/>
            </a:xfrm>
            <a:prstGeom prst="rect">
              <a:avLst/>
            </a:prstGeom>
            <a:noFill/>
          </p:spPr>
          <p:txBody>
            <a:bodyPr wrap="square" rtlCol="0">
              <a:spAutoFit/>
            </a:bodyPr>
            <a:lstStyle/>
            <a:p>
              <a:pPr algn="ct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23" name="文本框 22"/>
            <p:cNvSpPr txBox="1"/>
            <p:nvPr/>
          </p:nvSpPr>
          <p:spPr>
            <a:xfrm>
              <a:off x="3721421" y="2746257"/>
              <a:ext cx="1972963" cy="1033103"/>
            </a:xfrm>
            <a:prstGeom prst="rect">
              <a:avLst/>
            </a:prstGeom>
            <a:noFill/>
          </p:spPr>
          <p:txBody>
            <a:bodyPr wrap="square" rtlCol="0">
              <a:spAutoFit/>
            </a:bodyPr>
            <a:lstStyle/>
            <a:p>
              <a:pPr algn="ct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8" name="组合 7"/>
          <p:cNvGrpSpPr/>
          <p:nvPr/>
        </p:nvGrpSpPr>
        <p:grpSpPr>
          <a:xfrm>
            <a:off x="6531873" y="3779645"/>
            <a:ext cx="1972963" cy="1446402"/>
            <a:chOff x="6531873" y="3416788"/>
            <a:chExt cx="1972963" cy="1446402"/>
          </a:xfrm>
        </p:grpSpPr>
        <p:sp>
          <p:nvSpPr>
            <p:cNvPr id="24" name="TextBox 76"/>
            <p:cNvSpPr txBox="1"/>
            <p:nvPr/>
          </p:nvSpPr>
          <p:spPr>
            <a:xfrm>
              <a:off x="6868756" y="3416788"/>
              <a:ext cx="1299196" cy="459228"/>
            </a:xfrm>
            <a:prstGeom prst="rect">
              <a:avLst/>
            </a:prstGeom>
            <a:noFill/>
          </p:spPr>
          <p:txBody>
            <a:bodyPr wrap="square" rtlCol="0">
              <a:spAutoFit/>
            </a:bodyPr>
            <a:lstStyle/>
            <a:p>
              <a:pPr algn="ct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25" name="文本框 24"/>
            <p:cNvSpPr txBox="1"/>
            <p:nvPr/>
          </p:nvSpPr>
          <p:spPr>
            <a:xfrm>
              <a:off x="6531873" y="3830087"/>
              <a:ext cx="1972963" cy="1033103"/>
            </a:xfrm>
            <a:prstGeom prst="rect">
              <a:avLst/>
            </a:prstGeom>
            <a:noFill/>
          </p:spPr>
          <p:txBody>
            <a:bodyPr wrap="square" rtlCol="0">
              <a:spAutoFit/>
            </a:bodyPr>
            <a:lstStyle/>
            <a:p>
              <a:pPr algn="ct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9" name="组合 8"/>
          <p:cNvGrpSpPr/>
          <p:nvPr/>
        </p:nvGrpSpPr>
        <p:grpSpPr>
          <a:xfrm>
            <a:off x="9331290" y="2695815"/>
            <a:ext cx="1972963" cy="1446402"/>
            <a:chOff x="9331290" y="2332958"/>
            <a:chExt cx="1972963" cy="1446402"/>
          </a:xfrm>
        </p:grpSpPr>
        <p:sp>
          <p:nvSpPr>
            <p:cNvPr id="26" name="TextBox 76"/>
            <p:cNvSpPr txBox="1"/>
            <p:nvPr/>
          </p:nvSpPr>
          <p:spPr>
            <a:xfrm>
              <a:off x="9668173" y="2332958"/>
              <a:ext cx="1299196" cy="459228"/>
            </a:xfrm>
            <a:prstGeom prst="rect">
              <a:avLst/>
            </a:prstGeom>
            <a:noFill/>
          </p:spPr>
          <p:txBody>
            <a:bodyPr wrap="square" rtlCol="0">
              <a:spAutoFit/>
            </a:bodyPr>
            <a:lstStyle/>
            <a:p>
              <a:pPr algn="ct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27" name="文本框 26"/>
            <p:cNvSpPr txBox="1"/>
            <p:nvPr/>
          </p:nvSpPr>
          <p:spPr>
            <a:xfrm>
              <a:off x="9331290" y="2746257"/>
              <a:ext cx="1972963" cy="1033103"/>
            </a:xfrm>
            <a:prstGeom prst="rect">
              <a:avLst/>
            </a:prstGeom>
            <a:noFill/>
          </p:spPr>
          <p:txBody>
            <a:bodyPr wrap="square" rtlCol="0">
              <a:spAutoFit/>
            </a:bodyPr>
            <a:lstStyle/>
            <a:p>
              <a:pPr algn="ct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cxnSp>
        <p:nvCxnSpPr>
          <p:cNvPr id="3" name="直接连接符 2"/>
          <p:cNvCxnSpPr/>
          <p:nvPr/>
        </p:nvCxnSpPr>
        <p:spPr>
          <a:xfrm>
            <a:off x="2537981" y="2681851"/>
            <a:ext cx="1619240" cy="2309567"/>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8079285" y="2681851"/>
            <a:ext cx="1715164" cy="2329922"/>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351418" y="2688652"/>
            <a:ext cx="1582160" cy="2314461"/>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22101" y="3587"/>
            <a:ext cx="12192313" cy="6854413"/>
            <a:chOff x="22101" y="3587"/>
            <a:chExt cx="12192313" cy="68544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a:off x="22101" y="3587"/>
              <a:ext cx="2022217" cy="1083786"/>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flipH="1" flipV="1">
              <a:off x="10192197" y="5774214"/>
              <a:ext cx="2022217" cy="1083786"/>
            </a:xfrm>
            <a:prstGeom prst="rect">
              <a:avLst/>
            </a:prstGeom>
          </p:spPr>
        </p:pic>
        <p:sp>
          <p:nvSpPr>
            <p:cNvPr id="10" name="ïSļiḓé"/>
            <p:cNvSpPr txBox="1"/>
            <p:nvPr/>
          </p:nvSpPr>
          <p:spPr>
            <a:xfrm>
              <a:off x="1033209" y="489898"/>
              <a:ext cx="2995946" cy="523220"/>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800" dirty="0">
                  <a:solidFill>
                    <a:schemeClr val="tx1"/>
                  </a:solidFill>
                  <a:effectLst/>
                  <a:latin typeface="思源宋体 CN Heavy" panose="02020900000000000000" pitchFamily="18" charset="-122"/>
                  <a:ea typeface="思源宋体 CN Heavy" panose="02020900000000000000" pitchFamily="18" charset="-122"/>
                </a:rPr>
                <a:t>论文研究过程</a:t>
              </a:r>
            </a:p>
          </p:txBody>
        </p:sp>
      </p:gr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0-#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1"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Oval 27"/>
          <p:cNvSpPr>
            <a:spLocks noChangeAspect="1"/>
          </p:cNvSpPr>
          <p:nvPr/>
        </p:nvSpPr>
        <p:spPr bwMode="auto">
          <a:xfrm>
            <a:off x="6243487" y="2557048"/>
            <a:ext cx="567482" cy="567630"/>
          </a:xfrm>
          <a:prstGeom prst="ellipse">
            <a:avLst/>
          </a:prstGeom>
          <a:solidFill>
            <a:schemeClr val="accent2"/>
          </a:solidFill>
          <a:ln w="25400" cap="flat" cmpd="sng" algn="ctr">
            <a:solidFill>
              <a:srgbClr val="E4E5E6"/>
            </a:solidFill>
            <a:prstDash val="solid"/>
            <a:miter lim="800000"/>
          </a:ln>
          <a:effectLst>
            <a:outerShdw blurRad="101600" dist="38100" dir="2700000" algn="tl" rotWithShape="0">
              <a:prstClr val="black">
                <a:alpha val="15000"/>
              </a:prstClr>
            </a:outerShdw>
          </a:effectLst>
        </p:spPr>
        <p:txBody>
          <a:bodyPr rtlCol="0" anchor="ctr"/>
          <a:lstStyle/>
          <a:p>
            <a:pPr algn="ctr">
              <a:lnSpc>
                <a:spcPct val="130000"/>
              </a:lnSpc>
              <a:defRPr/>
            </a:pPr>
            <a:endParaRPr lang="en-US" sz="1400" kern="0" dirty="0">
              <a:solidFill>
                <a:prstClr val="white"/>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48" name="矩形 47"/>
          <p:cNvSpPr/>
          <p:nvPr/>
        </p:nvSpPr>
        <p:spPr>
          <a:xfrm>
            <a:off x="6942658" y="2427874"/>
            <a:ext cx="2465930" cy="459934"/>
          </a:xfrm>
          <a:prstGeom prst="rect">
            <a:avLst/>
          </a:prstGeom>
        </p:spPr>
        <p:txBody>
          <a:bodyPr wrap="square">
            <a:spAutoFit/>
          </a:bodyPr>
          <a:lstStyle/>
          <a:p>
            <a:pP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点击添加标题</a:t>
            </a:r>
          </a:p>
        </p:txBody>
      </p:sp>
      <p:sp>
        <p:nvSpPr>
          <p:cNvPr id="49" name="矩形 48"/>
          <p:cNvSpPr/>
          <p:nvPr/>
        </p:nvSpPr>
        <p:spPr>
          <a:xfrm>
            <a:off x="6942658" y="2746238"/>
            <a:ext cx="4140844" cy="552972"/>
          </a:xfrm>
          <a:prstGeom prst="rect">
            <a:avLst/>
          </a:prstGeom>
        </p:spPr>
        <p:txBody>
          <a:bodyPr wrap="square">
            <a:spAutoFit/>
          </a:bodyPr>
          <a:lstStyle/>
          <a:p>
            <a:pPr algn="just">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在这里输入您的文字内容，或者将您的文字内容复制在这里，在这里在这里输入您的文字内容</a:t>
            </a:r>
          </a:p>
        </p:txBody>
      </p:sp>
      <p:sp>
        <p:nvSpPr>
          <p:cNvPr id="50" name="Oval 27"/>
          <p:cNvSpPr>
            <a:spLocks noChangeAspect="1"/>
          </p:cNvSpPr>
          <p:nvPr/>
        </p:nvSpPr>
        <p:spPr bwMode="auto">
          <a:xfrm>
            <a:off x="6243487" y="3514184"/>
            <a:ext cx="567482" cy="567630"/>
          </a:xfrm>
          <a:prstGeom prst="ellipse">
            <a:avLst/>
          </a:prstGeom>
          <a:solidFill>
            <a:schemeClr val="accent1"/>
          </a:solidFill>
          <a:ln w="25400" cap="flat" cmpd="sng" algn="ctr">
            <a:solidFill>
              <a:srgbClr val="E4E5E6"/>
            </a:solidFill>
            <a:prstDash val="solid"/>
            <a:miter lim="800000"/>
          </a:ln>
          <a:effectLst>
            <a:outerShdw blurRad="101600" dist="38100" dir="2700000" algn="tl" rotWithShape="0">
              <a:prstClr val="black">
                <a:alpha val="15000"/>
              </a:prstClr>
            </a:outerShdw>
          </a:effectLst>
        </p:spPr>
        <p:txBody>
          <a:bodyPr rtlCol="0" anchor="ctr"/>
          <a:lstStyle/>
          <a:p>
            <a:pPr algn="ctr">
              <a:lnSpc>
                <a:spcPct val="130000"/>
              </a:lnSpc>
              <a:defRPr/>
            </a:pPr>
            <a:endParaRPr lang="en-US" sz="1400" kern="0" dirty="0">
              <a:solidFill>
                <a:prstClr val="white"/>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51" name="矩形 50"/>
          <p:cNvSpPr/>
          <p:nvPr/>
        </p:nvSpPr>
        <p:spPr>
          <a:xfrm>
            <a:off x="6942658" y="3385010"/>
            <a:ext cx="2465930" cy="459228"/>
          </a:xfrm>
          <a:prstGeom prst="rect">
            <a:avLst/>
          </a:prstGeom>
        </p:spPr>
        <p:txBody>
          <a:bodyPr wrap="square">
            <a:spAutoFit/>
          </a:bodyPr>
          <a:lstStyle/>
          <a:p>
            <a:pP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点击添加标题</a:t>
            </a:r>
          </a:p>
        </p:txBody>
      </p:sp>
      <p:sp>
        <p:nvSpPr>
          <p:cNvPr id="52" name="矩形 51"/>
          <p:cNvSpPr/>
          <p:nvPr/>
        </p:nvSpPr>
        <p:spPr>
          <a:xfrm>
            <a:off x="6942658" y="3703374"/>
            <a:ext cx="4140844" cy="552972"/>
          </a:xfrm>
          <a:prstGeom prst="rect">
            <a:avLst/>
          </a:prstGeom>
        </p:spPr>
        <p:txBody>
          <a:bodyPr wrap="square">
            <a:spAutoFit/>
          </a:bodyPr>
          <a:lstStyle/>
          <a:p>
            <a:pPr algn="just">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在这里输入您的文字内容，或者将您的文字内容复制在这里，在这里在这里输入您的文字内容</a:t>
            </a:r>
          </a:p>
        </p:txBody>
      </p:sp>
      <p:sp>
        <p:nvSpPr>
          <p:cNvPr id="53" name="Oval 28"/>
          <p:cNvSpPr>
            <a:spLocks noChangeAspect="1"/>
          </p:cNvSpPr>
          <p:nvPr/>
        </p:nvSpPr>
        <p:spPr bwMode="auto">
          <a:xfrm>
            <a:off x="6243487" y="4471320"/>
            <a:ext cx="567482" cy="567630"/>
          </a:xfrm>
          <a:prstGeom prst="ellipse">
            <a:avLst/>
          </a:prstGeom>
          <a:solidFill>
            <a:schemeClr val="accent2"/>
          </a:solidFill>
          <a:ln w="25400" cap="flat" cmpd="sng" algn="ctr">
            <a:solidFill>
              <a:srgbClr val="E4E5E6"/>
            </a:solidFill>
            <a:prstDash val="solid"/>
            <a:miter lim="800000"/>
          </a:ln>
          <a:effectLst>
            <a:outerShdw blurRad="101600" dist="38100" dir="2700000" algn="tl" rotWithShape="0">
              <a:prstClr val="black">
                <a:alpha val="15000"/>
              </a:prstClr>
            </a:outerShdw>
          </a:effectLst>
        </p:spPr>
        <p:txBody>
          <a:bodyPr rtlCol="0" anchor="ctr"/>
          <a:lstStyle/>
          <a:p>
            <a:pPr algn="ctr">
              <a:lnSpc>
                <a:spcPct val="130000"/>
              </a:lnSpc>
              <a:defRPr/>
            </a:pPr>
            <a:endParaRPr lang="en-US" sz="1400" kern="0" dirty="0">
              <a:solidFill>
                <a:prstClr val="white"/>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54" name="矩形 53"/>
          <p:cNvSpPr/>
          <p:nvPr/>
        </p:nvSpPr>
        <p:spPr>
          <a:xfrm>
            <a:off x="6942658" y="4342146"/>
            <a:ext cx="2465930" cy="459228"/>
          </a:xfrm>
          <a:prstGeom prst="rect">
            <a:avLst/>
          </a:prstGeom>
        </p:spPr>
        <p:txBody>
          <a:bodyPr wrap="square">
            <a:spAutoFit/>
          </a:bodyPr>
          <a:lstStyle/>
          <a:p>
            <a:pP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点击添加标题</a:t>
            </a:r>
          </a:p>
        </p:txBody>
      </p:sp>
      <p:sp>
        <p:nvSpPr>
          <p:cNvPr id="55" name="矩形 54"/>
          <p:cNvSpPr/>
          <p:nvPr/>
        </p:nvSpPr>
        <p:spPr>
          <a:xfrm>
            <a:off x="6942658" y="4660510"/>
            <a:ext cx="4140844" cy="552972"/>
          </a:xfrm>
          <a:prstGeom prst="rect">
            <a:avLst/>
          </a:prstGeom>
        </p:spPr>
        <p:txBody>
          <a:bodyPr wrap="square">
            <a:spAutoFit/>
          </a:bodyPr>
          <a:lstStyle/>
          <a:p>
            <a:pPr algn="just">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在这里输入您的文字内容，或者将您的文字内容复制在这里，在这里在这里输入您的文字内容</a:t>
            </a:r>
          </a:p>
        </p:txBody>
      </p:sp>
      <p:sp>
        <p:nvSpPr>
          <p:cNvPr id="56" name="Oval 29"/>
          <p:cNvSpPr>
            <a:spLocks noChangeAspect="1"/>
          </p:cNvSpPr>
          <p:nvPr/>
        </p:nvSpPr>
        <p:spPr bwMode="auto">
          <a:xfrm>
            <a:off x="6243487" y="5428456"/>
            <a:ext cx="567482" cy="567630"/>
          </a:xfrm>
          <a:prstGeom prst="ellipse">
            <a:avLst/>
          </a:prstGeom>
          <a:solidFill>
            <a:schemeClr val="accent1"/>
          </a:solidFill>
          <a:ln w="25400" cap="flat" cmpd="sng" algn="ctr">
            <a:solidFill>
              <a:srgbClr val="E4E5E6"/>
            </a:solidFill>
            <a:prstDash val="solid"/>
            <a:miter lim="800000"/>
          </a:ln>
          <a:effectLst>
            <a:outerShdw blurRad="101600" dist="38100" dir="2700000" algn="tl" rotWithShape="0">
              <a:prstClr val="black">
                <a:alpha val="15000"/>
              </a:prstClr>
            </a:outerShdw>
          </a:effectLst>
        </p:spPr>
        <p:txBody>
          <a:bodyPr rtlCol="0" anchor="ctr"/>
          <a:lstStyle/>
          <a:p>
            <a:pPr algn="ctr">
              <a:lnSpc>
                <a:spcPct val="130000"/>
              </a:lnSpc>
              <a:defRPr/>
            </a:pPr>
            <a:endParaRPr lang="en-US" sz="1400" kern="0" dirty="0">
              <a:solidFill>
                <a:prstClr val="white"/>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57" name="矩形 56"/>
          <p:cNvSpPr/>
          <p:nvPr/>
        </p:nvSpPr>
        <p:spPr>
          <a:xfrm>
            <a:off x="6942658" y="5299282"/>
            <a:ext cx="2465930" cy="459228"/>
          </a:xfrm>
          <a:prstGeom prst="rect">
            <a:avLst/>
          </a:prstGeom>
        </p:spPr>
        <p:txBody>
          <a:bodyPr wrap="square">
            <a:spAutoFit/>
          </a:bodyPr>
          <a:lstStyle/>
          <a:p>
            <a:pP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点击添加标题</a:t>
            </a:r>
          </a:p>
        </p:txBody>
      </p:sp>
      <p:sp>
        <p:nvSpPr>
          <p:cNvPr id="58" name="矩形 57"/>
          <p:cNvSpPr/>
          <p:nvPr/>
        </p:nvSpPr>
        <p:spPr>
          <a:xfrm>
            <a:off x="6942658" y="5617646"/>
            <a:ext cx="4140844" cy="552972"/>
          </a:xfrm>
          <a:prstGeom prst="rect">
            <a:avLst/>
          </a:prstGeom>
        </p:spPr>
        <p:txBody>
          <a:bodyPr wrap="square">
            <a:spAutoFit/>
          </a:bodyPr>
          <a:lstStyle/>
          <a:p>
            <a:pPr algn="just">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在这里输入您的文字内容，或者将您的文字内容复制在这里，在这里在这里输入您的文字内容</a:t>
            </a:r>
          </a:p>
        </p:txBody>
      </p:sp>
      <p:grpSp>
        <p:nvGrpSpPr>
          <p:cNvPr id="59" name="组合 58"/>
          <p:cNvGrpSpPr>
            <a:grpSpLocks noChangeAspect="1"/>
          </p:cNvGrpSpPr>
          <p:nvPr/>
        </p:nvGrpSpPr>
        <p:grpSpPr>
          <a:xfrm>
            <a:off x="1256962" y="5455663"/>
            <a:ext cx="4478725" cy="573958"/>
            <a:chOff x="1255701" y="5014236"/>
            <a:chExt cx="4479891" cy="574107"/>
          </a:xfrm>
          <a:solidFill>
            <a:srgbClr val="4F81A9"/>
          </a:solidFill>
          <a:effectLst>
            <a:outerShdw blurRad="101600" dist="38100" dir="2700000" algn="tl" rotWithShape="0">
              <a:prstClr val="black">
                <a:alpha val="15000"/>
              </a:prstClr>
            </a:outerShdw>
          </a:effectLst>
        </p:grpSpPr>
        <p:sp>
          <p:nvSpPr>
            <p:cNvPr id="60" name="Freeform 13"/>
            <p:cNvSpPr/>
            <p:nvPr/>
          </p:nvSpPr>
          <p:spPr bwMode="auto">
            <a:xfrm>
              <a:off x="1255701" y="5014236"/>
              <a:ext cx="4479891" cy="574107"/>
            </a:xfrm>
            <a:custGeom>
              <a:avLst/>
              <a:gdLst>
                <a:gd name="T0" fmla="*/ 1888 w 2039"/>
                <a:gd name="T1" fmla="*/ 0 h 262"/>
                <a:gd name="T2" fmla="*/ 2039 w 2039"/>
                <a:gd name="T3" fmla="*/ 262 h 262"/>
                <a:gd name="T4" fmla="*/ 1020 w 2039"/>
                <a:gd name="T5" fmla="*/ 262 h 262"/>
                <a:gd name="T6" fmla="*/ 0 w 2039"/>
                <a:gd name="T7" fmla="*/ 262 h 262"/>
                <a:gd name="T8" fmla="*/ 151 w 2039"/>
                <a:gd name="T9" fmla="*/ 0 h 262"/>
                <a:gd name="T10" fmla="*/ 1888 w 2039"/>
                <a:gd name="T11" fmla="*/ 0 h 262"/>
              </a:gdLst>
              <a:ahLst/>
              <a:cxnLst>
                <a:cxn ang="0">
                  <a:pos x="T0" y="T1"/>
                </a:cxn>
                <a:cxn ang="0">
                  <a:pos x="T2" y="T3"/>
                </a:cxn>
                <a:cxn ang="0">
                  <a:pos x="T4" y="T5"/>
                </a:cxn>
                <a:cxn ang="0">
                  <a:pos x="T6" y="T7"/>
                </a:cxn>
                <a:cxn ang="0">
                  <a:pos x="T8" y="T9"/>
                </a:cxn>
                <a:cxn ang="0">
                  <a:pos x="T10" y="T11"/>
                </a:cxn>
              </a:cxnLst>
              <a:rect l="0" t="0" r="r" b="b"/>
              <a:pathLst>
                <a:path w="2039" h="262">
                  <a:moveTo>
                    <a:pt x="1888" y="0"/>
                  </a:moveTo>
                  <a:lnTo>
                    <a:pt x="2039" y="262"/>
                  </a:lnTo>
                  <a:lnTo>
                    <a:pt x="1020" y="262"/>
                  </a:lnTo>
                  <a:lnTo>
                    <a:pt x="0" y="262"/>
                  </a:lnTo>
                  <a:lnTo>
                    <a:pt x="151" y="0"/>
                  </a:lnTo>
                  <a:lnTo>
                    <a:pt x="1888" y="0"/>
                  </a:lnTo>
                  <a:close/>
                </a:path>
              </a:pathLst>
            </a:custGeom>
            <a:solidFill>
              <a:schemeClr val="accent1"/>
            </a:solidFill>
            <a:ln>
              <a:noFill/>
            </a:ln>
            <a:effectLst/>
          </p:spPr>
          <p:txBody>
            <a:bodyPr wrap="none" anchor="ctr"/>
            <a:lstStyle/>
            <a:p>
              <a:pPr>
                <a:lnSpc>
                  <a:spcPct val="130000"/>
                </a:lnSpc>
                <a:defRPr/>
              </a:pPr>
              <a:endParaRPr lang="zh-CN" altLang="en-US" sz="9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61" name="任意多边形 60"/>
            <p:cNvSpPr/>
            <p:nvPr/>
          </p:nvSpPr>
          <p:spPr bwMode="auto">
            <a:xfrm>
              <a:off x="1255701" y="5014236"/>
              <a:ext cx="2239945" cy="574107"/>
            </a:xfrm>
            <a:custGeom>
              <a:avLst/>
              <a:gdLst>
                <a:gd name="connsiteX0" fmla="*/ 331762 w 2239945"/>
                <a:gd name="connsiteY0" fmla="*/ 0 h 574107"/>
                <a:gd name="connsiteX1" fmla="*/ 2239945 w 2239945"/>
                <a:gd name="connsiteY1" fmla="*/ 0 h 574107"/>
                <a:gd name="connsiteX2" fmla="*/ 2239945 w 2239945"/>
                <a:gd name="connsiteY2" fmla="*/ 574107 h 574107"/>
                <a:gd name="connsiteX3" fmla="*/ 0 w 2239945"/>
                <a:gd name="connsiteY3" fmla="*/ 574107 h 574107"/>
              </a:gdLst>
              <a:ahLst/>
              <a:cxnLst>
                <a:cxn ang="0">
                  <a:pos x="connsiteX0" y="connsiteY0"/>
                </a:cxn>
                <a:cxn ang="0">
                  <a:pos x="connsiteX1" y="connsiteY1"/>
                </a:cxn>
                <a:cxn ang="0">
                  <a:pos x="connsiteX2" y="connsiteY2"/>
                </a:cxn>
                <a:cxn ang="0">
                  <a:pos x="connsiteX3" y="connsiteY3"/>
                </a:cxn>
              </a:cxnLst>
              <a:rect l="l" t="t" r="r" b="b"/>
              <a:pathLst>
                <a:path w="2239945" h="574107">
                  <a:moveTo>
                    <a:pt x="331762" y="0"/>
                  </a:moveTo>
                  <a:lnTo>
                    <a:pt x="2239945" y="0"/>
                  </a:lnTo>
                  <a:lnTo>
                    <a:pt x="2239945" y="574107"/>
                  </a:lnTo>
                  <a:lnTo>
                    <a:pt x="0" y="574107"/>
                  </a:lnTo>
                  <a:close/>
                </a:path>
              </a:pathLst>
            </a:custGeom>
            <a:solidFill>
              <a:schemeClr val="accent1"/>
            </a:solidFill>
            <a:ln>
              <a:noFill/>
            </a:ln>
            <a:effectLst/>
          </p:spPr>
          <p:txBody>
            <a:bodyPr wrap="none" anchor="ctr"/>
            <a:lstStyle/>
            <a:p>
              <a:pPr>
                <a:lnSpc>
                  <a:spcPct val="130000"/>
                </a:lnSpc>
                <a:defRPr/>
              </a:pPr>
              <a:endParaRPr lang="zh-CN" altLang="en-US" sz="9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62" name="组合 61"/>
          <p:cNvGrpSpPr>
            <a:grpSpLocks noChangeAspect="1"/>
          </p:cNvGrpSpPr>
          <p:nvPr/>
        </p:nvGrpSpPr>
        <p:grpSpPr>
          <a:xfrm>
            <a:off x="1736827" y="4627664"/>
            <a:ext cx="3518998" cy="573958"/>
            <a:chOff x="1735692" y="4186021"/>
            <a:chExt cx="3519914" cy="574107"/>
          </a:xfrm>
          <a:solidFill>
            <a:srgbClr val="EDA45A"/>
          </a:solidFill>
          <a:effectLst>
            <a:outerShdw blurRad="101600" dist="38100" dir="2700000" algn="tl" rotWithShape="0">
              <a:prstClr val="black">
                <a:alpha val="15000"/>
              </a:prstClr>
            </a:outerShdw>
          </a:effectLst>
        </p:grpSpPr>
        <p:sp>
          <p:nvSpPr>
            <p:cNvPr id="63" name="Freeform 14"/>
            <p:cNvSpPr/>
            <p:nvPr/>
          </p:nvSpPr>
          <p:spPr bwMode="auto">
            <a:xfrm>
              <a:off x="1735692" y="4186021"/>
              <a:ext cx="3519914" cy="574107"/>
            </a:xfrm>
            <a:custGeom>
              <a:avLst/>
              <a:gdLst>
                <a:gd name="T0" fmla="*/ 1450 w 1601"/>
                <a:gd name="T1" fmla="*/ 0 h 262"/>
                <a:gd name="T2" fmla="*/ 1601 w 1601"/>
                <a:gd name="T3" fmla="*/ 262 h 262"/>
                <a:gd name="T4" fmla="*/ 0 w 1601"/>
                <a:gd name="T5" fmla="*/ 262 h 262"/>
                <a:gd name="T6" fmla="*/ 151 w 1601"/>
                <a:gd name="T7" fmla="*/ 0 h 262"/>
                <a:gd name="T8" fmla="*/ 1450 w 1601"/>
                <a:gd name="T9" fmla="*/ 0 h 262"/>
              </a:gdLst>
              <a:ahLst/>
              <a:cxnLst>
                <a:cxn ang="0">
                  <a:pos x="T0" y="T1"/>
                </a:cxn>
                <a:cxn ang="0">
                  <a:pos x="T2" y="T3"/>
                </a:cxn>
                <a:cxn ang="0">
                  <a:pos x="T4" y="T5"/>
                </a:cxn>
                <a:cxn ang="0">
                  <a:pos x="T6" y="T7"/>
                </a:cxn>
                <a:cxn ang="0">
                  <a:pos x="T8" y="T9"/>
                </a:cxn>
              </a:cxnLst>
              <a:rect l="0" t="0" r="r" b="b"/>
              <a:pathLst>
                <a:path w="1601" h="262">
                  <a:moveTo>
                    <a:pt x="1450" y="0"/>
                  </a:moveTo>
                  <a:lnTo>
                    <a:pt x="1601" y="262"/>
                  </a:lnTo>
                  <a:lnTo>
                    <a:pt x="0" y="262"/>
                  </a:lnTo>
                  <a:lnTo>
                    <a:pt x="151" y="0"/>
                  </a:lnTo>
                  <a:lnTo>
                    <a:pt x="1450" y="0"/>
                  </a:lnTo>
                  <a:close/>
                </a:path>
              </a:pathLst>
            </a:custGeom>
            <a:solidFill>
              <a:schemeClr val="accent2"/>
            </a:solidFill>
            <a:ln>
              <a:noFill/>
            </a:ln>
            <a:effectLst/>
          </p:spPr>
          <p:txBody>
            <a:bodyPr wrap="none" anchor="ctr"/>
            <a:lstStyle/>
            <a:p>
              <a:pPr>
                <a:lnSpc>
                  <a:spcPct val="130000"/>
                </a:lnSpc>
                <a:defRPr/>
              </a:pPr>
              <a:endParaRPr lang="zh-CN" altLang="en-US" sz="9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64" name="任意多边形 63"/>
            <p:cNvSpPr/>
            <p:nvPr/>
          </p:nvSpPr>
          <p:spPr bwMode="auto">
            <a:xfrm>
              <a:off x="1735692" y="4186021"/>
              <a:ext cx="1759954" cy="574107"/>
            </a:xfrm>
            <a:custGeom>
              <a:avLst/>
              <a:gdLst>
                <a:gd name="connsiteX0" fmla="*/ 331984 w 1759954"/>
                <a:gd name="connsiteY0" fmla="*/ 0 h 574107"/>
                <a:gd name="connsiteX1" fmla="*/ 1759954 w 1759954"/>
                <a:gd name="connsiteY1" fmla="*/ 0 h 574107"/>
                <a:gd name="connsiteX2" fmla="*/ 1759954 w 1759954"/>
                <a:gd name="connsiteY2" fmla="*/ 574107 h 574107"/>
                <a:gd name="connsiteX3" fmla="*/ 0 w 1759954"/>
                <a:gd name="connsiteY3" fmla="*/ 574107 h 574107"/>
              </a:gdLst>
              <a:ahLst/>
              <a:cxnLst>
                <a:cxn ang="0">
                  <a:pos x="connsiteX0" y="connsiteY0"/>
                </a:cxn>
                <a:cxn ang="0">
                  <a:pos x="connsiteX1" y="connsiteY1"/>
                </a:cxn>
                <a:cxn ang="0">
                  <a:pos x="connsiteX2" y="connsiteY2"/>
                </a:cxn>
                <a:cxn ang="0">
                  <a:pos x="connsiteX3" y="connsiteY3"/>
                </a:cxn>
              </a:cxnLst>
              <a:rect l="l" t="t" r="r" b="b"/>
              <a:pathLst>
                <a:path w="1759954" h="574107">
                  <a:moveTo>
                    <a:pt x="331984" y="0"/>
                  </a:moveTo>
                  <a:lnTo>
                    <a:pt x="1759954" y="0"/>
                  </a:lnTo>
                  <a:lnTo>
                    <a:pt x="1759954" y="574107"/>
                  </a:lnTo>
                  <a:lnTo>
                    <a:pt x="0" y="574107"/>
                  </a:lnTo>
                  <a:close/>
                </a:path>
              </a:pathLst>
            </a:custGeom>
            <a:solidFill>
              <a:schemeClr val="accent2"/>
            </a:solidFill>
            <a:ln>
              <a:noFill/>
            </a:ln>
            <a:effectLst/>
          </p:spPr>
          <p:txBody>
            <a:bodyPr wrap="none" anchor="ctr"/>
            <a:lstStyle/>
            <a:p>
              <a:pPr>
                <a:lnSpc>
                  <a:spcPct val="130000"/>
                </a:lnSpc>
                <a:defRPr/>
              </a:pPr>
              <a:endParaRPr lang="zh-CN" altLang="en-US" sz="9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65" name="组合 64"/>
          <p:cNvGrpSpPr>
            <a:grpSpLocks noChangeAspect="1"/>
          </p:cNvGrpSpPr>
          <p:nvPr/>
        </p:nvGrpSpPr>
        <p:grpSpPr>
          <a:xfrm>
            <a:off x="2216688" y="3790259"/>
            <a:ext cx="2559272" cy="573960"/>
            <a:chOff x="2215678" y="3348398"/>
            <a:chExt cx="2559938" cy="574109"/>
          </a:xfrm>
          <a:solidFill>
            <a:srgbClr val="4F81A9"/>
          </a:solidFill>
          <a:effectLst>
            <a:outerShdw blurRad="101600" dist="38100" dir="2700000" algn="tl" rotWithShape="0">
              <a:prstClr val="black">
                <a:alpha val="15000"/>
              </a:prstClr>
            </a:outerShdw>
          </a:effectLst>
        </p:grpSpPr>
        <p:sp>
          <p:nvSpPr>
            <p:cNvPr id="66" name="Freeform 15"/>
            <p:cNvSpPr/>
            <p:nvPr/>
          </p:nvSpPr>
          <p:spPr bwMode="auto">
            <a:xfrm>
              <a:off x="2215678" y="3348398"/>
              <a:ext cx="2559938" cy="574107"/>
            </a:xfrm>
            <a:custGeom>
              <a:avLst/>
              <a:gdLst>
                <a:gd name="T0" fmla="*/ 1011 w 1163"/>
                <a:gd name="T1" fmla="*/ 0 h 261"/>
                <a:gd name="T2" fmla="*/ 1091 w 1163"/>
                <a:gd name="T3" fmla="*/ 138 h 261"/>
                <a:gd name="T4" fmla="*/ 1163 w 1163"/>
                <a:gd name="T5" fmla="*/ 261 h 261"/>
                <a:gd name="T6" fmla="*/ 0 w 1163"/>
                <a:gd name="T7" fmla="*/ 261 h 261"/>
                <a:gd name="T8" fmla="*/ 72 w 1163"/>
                <a:gd name="T9" fmla="*/ 138 h 261"/>
                <a:gd name="T10" fmla="*/ 152 w 1163"/>
                <a:gd name="T11" fmla="*/ 0 h 261"/>
                <a:gd name="T12" fmla="*/ 1011 w 1163"/>
                <a:gd name="T13" fmla="*/ 0 h 261"/>
              </a:gdLst>
              <a:ahLst/>
              <a:cxnLst>
                <a:cxn ang="0">
                  <a:pos x="T0" y="T1"/>
                </a:cxn>
                <a:cxn ang="0">
                  <a:pos x="T2" y="T3"/>
                </a:cxn>
                <a:cxn ang="0">
                  <a:pos x="T4" y="T5"/>
                </a:cxn>
                <a:cxn ang="0">
                  <a:pos x="T6" y="T7"/>
                </a:cxn>
                <a:cxn ang="0">
                  <a:pos x="T8" y="T9"/>
                </a:cxn>
                <a:cxn ang="0">
                  <a:pos x="T10" y="T11"/>
                </a:cxn>
                <a:cxn ang="0">
                  <a:pos x="T12" y="T13"/>
                </a:cxn>
              </a:cxnLst>
              <a:rect l="0" t="0" r="r" b="b"/>
              <a:pathLst>
                <a:path w="1163" h="261">
                  <a:moveTo>
                    <a:pt x="1011" y="0"/>
                  </a:moveTo>
                  <a:lnTo>
                    <a:pt x="1091" y="138"/>
                  </a:lnTo>
                  <a:lnTo>
                    <a:pt x="1163" y="261"/>
                  </a:lnTo>
                  <a:lnTo>
                    <a:pt x="0" y="261"/>
                  </a:lnTo>
                  <a:lnTo>
                    <a:pt x="72" y="138"/>
                  </a:lnTo>
                  <a:lnTo>
                    <a:pt x="152" y="0"/>
                  </a:lnTo>
                  <a:lnTo>
                    <a:pt x="1011" y="0"/>
                  </a:lnTo>
                  <a:close/>
                </a:path>
              </a:pathLst>
            </a:custGeom>
            <a:solidFill>
              <a:schemeClr val="accent1"/>
            </a:solidFill>
            <a:ln>
              <a:noFill/>
            </a:ln>
            <a:effectLst/>
          </p:spPr>
          <p:txBody>
            <a:bodyPr wrap="none" anchor="ctr"/>
            <a:lstStyle/>
            <a:p>
              <a:pPr>
                <a:lnSpc>
                  <a:spcPct val="130000"/>
                </a:lnSpc>
                <a:defRPr/>
              </a:pPr>
              <a:endParaRPr lang="zh-CN" altLang="en-US" sz="9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67" name="任意多边形 66"/>
            <p:cNvSpPr/>
            <p:nvPr/>
          </p:nvSpPr>
          <p:spPr bwMode="auto">
            <a:xfrm>
              <a:off x="2215678" y="3348400"/>
              <a:ext cx="1279968" cy="574107"/>
            </a:xfrm>
            <a:custGeom>
              <a:avLst/>
              <a:gdLst>
                <a:gd name="connsiteX0" fmla="*/ 334575 w 1279968"/>
                <a:gd name="connsiteY0" fmla="*/ 0 h 574107"/>
                <a:gd name="connsiteX1" fmla="*/ 1279968 w 1279968"/>
                <a:gd name="connsiteY1" fmla="*/ 0 h 574107"/>
                <a:gd name="connsiteX2" fmla="*/ 1279968 w 1279968"/>
                <a:gd name="connsiteY2" fmla="*/ 574107 h 574107"/>
                <a:gd name="connsiteX3" fmla="*/ 0 w 1279968"/>
                <a:gd name="connsiteY3" fmla="*/ 574107 h 574107"/>
                <a:gd name="connsiteX4" fmla="*/ 158483 w 1279968"/>
                <a:gd name="connsiteY4" fmla="*/ 303551 h 57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9968" h="574107">
                  <a:moveTo>
                    <a:pt x="334575" y="0"/>
                  </a:moveTo>
                  <a:lnTo>
                    <a:pt x="1279968" y="0"/>
                  </a:lnTo>
                  <a:lnTo>
                    <a:pt x="1279968" y="574107"/>
                  </a:lnTo>
                  <a:lnTo>
                    <a:pt x="0" y="574107"/>
                  </a:lnTo>
                  <a:lnTo>
                    <a:pt x="158483" y="303551"/>
                  </a:lnTo>
                  <a:close/>
                </a:path>
              </a:pathLst>
            </a:custGeom>
            <a:solidFill>
              <a:schemeClr val="accent1"/>
            </a:solidFill>
            <a:ln>
              <a:noFill/>
            </a:ln>
            <a:effectLst/>
          </p:spPr>
          <p:txBody>
            <a:bodyPr wrap="none" anchor="ctr"/>
            <a:lstStyle/>
            <a:p>
              <a:pPr>
                <a:lnSpc>
                  <a:spcPct val="130000"/>
                </a:lnSpc>
                <a:defRPr/>
              </a:pPr>
              <a:endParaRPr lang="zh-CN" altLang="en-US" sz="9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68" name="组合 67"/>
          <p:cNvGrpSpPr>
            <a:grpSpLocks noChangeAspect="1"/>
          </p:cNvGrpSpPr>
          <p:nvPr/>
        </p:nvGrpSpPr>
        <p:grpSpPr>
          <a:xfrm>
            <a:off x="2705961" y="2162484"/>
            <a:ext cx="1580726" cy="1373727"/>
            <a:chOff x="2705078" y="1720199"/>
            <a:chExt cx="1581138" cy="1374085"/>
          </a:xfrm>
          <a:solidFill>
            <a:srgbClr val="EDA45A"/>
          </a:solidFill>
          <a:effectLst>
            <a:outerShdw blurRad="101600" dist="38100" dir="2700000" algn="tl" rotWithShape="0">
              <a:prstClr val="black">
                <a:alpha val="15000"/>
              </a:prstClr>
            </a:outerShdw>
          </a:effectLst>
        </p:grpSpPr>
        <p:sp>
          <p:nvSpPr>
            <p:cNvPr id="69" name="Freeform 16"/>
            <p:cNvSpPr/>
            <p:nvPr/>
          </p:nvSpPr>
          <p:spPr bwMode="auto">
            <a:xfrm>
              <a:off x="2705078" y="1720199"/>
              <a:ext cx="1581138" cy="1374084"/>
            </a:xfrm>
            <a:custGeom>
              <a:avLst/>
              <a:gdLst>
                <a:gd name="T0" fmla="*/ 362 w 723"/>
                <a:gd name="T1" fmla="*/ 0 h 627"/>
                <a:gd name="T2" fmla="*/ 723 w 723"/>
                <a:gd name="T3" fmla="*/ 627 h 627"/>
                <a:gd name="T4" fmla="*/ 0 w 723"/>
                <a:gd name="T5" fmla="*/ 627 h 627"/>
                <a:gd name="T6" fmla="*/ 362 w 723"/>
                <a:gd name="T7" fmla="*/ 0 h 627"/>
              </a:gdLst>
              <a:ahLst/>
              <a:cxnLst>
                <a:cxn ang="0">
                  <a:pos x="T0" y="T1"/>
                </a:cxn>
                <a:cxn ang="0">
                  <a:pos x="T2" y="T3"/>
                </a:cxn>
                <a:cxn ang="0">
                  <a:pos x="T4" y="T5"/>
                </a:cxn>
                <a:cxn ang="0">
                  <a:pos x="T6" y="T7"/>
                </a:cxn>
              </a:cxnLst>
              <a:rect l="0" t="0" r="r" b="b"/>
              <a:pathLst>
                <a:path w="723" h="627">
                  <a:moveTo>
                    <a:pt x="362" y="0"/>
                  </a:moveTo>
                  <a:lnTo>
                    <a:pt x="723" y="627"/>
                  </a:lnTo>
                  <a:lnTo>
                    <a:pt x="0" y="627"/>
                  </a:lnTo>
                  <a:lnTo>
                    <a:pt x="362" y="0"/>
                  </a:lnTo>
                  <a:close/>
                </a:path>
              </a:pathLst>
            </a:custGeom>
            <a:solidFill>
              <a:schemeClr val="accent2"/>
            </a:solidFill>
            <a:ln>
              <a:noFill/>
            </a:ln>
            <a:effectLst/>
          </p:spPr>
          <p:txBody>
            <a:bodyPr wrap="none" anchor="ctr"/>
            <a:lstStyle/>
            <a:p>
              <a:pPr>
                <a:lnSpc>
                  <a:spcPct val="130000"/>
                </a:lnSpc>
                <a:defRPr/>
              </a:pPr>
              <a:endParaRPr lang="zh-CN" altLang="en-US" sz="9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70" name="任意多边形 69"/>
            <p:cNvSpPr/>
            <p:nvPr/>
          </p:nvSpPr>
          <p:spPr bwMode="auto">
            <a:xfrm>
              <a:off x="2705078" y="1722099"/>
              <a:ext cx="790568" cy="1372185"/>
            </a:xfrm>
            <a:custGeom>
              <a:avLst/>
              <a:gdLst>
                <a:gd name="connsiteX0" fmla="*/ 790568 w 790568"/>
                <a:gd name="connsiteY0" fmla="*/ 0 h 1372185"/>
                <a:gd name="connsiteX1" fmla="*/ 790568 w 790568"/>
                <a:gd name="connsiteY1" fmla="*/ 1372185 h 1372185"/>
                <a:gd name="connsiteX2" fmla="*/ 0 w 790568"/>
                <a:gd name="connsiteY2" fmla="*/ 1372185 h 1372185"/>
              </a:gdLst>
              <a:ahLst/>
              <a:cxnLst>
                <a:cxn ang="0">
                  <a:pos x="connsiteX0" y="connsiteY0"/>
                </a:cxn>
                <a:cxn ang="0">
                  <a:pos x="connsiteX1" y="connsiteY1"/>
                </a:cxn>
                <a:cxn ang="0">
                  <a:pos x="connsiteX2" y="connsiteY2"/>
                </a:cxn>
              </a:cxnLst>
              <a:rect l="l" t="t" r="r" b="b"/>
              <a:pathLst>
                <a:path w="790568" h="1372185">
                  <a:moveTo>
                    <a:pt x="790568" y="0"/>
                  </a:moveTo>
                  <a:lnTo>
                    <a:pt x="790568" y="1372185"/>
                  </a:lnTo>
                  <a:lnTo>
                    <a:pt x="0" y="1372185"/>
                  </a:lnTo>
                  <a:close/>
                </a:path>
              </a:pathLst>
            </a:custGeom>
            <a:solidFill>
              <a:schemeClr val="accent2"/>
            </a:solidFill>
            <a:ln>
              <a:noFill/>
            </a:ln>
            <a:effectLst/>
          </p:spPr>
          <p:txBody>
            <a:bodyPr wrap="none" anchor="ctr"/>
            <a:lstStyle/>
            <a:p>
              <a:pPr>
                <a:lnSpc>
                  <a:spcPct val="130000"/>
                </a:lnSpc>
                <a:defRPr/>
              </a:pPr>
              <a:endParaRPr lang="zh-CN" altLang="en-US" sz="900" kern="0" dirty="0">
                <a:solidFill>
                  <a:srgbClr val="000000"/>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sp>
        <p:nvSpPr>
          <p:cNvPr id="71" name="矩形 70"/>
          <p:cNvSpPr/>
          <p:nvPr/>
        </p:nvSpPr>
        <p:spPr>
          <a:xfrm>
            <a:off x="1926019" y="5516786"/>
            <a:ext cx="3140611" cy="459934"/>
          </a:xfrm>
          <a:prstGeom prst="rect">
            <a:avLst/>
          </a:prstGeom>
        </p:spPr>
        <p:txBody>
          <a:bodyPr wrap="square">
            <a:spAutoFit/>
          </a:bodyPr>
          <a:lstStyle/>
          <a:p>
            <a:pPr algn="ctr">
              <a:lnSpc>
                <a:spcPct val="130000"/>
              </a:lnSpc>
            </a:pPr>
            <a:r>
              <a:rPr lang="zh-CN" altLang="en-US" sz="2000" b="1" dirty="0">
                <a:solidFill>
                  <a:srgbClr val="FFFFFF"/>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单击添加文字</a:t>
            </a:r>
          </a:p>
        </p:txBody>
      </p:sp>
      <p:sp>
        <p:nvSpPr>
          <p:cNvPr id="72" name="矩形 71"/>
          <p:cNvSpPr/>
          <p:nvPr/>
        </p:nvSpPr>
        <p:spPr>
          <a:xfrm>
            <a:off x="2485113" y="4718839"/>
            <a:ext cx="2022422" cy="459741"/>
          </a:xfrm>
          <a:prstGeom prst="rect">
            <a:avLst/>
          </a:prstGeom>
        </p:spPr>
        <p:txBody>
          <a:bodyPr wrap="square">
            <a:spAutoFit/>
          </a:bodyPr>
          <a:lstStyle/>
          <a:p>
            <a:pPr algn="ctr">
              <a:lnSpc>
                <a:spcPct val="130000"/>
              </a:lnSpc>
            </a:pPr>
            <a:r>
              <a:rPr lang="zh-CN" altLang="en-US" sz="2000" b="1" dirty="0">
                <a:solidFill>
                  <a:srgbClr val="FFFFFF"/>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单击添加文字</a:t>
            </a:r>
          </a:p>
        </p:txBody>
      </p:sp>
      <p:sp>
        <p:nvSpPr>
          <p:cNvPr id="73" name="矩形 72"/>
          <p:cNvSpPr/>
          <p:nvPr/>
        </p:nvSpPr>
        <p:spPr>
          <a:xfrm>
            <a:off x="2485113" y="3892551"/>
            <a:ext cx="2022422" cy="459934"/>
          </a:xfrm>
          <a:prstGeom prst="rect">
            <a:avLst/>
          </a:prstGeom>
        </p:spPr>
        <p:txBody>
          <a:bodyPr wrap="square">
            <a:spAutoFit/>
          </a:bodyPr>
          <a:lstStyle/>
          <a:p>
            <a:pPr algn="ctr">
              <a:lnSpc>
                <a:spcPct val="130000"/>
              </a:lnSpc>
            </a:pPr>
            <a:r>
              <a:rPr lang="zh-CN" altLang="en-US" sz="2000" b="1" dirty="0">
                <a:solidFill>
                  <a:srgbClr val="FFFFFF"/>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单击添加文字</a:t>
            </a:r>
          </a:p>
        </p:txBody>
      </p:sp>
      <p:sp>
        <p:nvSpPr>
          <p:cNvPr id="74" name="矩形 73"/>
          <p:cNvSpPr/>
          <p:nvPr/>
        </p:nvSpPr>
        <p:spPr>
          <a:xfrm>
            <a:off x="3023077" y="2698207"/>
            <a:ext cx="946490" cy="859659"/>
          </a:xfrm>
          <a:prstGeom prst="rect">
            <a:avLst/>
          </a:prstGeom>
        </p:spPr>
        <p:txBody>
          <a:bodyPr wrap="square">
            <a:spAutoFit/>
          </a:bodyPr>
          <a:lstStyle/>
          <a:p>
            <a:pPr algn="ctr">
              <a:lnSpc>
                <a:spcPct val="130000"/>
              </a:lnSpc>
            </a:pPr>
            <a:r>
              <a:rPr lang="zh-CN" altLang="en-US" sz="2000" b="1" dirty="0">
                <a:solidFill>
                  <a:srgbClr val="FFFFFF"/>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a:t>
            </a:r>
            <a:endParaRPr lang="en-US" altLang="zh-CN" sz="2000" b="1" dirty="0">
              <a:solidFill>
                <a:srgbClr val="FFFFFF"/>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a:p>
            <a:pPr algn="ctr">
              <a:lnSpc>
                <a:spcPct val="130000"/>
              </a:lnSpc>
            </a:pPr>
            <a:r>
              <a:rPr lang="zh-CN" altLang="en-US" sz="2000" b="1" dirty="0">
                <a:solidFill>
                  <a:srgbClr val="FFFFFF"/>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文字</a:t>
            </a:r>
          </a:p>
        </p:txBody>
      </p:sp>
      <p:sp>
        <p:nvSpPr>
          <p:cNvPr id="75" name="Freeform 92"/>
          <p:cNvSpPr>
            <a:spLocks noChangeAspect="1" noEditPoints="1"/>
          </p:cNvSpPr>
          <p:nvPr/>
        </p:nvSpPr>
        <p:spPr bwMode="auto">
          <a:xfrm>
            <a:off x="6373559" y="4608866"/>
            <a:ext cx="281943" cy="292541"/>
          </a:xfrm>
          <a:custGeom>
            <a:avLst/>
            <a:gdLst>
              <a:gd name="T0" fmla="*/ 414 w 1305"/>
              <a:gd name="T1" fmla="*/ 1345 h 1359"/>
              <a:gd name="T2" fmla="*/ 819 w 1305"/>
              <a:gd name="T3" fmla="*/ 1309 h 1359"/>
              <a:gd name="T4" fmla="*/ 1281 w 1305"/>
              <a:gd name="T5" fmla="*/ 606 h 1359"/>
              <a:gd name="T6" fmla="*/ 1294 w 1305"/>
              <a:gd name="T7" fmla="*/ 51 h 1359"/>
              <a:gd name="T8" fmla="*/ 414 w 1305"/>
              <a:gd name="T9" fmla="*/ 1345 h 1359"/>
              <a:gd name="T10" fmla="*/ 342 w 1305"/>
              <a:gd name="T11" fmla="*/ 1294 h 1359"/>
              <a:gd name="T12" fmla="*/ 1223 w 1305"/>
              <a:gd name="T13" fmla="*/ 0 h 1359"/>
              <a:gd name="T14" fmla="*/ 342 w 1305"/>
              <a:gd name="T15" fmla="*/ 1294 h 13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5" h="1359">
                <a:moveTo>
                  <a:pt x="414" y="1345"/>
                </a:moveTo>
                <a:cubicBezTo>
                  <a:pt x="560" y="1359"/>
                  <a:pt x="696" y="1349"/>
                  <a:pt x="819" y="1309"/>
                </a:cubicBezTo>
                <a:cubicBezTo>
                  <a:pt x="1103" y="1217"/>
                  <a:pt x="1305" y="997"/>
                  <a:pt x="1281" y="606"/>
                </a:cubicBezTo>
                <a:cubicBezTo>
                  <a:pt x="1270" y="414"/>
                  <a:pt x="1230" y="216"/>
                  <a:pt x="1294" y="51"/>
                </a:cubicBezTo>
                <a:cubicBezTo>
                  <a:pt x="845" y="485"/>
                  <a:pt x="649" y="775"/>
                  <a:pt x="414" y="1345"/>
                </a:cubicBezTo>
                <a:close/>
                <a:moveTo>
                  <a:pt x="342" y="1294"/>
                </a:moveTo>
                <a:cubicBezTo>
                  <a:pt x="0" y="950"/>
                  <a:pt x="233" y="164"/>
                  <a:pt x="1223" y="0"/>
                </a:cubicBezTo>
                <a:cubicBezTo>
                  <a:pt x="787" y="413"/>
                  <a:pt x="584" y="704"/>
                  <a:pt x="342" y="1294"/>
                </a:cubicBezTo>
                <a:close/>
              </a:path>
            </a:pathLst>
          </a:custGeom>
          <a:solidFill>
            <a:srgbClr val="FFFFFF"/>
          </a:solidFill>
          <a:ln>
            <a:noFill/>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pPr>
              <a:lnSpc>
                <a:spcPct val="130000"/>
              </a:lnSpc>
              <a:defRPr/>
            </a:pPr>
            <a:endParaRPr lang="zh-CN" altLang="en-US" sz="1800" kern="0" dirty="0">
              <a:solidFill>
                <a:schemeClr val="tx1">
                  <a:lumMod val="95000"/>
                  <a:lumOff val="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76" name="Freeform 14"/>
          <p:cNvSpPr>
            <a:spLocks noChangeAspect="1" noEditPoints="1"/>
          </p:cNvSpPr>
          <p:nvPr/>
        </p:nvSpPr>
        <p:spPr bwMode="auto">
          <a:xfrm>
            <a:off x="6386256" y="5577030"/>
            <a:ext cx="281943" cy="270482"/>
          </a:xfrm>
          <a:custGeom>
            <a:avLst/>
            <a:gdLst>
              <a:gd name="T0" fmla="*/ 374 w 1200"/>
              <a:gd name="T1" fmla="*/ 247 h 1163"/>
              <a:gd name="T2" fmla="*/ 561 w 1200"/>
              <a:gd name="T3" fmla="*/ 24 h 1163"/>
              <a:gd name="T4" fmla="*/ 276 w 1200"/>
              <a:gd name="T5" fmla="*/ 307 h 1163"/>
              <a:gd name="T6" fmla="*/ 0 w 1200"/>
              <a:gd name="T7" fmla="*/ 537 h 1163"/>
              <a:gd name="T8" fmla="*/ 276 w 1200"/>
              <a:gd name="T9" fmla="*/ 307 h 1163"/>
              <a:gd name="T10" fmla="*/ 298 w 1200"/>
              <a:gd name="T11" fmla="*/ 234 h 1163"/>
              <a:gd name="T12" fmla="*/ 449 w 1200"/>
              <a:gd name="T13" fmla="*/ 0 h 1163"/>
              <a:gd name="T14" fmla="*/ 144 w 1200"/>
              <a:gd name="T15" fmla="*/ 974 h 1163"/>
              <a:gd name="T16" fmla="*/ 340 w 1200"/>
              <a:gd name="T17" fmla="*/ 1025 h 1163"/>
              <a:gd name="T18" fmla="*/ 144 w 1200"/>
              <a:gd name="T19" fmla="*/ 974 h 1163"/>
              <a:gd name="T20" fmla="*/ 561 w 1200"/>
              <a:gd name="T21" fmla="*/ 824 h 1163"/>
              <a:gd name="T22" fmla="*/ 319 w 1200"/>
              <a:gd name="T23" fmla="*/ 614 h 1163"/>
              <a:gd name="T24" fmla="*/ 276 w 1200"/>
              <a:gd name="T25" fmla="*/ 857 h 1163"/>
              <a:gd name="T26" fmla="*/ 0 w 1200"/>
              <a:gd name="T27" fmla="*/ 614 h 1163"/>
              <a:gd name="T28" fmla="*/ 276 w 1200"/>
              <a:gd name="T29" fmla="*/ 857 h 1163"/>
              <a:gd name="T30" fmla="*/ 957 w 1200"/>
              <a:gd name="T31" fmla="*/ 537 h 1163"/>
              <a:gd name="T32" fmla="*/ 1102 w 1200"/>
              <a:gd name="T33" fmla="*/ 251 h 1163"/>
              <a:gd name="T34" fmla="*/ 924 w 1200"/>
              <a:gd name="T35" fmla="*/ 857 h 1163"/>
              <a:gd name="T36" fmla="*/ 1200 w 1200"/>
              <a:gd name="T37" fmla="*/ 614 h 1163"/>
              <a:gd name="T38" fmla="*/ 924 w 1200"/>
              <a:gd name="T39" fmla="*/ 857 h 1163"/>
              <a:gd name="T40" fmla="*/ 751 w 1200"/>
              <a:gd name="T41" fmla="*/ 1163 h 1163"/>
              <a:gd name="T42" fmla="*/ 901 w 1200"/>
              <a:gd name="T43" fmla="*/ 930 h 1163"/>
              <a:gd name="T44" fmla="*/ 638 w 1200"/>
              <a:gd name="T45" fmla="*/ 263 h 1163"/>
              <a:gd name="T46" fmla="*/ 792 w 1200"/>
              <a:gd name="T47" fmla="*/ 174 h 1163"/>
              <a:gd name="T48" fmla="*/ 638 w 1200"/>
              <a:gd name="T49" fmla="*/ 824 h 1163"/>
              <a:gd name="T50" fmla="*/ 880 w 1200"/>
              <a:gd name="T51" fmla="*/ 614 h 1163"/>
              <a:gd name="T52" fmla="*/ 638 w 1200"/>
              <a:gd name="T53" fmla="*/ 824 h 1163"/>
              <a:gd name="T54" fmla="*/ 561 w 1200"/>
              <a:gd name="T55" fmla="*/ 537 h 1163"/>
              <a:gd name="T56" fmla="*/ 351 w 1200"/>
              <a:gd name="T57" fmla="*/ 321 h 1163"/>
              <a:gd name="T58" fmla="*/ 638 w 1200"/>
              <a:gd name="T59" fmla="*/ 537 h 1163"/>
              <a:gd name="T60" fmla="*/ 848 w 1200"/>
              <a:gd name="T61" fmla="*/ 321 h 1163"/>
              <a:gd name="T62" fmla="*/ 638 w 1200"/>
              <a:gd name="T63" fmla="*/ 537 h 1163"/>
              <a:gd name="T64" fmla="*/ 901 w 1200"/>
              <a:gd name="T65" fmla="*/ 233 h 1163"/>
              <a:gd name="T66" fmla="*/ 751 w 1200"/>
              <a:gd name="T67" fmla="*/ 0 h 1163"/>
              <a:gd name="T68" fmla="*/ 374 w 1200"/>
              <a:gd name="T69" fmla="*/ 916 h 1163"/>
              <a:gd name="T70" fmla="*/ 561 w 1200"/>
              <a:gd name="T71" fmla="*/ 1140 h 1163"/>
              <a:gd name="T72" fmla="*/ 374 w 1200"/>
              <a:gd name="T73" fmla="*/ 916 h 1163"/>
              <a:gd name="T74" fmla="*/ 824 w 1200"/>
              <a:gd name="T75" fmla="*/ 916 h 1163"/>
              <a:gd name="T76" fmla="*/ 638 w 1200"/>
              <a:gd name="T77" fmla="*/ 1140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00" h="1163">
                <a:moveTo>
                  <a:pt x="407" y="174"/>
                </a:moveTo>
                <a:cubicBezTo>
                  <a:pt x="395" y="197"/>
                  <a:pt x="384" y="222"/>
                  <a:pt x="374" y="247"/>
                </a:cubicBezTo>
                <a:cubicBezTo>
                  <a:pt x="433" y="256"/>
                  <a:pt x="495" y="261"/>
                  <a:pt x="561" y="263"/>
                </a:cubicBezTo>
                <a:lnTo>
                  <a:pt x="561" y="24"/>
                </a:lnTo>
                <a:cubicBezTo>
                  <a:pt x="505" y="40"/>
                  <a:pt x="451" y="92"/>
                  <a:pt x="407" y="174"/>
                </a:cubicBezTo>
                <a:close/>
                <a:moveTo>
                  <a:pt x="276" y="307"/>
                </a:moveTo>
                <a:cubicBezTo>
                  <a:pt x="210" y="292"/>
                  <a:pt x="150" y="274"/>
                  <a:pt x="97" y="252"/>
                </a:cubicBezTo>
                <a:cubicBezTo>
                  <a:pt x="42" y="335"/>
                  <a:pt x="8" y="432"/>
                  <a:pt x="0" y="537"/>
                </a:cubicBezTo>
                <a:lnTo>
                  <a:pt x="243" y="537"/>
                </a:lnTo>
                <a:cubicBezTo>
                  <a:pt x="245" y="457"/>
                  <a:pt x="257" y="378"/>
                  <a:pt x="276" y="307"/>
                </a:cubicBezTo>
                <a:close/>
                <a:moveTo>
                  <a:pt x="144" y="189"/>
                </a:moveTo>
                <a:cubicBezTo>
                  <a:pt x="190" y="207"/>
                  <a:pt x="241" y="222"/>
                  <a:pt x="298" y="234"/>
                </a:cubicBezTo>
                <a:cubicBezTo>
                  <a:pt x="310" y="200"/>
                  <a:pt x="324" y="168"/>
                  <a:pt x="340" y="138"/>
                </a:cubicBezTo>
                <a:cubicBezTo>
                  <a:pt x="371" y="79"/>
                  <a:pt x="408" y="33"/>
                  <a:pt x="449" y="0"/>
                </a:cubicBezTo>
                <a:cubicBezTo>
                  <a:pt x="328" y="31"/>
                  <a:pt x="223" y="98"/>
                  <a:pt x="144" y="189"/>
                </a:cubicBezTo>
                <a:close/>
                <a:moveTo>
                  <a:pt x="144" y="974"/>
                </a:moveTo>
                <a:cubicBezTo>
                  <a:pt x="223" y="1065"/>
                  <a:pt x="328" y="1132"/>
                  <a:pt x="449" y="1163"/>
                </a:cubicBezTo>
                <a:cubicBezTo>
                  <a:pt x="408" y="1130"/>
                  <a:pt x="371" y="1084"/>
                  <a:pt x="340" y="1025"/>
                </a:cubicBezTo>
                <a:cubicBezTo>
                  <a:pt x="324" y="996"/>
                  <a:pt x="310" y="964"/>
                  <a:pt x="298" y="930"/>
                </a:cubicBezTo>
                <a:cubicBezTo>
                  <a:pt x="241" y="942"/>
                  <a:pt x="190" y="957"/>
                  <a:pt x="144" y="974"/>
                </a:cubicBezTo>
                <a:close/>
                <a:moveTo>
                  <a:pt x="351" y="843"/>
                </a:moveTo>
                <a:cubicBezTo>
                  <a:pt x="417" y="832"/>
                  <a:pt x="488" y="826"/>
                  <a:pt x="561" y="824"/>
                </a:cubicBezTo>
                <a:lnTo>
                  <a:pt x="561" y="614"/>
                </a:lnTo>
                <a:lnTo>
                  <a:pt x="319" y="614"/>
                </a:lnTo>
                <a:cubicBezTo>
                  <a:pt x="321" y="695"/>
                  <a:pt x="332" y="772"/>
                  <a:pt x="351" y="843"/>
                </a:cubicBezTo>
                <a:close/>
                <a:moveTo>
                  <a:pt x="276" y="857"/>
                </a:moveTo>
                <a:cubicBezTo>
                  <a:pt x="256" y="782"/>
                  <a:pt x="244" y="699"/>
                  <a:pt x="242" y="614"/>
                </a:cubicBezTo>
                <a:lnTo>
                  <a:pt x="0" y="614"/>
                </a:lnTo>
                <a:cubicBezTo>
                  <a:pt x="5" y="724"/>
                  <a:pt x="40" y="825"/>
                  <a:pt x="97" y="912"/>
                </a:cubicBezTo>
                <a:cubicBezTo>
                  <a:pt x="150" y="890"/>
                  <a:pt x="210" y="871"/>
                  <a:pt x="276" y="857"/>
                </a:cubicBezTo>
                <a:close/>
                <a:moveTo>
                  <a:pt x="924" y="307"/>
                </a:moveTo>
                <a:cubicBezTo>
                  <a:pt x="942" y="378"/>
                  <a:pt x="954" y="457"/>
                  <a:pt x="957" y="537"/>
                </a:cubicBezTo>
                <a:lnTo>
                  <a:pt x="1199" y="537"/>
                </a:lnTo>
                <a:cubicBezTo>
                  <a:pt x="1191" y="432"/>
                  <a:pt x="1157" y="335"/>
                  <a:pt x="1102" y="251"/>
                </a:cubicBezTo>
                <a:cubicBezTo>
                  <a:pt x="1048" y="274"/>
                  <a:pt x="988" y="293"/>
                  <a:pt x="924" y="307"/>
                </a:cubicBezTo>
                <a:close/>
                <a:moveTo>
                  <a:pt x="924" y="857"/>
                </a:moveTo>
                <a:cubicBezTo>
                  <a:pt x="989" y="871"/>
                  <a:pt x="1048" y="890"/>
                  <a:pt x="1102" y="912"/>
                </a:cubicBezTo>
                <a:cubicBezTo>
                  <a:pt x="1159" y="826"/>
                  <a:pt x="1194" y="724"/>
                  <a:pt x="1200" y="614"/>
                </a:cubicBezTo>
                <a:lnTo>
                  <a:pt x="957" y="614"/>
                </a:lnTo>
                <a:cubicBezTo>
                  <a:pt x="955" y="701"/>
                  <a:pt x="943" y="783"/>
                  <a:pt x="924" y="857"/>
                </a:cubicBezTo>
                <a:close/>
                <a:moveTo>
                  <a:pt x="901" y="930"/>
                </a:moveTo>
                <a:cubicBezTo>
                  <a:pt x="865" y="1032"/>
                  <a:pt x="813" y="1113"/>
                  <a:pt x="751" y="1163"/>
                </a:cubicBezTo>
                <a:cubicBezTo>
                  <a:pt x="870" y="1133"/>
                  <a:pt x="975" y="1066"/>
                  <a:pt x="1053" y="976"/>
                </a:cubicBezTo>
                <a:cubicBezTo>
                  <a:pt x="1007" y="958"/>
                  <a:pt x="956" y="942"/>
                  <a:pt x="901" y="930"/>
                </a:cubicBezTo>
                <a:close/>
                <a:moveTo>
                  <a:pt x="638" y="24"/>
                </a:moveTo>
                <a:lnTo>
                  <a:pt x="638" y="263"/>
                </a:lnTo>
                <a:cubicBezTo>
                  <a:pt x="702" y="261"/>
                  <a:pt x="765" y="256"/>
                  <a:pt x="824" y="247"/>
                </a:cubicBezTo>
                <a:cubicBezTo>
                  <a:pt x="815" y="221"/>
                  <a:pt x="804" y="197"/>
                  <a:pt x="792" y="174"/>
                </a:cubicBezTo>
                <a:cubicBezTo>
                  <a:pt x="748" y="92"/>
                  <a:pt x="694" y="40"/>
                  <a:pt x="638" y="24"/>
                </a:cubicBezTo>
                <a:close/>
                <a:moveTo>
                  <a:pt x="638" y="824"/>
                </a:moveTo>
                <a:cubicBezTo>
                  <a:pt x="710" y="826"/>
                  <a:pt x="781" y="832"/>
                  <a:pt x="848" y="843"/>
                </a:cubicBezTo>
                <a:cubicBezTo>
                  <a:pt x="866" y="773"/>
                  <a:pt x="878" y="696"/>
                  <a:pt x="880" y="614"/>
                </a:cubicBezTo>
                <a:lnTo>
                  <a:pt x="638" y="614"/>
                </a:lnTo>
                <a:lnTo>
                  <a:pt x="638" y="824"/>
                </a:lnTo>
                <a:close/>
                <a:moveTo>
                  <a:pt x="319" y="537"/>
                </a:moveTo>
                <a:lnTo>
                  <a:pt x="561" y="537"/>
                </a:lnTo>
                <a:lnTo>
                  <a:pt x="561" y="339"/>
                </a:lnTo>
                <a:cubicBezTo>
                  <a:pt x="488" y="338"/>
                  <a:pt x="417" y="331"/>
                  <a:pt x="351" y="321"/>
                </a:cubicBezTo>
                <a:cubicBezTo>
                  <a:pt x="333" y="388"/>
                  <a:pt x="322" y="461"/>
                  <a:pt x="319" y="537"/>
                </a:cubicBezTo>
                <a:close/>
                <a:moveTo>
                  <a:pt x="638" y="537"/>
                </a:moveTo>
                <a:lnTo>
                  <a:pt x="880" y="537"/>
                </a:lnTo>
                <a:cubicBezTo>
                  <a:pt x="877" y="461"/>
                  <a:pt x="866" y="388"/>
                  <a:pt x="848" y="321"/>
                </a:cubicBezTo>
                <a:cubicBezTo>
                  <a:pt x="781" y="331"/>
                  <a:pt x="710" y="338"/>
                  <a:pt x="638" y="339"/>
                </a:cubicBezTo>
                <a:lnTo>
                  <a:pt x="638" y="537"/>
                </a:lnTo>
                <a:close/>
                <a:moveTo>
                  <a:pt x="859" y="138"/>
                </a:moveTo>
                <a:cubicBezTo>
                  <a:pt x="875" y="168"/>
                  <a:pt x="889" y="200"/>
                  <a:pt x="901" y="233"/>
                </a:cubicBezTo>
                <a:cubicBezTo>
                  <a:pt x="956" y="222"/>
                  <a:pt x="1006" y="206"/>
                  <a:pt x="1054" y="188"/>
                </a:cubicBezTo>
                <a:cubicBezTo>
                  <a:pt x="975" y="97"/>
                  <a:pt x="870" y="31"/>
                  <a:pt x="751" y="0"/>
                </a:cubicBezTo>
                <a:cubicBezTo>
                  <a:pt x="791" y="33"/>
                  <a:pt x="828" y="79"/>
                  <a:pt x="859" y="138"/>
                </a:cubicBezTo>
                <a:close/>
                <a:moveTo>
                  <a:pt x="374" y="916"/>
                </a:moveTo>
                <a:cubicBezTo>
                  <a:pt x="384" y="942"/>
                  <a:pt x="395" y="966"/>
                  <a:pt x="407" y="989"/>
                </a:cubicBezTo>
                <a:cubicBezTo>
                  <a:pt x="451" y="1071"/>
                  <a:pt x="505" y="1123"/>
                  <a:pt x="561" y="1140"/>
                </a:cubicBezTo>
                <a:lnTo>
                  <a:pt x="561" y="901"/>
                </a:lnTo>
                <a:cubicBezTo>
                  <a:pt x="495" y="902"/>
                  <a:pt x="433" y="908"/>
                  <a:pt x="374" y="916"/>
                </a:cubicBezTo>
                <a:close/>
                <a:moveTo>
                  <a:pt x="638" y="1140"/>
                </a:moveTo>
                <a:cubicBezTo>
                  <a:pt x="713" y="1118"/>
                  <a:pt x="780" y="1034"/>
                  <a:pt x="824" y="916"/>
                </a:cubicBezTo>
                <a:cubicBezTo>
                  <a:pt x="765" y="908"/>
                  <a:pt x="702" y="902"/>
                  <a:pt x="638" y="901"/>
                </a:cubicBezTo>
                <a:lnTo>
                  <a:pt x="638" y="1140"/>
                </a:lnTo>
                <a:close/>
              </a:path>
            </a:pathLst>
          </a:custGeom>
          <a:solidFill>
            <a:srgbClr val="FFFFFF"/>
          </a:solidFill>
          <a:ln>
            <a:noFill/>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pPr>
              <a:lnSpc>
                <a:spcPct val="130000"/>
              </a:lnSpc>
              <a:defRPr/>
            </a:pPr>
            <a:endParaRPr lang="zh-CN" altLang="en-US" sz="1800" kern="0" dirty="0">
              <a:solidFill>
                <a:schemeClr val="tx1">
                  <a:lumMod val="95000"/>
                  <a:lumOff val="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nvGrpSpPr>
          <p:cNvPr id="77" name="组合 76"/>
          <p:cNvGrpSpPr>
            <a:grpSpLocks noChangeAspect="1"/>
          </p:cNvGrpSpPr>
          <p:nvPr/>
        </p:nvGrpSpPr>
        <p:grpSpPr>
          <a:xfrm>
            <a:off x="6386256" y="3657027"/>
            <a:ext cx="281943" cy="281943"/>
            <a:chOff x="6858828" y="3790714"/>
            <a:chExt cx="731377" cy="731377"/>
          </a:xfrm>
          <a:solidFill>
            <a:srgbClr val="FFFFFF"/>
          </a:solidFill>
          <a:effectLst>
            <a:outerShdw blurRad="50800" dist="38100" dir="2700000" algn="tl" rotWithShape="0">
              <a:prstClr val="black">
                <a:alpha val="40000"/>
              </a:prstClr>
            </a:outerShdw>
          </a:effectLst>
        </p:grpSpPr>
        <p:sp>
          <p:nvSpPr>
            <p:cNvPr id="78" name="Freeform 578"/>
            <p:cNvSpPr/>
            <p:nvPr/>
          </p:nvSpPr>
          <p:spPr bwMode="auto">
            <a:xfrm>
              <a:off x="7450277" y="4178041"/>
              <a:ext cx="97373" cy="194024"/>
            </a:xfrm>
            <a:custGeom>
              <a:avLst/>
              <a:gdLst>
                <a:gd name="T0" fmla="*/ 0 w 57"/>
                <a:gd name="T1" fmla="*/ 99 h 114"/>
                <a:gd name="T2" fmla="*/ 22 w 57"/>
                <a:gd name="T3" fmla="*/ 114 h 114"/>
                <a:gd name="T4" fmla="*/ 57 w 57"/>
                <a:gd name="T5" fmla="*/ 0 h 114"/>
                <a:gd name="T6" fmla="*/ 31 w 57"/>
                <a:gd name="T7" fmla="*/ 0 h 114"/>
                <a:gd name="T8" fmla="*/ 0 w 57"/>
                <a:gd name="T9" fmla="*/ 99 h 114"/>
              </a:gdLst>
              <a:ahLst/>
              <a:cxnLst>
                <a:cxn ang="0">
                  <a:pos x="T0" y="T1"/>
                </a:cxn>
                <a:cxn ang="0">
                  <a:pos x="T2" y="T3"/>
                </a:cxn>
                <a:cxn ang="0">
                  <a:pos x="T4" y="T5"/>
                </a:cxn>
                <a:cxn ang="0">
                  <a:pos x="T6" y="T7"/>
                </a:cxn>
                <a:cxn ang="0">
                  <a:pos x="T8" y="T9"/>
                </a:cxn>
              </a:cxnLst>
              <a:rect l="0" t="0" r="r" b="b"/>
              <a:pathLst>
                <a:path w="57" h="114">
                  <a:moveTo>
                    <a:pt x="0" y="99"/>
                  </a:moveTo>
                  <a:cubicBezTo>
                    <a:pt x="22" y="114"/>
                    <a:pt x="22" y="114"/>
                    <a:pt x="22" y="114"/>
                  </a:cubicBezTo>
                  <a:cubicBezTo>
                    <a:pt x="44" y="82"/>
                    <a:pt x="57" y="42"/>
                    <a:pt x="57" y="0"/>
                  </a:cubicBezTo>
                  <a:cubicBezTo>
                    <a:pt x="31" y="0"/>
                    <a:pt x="31" y="0"/>
                    <a:pt x="31" y="0"/>
                  </a:cubicBezTo>
                  <a:cubicBezTo>
                    <a:pt x="31" y="37"/>
                    <a:pt x="20" y="71"/>
                    <a:pt x="0" y="99"/>
                  </a:cubicBezTo>
                  <a:close/>
                </a:path>
              </a:pathLst>
            </a:custGeom>
            <a:grpFill/>
            <a:ln>
              <a:noFill/>
            </a:ln>
          </p:spPr>
          <p:txBody>
            <a:bodyPr vert="horz" wrap="square" lIns="91416" tIns="45708" rIns="91416" bIns="45708" numCol="1" anchor="t" anchorCtr="0" compatLnSpc="1"/>
            <a:lstStyle/>
            <a:p>
              <a:pPr>
                <a:lnSpc>
                  <a:spcPct val="130000"/>
                </a:lnSpc>
                <a:defRPr/>
              </a:pPr>
              <a:endParaRPr lang="zh-CN" altLang="en-US" sz="1800" kern="0" dirty="0">
                <a:solidFill>
                  <a:schemeClr val="tx1">
                    <a:lumMod val="95000"/>
                    <a:lumOff val="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79" name="Freeform 579"/>
            <p:cNvSpPr/>
            <p:nvPr/>
          </p:nvSpPr>
          <p:spPr bwMode="auto">
            <a:xfrm>
              <a:off x="7228844" y="3790714"/>
              <a:ext cx="361361" cy="362804"/>
            </a:xfrm>
            <a:custGeom>
              <a:avLst/>
              <a:gdLst>
                <a:gd name="T0" fmla="*/ 187 w 212"/>
                <a:gd name="T1" fmla="*/ 213 h 213"/>
                <a:gd name="T2" fmla="*/ 212 w 212"/>
                <a:gd name="T3" fmla="*/ 213 h 213"/>
                <a:gd name="T4" fmla="*/ 0 w 212"/>
                <a:gd name="T5" fmla="*/ 0 h 213"/>
                <a:gd name="T6" fmla="*/ 0 w 212"/>
                <a:gd name="T7" fmla="*/ 25 h 213"/>
                <a:gd name="T8" fmla="*/ 0 w 212"/>
                <a:gd name="T9" fmla="*/ 52 h 213"/>
                <a:gd name="T10" fmla="*/ 0 w 212"/>
                <a:gd name="T11" fmla="*/ 213 h 213"/>
                <a:gd name="T12" fmla="*/ 160 w 212"/>
                <a:gd name="T13" fmla="*/ 213 h 213"/>
                <a:gd name="T14" fmla="*/ 187 w 212"/>
                <a:gd name="T15" fmla="*/ 213 h 2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1" h="213">
                  <a:moveTo>
                    <a:pt x="187" y="213"/>
                  </a:moveTo>
                  <a:cubicBezTo>
                    <a:pt x="212" y="213"/>
                    <a:pt x="212" y="213"/>
                    <a:pt x="212" y="213"/>
                  </a:cubicBezTo>
                  <a:cubicBezTo>
                    <a:pt x="187" y="7"/>
                    <a:pt x="0" y="0"/>
                    <a:pt x="0" y="0"/>
                  </a:cubicBezTo>
                  <a:cubicBezTo>
                    <a:pt x="0" y="25"/>
                    <a:pt x="0" y="25"/>
                    <a:pt x="0" y="25"/>
                  </a:cubicBezTo>
                  <a:cubicBezTo>
                    <a:pt x="0" y="52"/>
                    <a:pt x="0" y="52"/>
                    <a:pt x="0" y="52"/>
                  </a:cubicBezTo>
                  <a:cubicBezTo>
                    <a:pt x="0" y="213"/>
                    <a:pt x="0" y="213"/>
                    <a:pt x="0" y="213"/>
                  </a:cubicBezTo>
                  <a:cubicBezTo>
                    <a:pt x="160" y="213"/>
                    <a:pt x="160" y="213"/>
                    <a:pt x="160" y="213"/>
                  </a:cubicBezTo>
                  <a:lnTo>
                    <a:pt x="187" y="213"/>
                  </a:lnTo>
                  <a:close/>
                </a:path>
              </a:pathLst>
            </a:custGeom>
            <a:grpFill/>
            <a:ln>
              <a:noFill/>
            </a:ln>
          </p:spPr>
          <p:txBody>
            <a:bodyPr vert="horz" wrap="square" lIns="91416" tIns="45708" rIns="91416" bIns="45708" numCol="1" anchor="t" anchorCtr="0" compatLnSpc="1"/>
            <a:lstStyle/>
            <a:p>
              <a:pPr>
                <a:lnSpc>
                  <a:spcPct val="130000"/>
                </a:lnSpc>
                <a:defRPr/>
              </a:pPr>
              <a:endParaRPr lang="zh-CN" altLang="en-US" sz="1800" kern="0" dirty="0">
                <a:solidFill>
                  <a:schemeClr val="tx1">
                    <a:lumMod val="95000"/>
                    <a:lumOff val="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80" name="Freeform 580"/>
            <p:cNvSpPr/>
            <p:nvPr/>
          </p:nvSpPr>
          <p:spPr bwMode="auto">
            <a:xfrm>
              <a:off x="6858828" y="3833269"/>
              <a:ext cx="605154" cy="688822"/>
            </a:xfrm>
            <a:custGeom>
              <a:avLst/>
              <a:gdLst>
                <a:gd name="T0" fmla="*/ 202 w 355"/>
                <a:gd name="T1" fmla="*/ 202 h 404"/>
                <a:gd name="T2" fmla="*/ 202 w 355"/>
                <a:gd name="T3" fmla="*/ 26 h 404"/>
                <a:gd name="T4" fmla="*/ 202 w 355"/>
                <a:gd name="T5" fmla="*/ 0 h 404"/>
                <a:gd name="T6" fmla="*/ 0 w 355"/>
                <a:gd name="T7" fmla="*/ 202 h 404"/>
                <a:gd name="T8" fmla="*/ 202 w 355"/>
                <a:gd name="T9" fmla="*/ 404 h 404"/>
                <a:gd name="T10" fmla="*/ 355 w 355"/>
                <a:gd name="T11" fmla="*/ 335 h 404"/>
                <a:gd name="T12" fmla="*/ 335 w 355"/>
                <a:gd name="T13" fmla="*/ 317 h 404"/>
                <a:gd name="T14" fmla="*/ 202 w 355"/>
                <a:gd name="T15" fmla="*/ 202 h 4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5" h="402">
                  <a:moveTo>
                    <a:pt x="202" y="202"/>
                  </a:moveTo>
                  <a:cubicBezTo>
                    <a:pt x="202" y="26"/>
                    <a:pt x="202" y="26"/>
                    <a:pt x="202" y="26"/>
                  </a:cubicBezTo>
                  <a:cubicBezTo>
                    <a:pt x="202" y="0"/>
                    <a:pt x="202" y="0"/>
                    <a:pt x="202" y="0"/>
                  </a:cubicBezTo>
                  <a:cubicBezTo>
                    <a:pt x="91" y="0"/>
                    <a:pt x="0" y="90"/>
                    <a:pt x="0" y="202"/>
                  </a:cubicBezTo>
                  <a:cubicBezTo>
                    <a:pt x="0" y="314"/>
                    <a:pt x="91" y="404"/>
                    <a:pt x="202" y="404"/>
                  </a:cubicBezTo>
                  <a:cubicBezTo>
                    <a:pt x="263" y="404"/>
                    <a:pt x="318" y="377"/>
                    <a:pt x="355" y="335"/>
                  </a:cubicBezTo>
                  <a:cubicBezTo>
                    <a:pt x="335" y="317"/>
                    <a:pt x="335" y="317"/>
                    <a:pt x="335" y="317"/>
                  </a:cubicBezTo>
                  <a:lnTo>
                    <a:pt x="202" y="202"/>
                  </a:lnTo>
                  <a:close/>
                </a:path>
              </a:pathLst>
            </a:custGeom>
            <a:grpFill/>
            <a:ln>
              <a:noFill/>
            </a:ln>
          </p:spPr>
          <p:txBody>
            <a:bodyPr vert="horz" wrap="square" lIns="91416" tIns="45708" rIns="91416" bIns="45708" numCol="1" anchor="t" anchorCtr="0" compatLnSpc="1"/>
            <a:lstStyle/>
            <a:p>
              <a:pPr>
                <a:lnSpc>
                  <a:spcPct val="130000"/>
                </a:lnSpc>
                <a:defRPr/>
              </a:pPr>
              <a:endParaRPr lang="zh-CN" altLang="en-US" sz="1800" kern="0" dirty="0">
                <a:solidFill>
                  <a:schemeClr val="tx1">
                    <a:lumMod val="95000"/>
                    <a:lumOff val="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sp>
        <p:nvSpPr>
          <p:cNvPr id="81" name="Freeform 106"/>
          <p:cNvSpPr>
            <a:spLocks noChangeAspect="1" noEditPoints="1"/>
          </p:cNvSpPr>
          <p:nvPr/>
        </p:nvSpPr>
        <p:spPr bwMode="auto">
          <a:xfrm>
            <a:off x="6386256" y="2662071"/>
            <a:ext cx="281943" cy="357585"/>
          </a:xfrm>
          <a:custGeom>
            <a:avLst/>
            <a:gdLst>
              <a:gd name="T0" fmla="*/ 91 w 1206"/>
              <a:gd name="T1" fmla="*/ 1397 h 1529"/>
              <a:gd name="T2" fmla="*/ 71 w 1206"/>
              <a:gd name="T3" fmla="*/ 1515 h 1529"/>
              <a:gd name="T4" fmla="*/ 278 w 1206"/>
              <a:gd name="T5" fmla="*/ 1529 h 1529"/>
              <a:gd name="T6" fmla="*/ 297 w 1206"/>
              <a:gd name="T7" fmla="*/ 1411 h 1529"/>
              <a:gd name="T8" fmla="*/ 467 w 1206"/>
              <a:gd name="T9" fmla="*/ 734 h 1529"/>
              <a:gd name="T10" fmla="*/ 540 w 1206"/>
              <a:gd name="T11" fmla="*/ 344 h 1529"/>
              <a:gd name="T12" fmla="*/ 511 w 1206"/>
              <a:gd name="T13" fmla="*/ 485 h 1529"/>
              <a:gd name="T14" fmla="*/ 524 w 1206"/>
              <a:gd name="T15" fmla="*/ 349 h 1529"/>
              <a:gd name="T16" fmla="*/ 503 w 1206"/>
              <a:gd name="T17" fmla="*/ 324 h 1529"/>
              <a:gd name="T18" fmla="*/ 493 w 1206"/>
              <a:gd name="T19" fmla="*/ 364 h 1529"/>
              <a:gd name="T20" fmla="*/ 437 w 1206"/>
              <a:gd name="T21" fmla="*/ 288 h 1529"/>
              <a:gd name="T22" fmla="*/ 437 w 1206"/>
              <a:gd name="T23" fmla="*/ 288 h 1529"/>
              <a:gd name="T24" fmla="*/ 201 w 1206"/>
              <a:gd name="T25" fmla="*/ 305 h 1529"/>
              <a:gd name="T26" fmla="*/ 19 w 1206"/>
              <a:gd name="T27" fmla="*/ 499 h 1529"/>
              <a:gd name="T28" fmla="*/ 91 w 1206"/>
              <a:gd name="T29" fmla="*/ 503 h 1529"/>
              <a:gd name="T30" fmla="*/ 349 w 1206"/>
              <a:gd name="T31" fmla="*/ 399 h 1529"/>
              <a:gd name="T32" fmla="*/ 240 w 1206"/>
              <a:gd name="T33" fmla="*/ 694 h 1529"/>
              <a:gd name="T34" fmla="*/ 358 w 1206"/>
              <a:gd name="T35" fmla="*/ 814 h 1529"/>
              <a:gd name="T36" fmla="*/ 449 w 1206"/>
              <a:gd name="T37" fmla="*/ 1157 h 1529"/>
              <a:gd name="T38" fmla="*/ 571 w 1206"/>
              <a:gd name="T39" fmla="*/ 1174 h 1529"/>
              <a:gd name="T40" fmla="*/ 594 w 1206"/>
              <a:gd name="T41" fmla="*/ 877 h 1529"/>
              <a:gd name="T42" fmla="*/ 719 w 1206"/>
              <a:gd name="T43" fmla="*/ 502 h 1529"/>
              <a:gd name="T44" fmla="*/ 879 w 1206"/>
              <a:gd name="T45" fmla="*/ 333 h 1529"/>
              <a:gd name="T46" fmla="*/ 683 w 1206"/>
              <a:gd name="T47" fmla="*/ 408 h 1529"/>
              <a:gd name="T48" fmla="*/ 575 w 1206"/>
              <a:gd name="T49" fmla="*/ 424 h 1529"/>
              <a:gd name="T50" fmla="*/ 677 w 1206"/>
              <a:gd name="T51" fmla="*/ 509 h 1529"/>
              <a:gd name="T52" fmla="*/ 349 w 1206"/>
              <a:gd name="T53" fmla="*/ 838 h 1529"/>
              <a:gd name="T54" fmla="*/ 244 w 1206"/>
              <a:gd name="T55" fmla="*/ 969 h 1529"/>
              <a:gd name="T56" fmla="*/ 56 w 1206"/>
              <a:gd name="T57" fmla="*/ 1254 h 1529"/>
              <a:gd name="T58" fmla="*/ 343 w 1206"/>
              <a:gd name="T59" fmla="*/ 1039 h 1529"/>
              <a:gd name="T60" fmla="*/ 386 w 1206"/>
              <a:gd name="T61" fmla="*/ 878 h 1529"/>
              <a:gd name="T62" fmla="*/ 536 w 1206"/>
              <a:gd name="T63" fmla="*/ 279 h 1529"/>
              <a:gd name="T64" fmla="*/ 522 w 1206"/>
              <a:gd name="T65" fmla="*/ 3 h 1529"/>
              <a:gd name="T66" fmla="*/ 536 w 1206"/>
              <a:gd name="T67" fmla="*/ 279 h 1529"/>
              <a:gd name="T68" fmla="*/ 999 w 1206"/>
              <a:gd name="T69" fmla="*/ 781 h 1529"/>
              <a:gd name="T70" fmla="*/ 980 w 1206"/>
              <a:gd name="T71" fmla="*/ 1515 h 1529"/>
              <a:gd name="T72" fmla="*/ 1187 w 1206"/>
              <a:gd name="T73" fmla="*/ 1529 h 1529"/>
              <a:gd name="T74" fmla="*/ 1206 w 1206"/>
              <a:gd name="T75" fmla="*/ 795 h 1529"/>
              <a:gd name="T76" fmla="*/ 884 w 1206"/>
              <a:gd name="T77" fmla="*/ 1020 h 1529"/>
              <a:gd name="T78" fmla="*/ 677 w 1206"/>
              <a:gd name="T79" fmla="*/ 1034 h 1529"/>
              <a:gd name="T80" fmla="*/ 697 w 1206"/>
              <a:gd name="T81" fmla="*/ 1529 h 1529"/>
              <a:gd name="T82" fmla="*/ 903 w 1206"/>
              <a:gd name="T83" fmla="*/ 1515 h 1529"/>
              <a:gd name="T84" fmla="*/ 884 w 1206"/>
              <a:gd name="T85" fmla="*/ 1020 h 1529"/>
              <a:gd name="T86" fmla="*/ 394 w 1206"/>
              <a:gd name="T87" fmla="*/ 1287 h 1529"/>
              <a:gd name="T88" fmla="*/ 374 w 1206"/>
              <a:gd name="T89" fmla="*/ 1515 h 1529"/>
              <a:gd name="T90" fmla="*/ 581 w 1206"/>
              <a:gd name="T91" fmla="*/ 1529 h 1529"/>
              <a:gd name="T92" fmla="*/ 600 w 1206"/>
              <a:gd name="T93" fmla="*/ 1301 h 1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06" h="1529">
                <a:moveTo>
                  <a:pt x="278" y="1397"/>
                </a:moveTo>
                <a:lnTo>
                  <a:pt x="91" y="1397"/>
                </a:lnTo>
                <a:cubicBezTo>
                  <a:pt x="80" y="1397"/>
                  <a:pt x="71" y="1404"/>
                  <a:pt x="71" y="1411"/>
                </a:cubicBezTo>
                <a:lnTo>
                  <a:pt x="71" y="1515"/>
                </a:lnTo>
                <a:cubicBezTo>
                  <a:pt x="71" y="1522"/>
                  <a:pt x="80" y="1529"/>
                  <a:pt x="91" y="1529"/>
                </a:cubicBezTo>
                <a:lnTo>
                  <a:pt x="278" y="1529"/>
                </a:lnTo>
                <a:cubicBezTo>
                  <a:pt x="289" y="1529"/>
                  <a:pt x="297" y="1522"/>
                  <a:pt x="297" y="1515"/>
                </a:cubicBezTo>
                <a:lnTo>
                  <a:pt x="297" y="1411"/>
                </a:lnTo>
                <a:cubicBezTo>
                  <a:pt x="297" y="1404"/>
                  <a:pt x="289" y="1397"/>
                  <a:pt x="278" y="1397"/>
                </a:cubicBezTo>
                <a:close/>
                <a:moveTo>
                  <a:pt x="467" y="734"/>
                </a:moveTo>
                <a:cubicBezTo>
                  <a:pt x="489" y="560"/>
                  <a:pt x="562" y="444"/>
                  <a:pt x="560" y="418"/>
                </a:cubicBezTo>
                <a:cubicBezTo>
                  <a:pt x="557" y="364"/>
                  <a:pt x="540" y="344"/>
                  <a:pt x="540" y="344"/>
                </a:cubicBezTo>
                <a:lnTo>
                  <a:pt x="536" y="354"/>
                </a:lnTo>
                <a:cubicBezTo>
                  <a:pt x="537" y="428"/>
                  <a:pt x="511" y="485"/>
                  <a:pt x="511" y="485"/>
                </a:cubicBezTo>
                <a:cubicBezTo>
                  <a:pt x="511" y="485"/>
                  <a:pt x="518" y="397"/>
                  <a:pt x="515" y="368"/>
                </a:cubicBezTo>
                <a:cubicBezTo>
                  <a:pt x="519" y="360"/>
                  <a:pt x="524" y="349"/>
                  <a:pt x="524" y="349"/>
                </a:cubicBezTo>
                <a:lnTo>
                  <a:pt x="514" y="328"/>
                </a:lnTo>
                <a:cubicBezTo>
                  <a:pt x="514" y="328"/>
                  <a:pt x="507" y="326"/>
                  <a:pt x="503" y="324"/>
                </a:cubicBezTo>
                <a:cubicBezTo>
                  <a:pt x="494" y="329"/>
                  <a:pt x="482" y="339"/>
                  <a:pt x="482" y="339"/>
                </a:cubicBezTo>
                <a:cubicBezTo>
                  <a:pt x="482" y="339"/>
                  <a:pt x="486" y="352"/>
                  <a:pt x="493" y="364"/>
                </a:cubicBezTo>
                <a:cubicBezTo>
                  <a:pt x="491" y="368"/>
                  <a:pt x="484" y="409"/>
                  <a:pt x="469" y="452"/>
                </a:cubicBezTo>
                <a:cubicBezTo>
                  <a:pt x="472" y="330"/>
                  <a:pt x="447" y="297"/>
                  <a:pt x="437" y="288"/>
                </a:cubicBezTo>
                <a:lnTo>
                  <a:pt x="437" y="288"/>
                </a:lnTo>
                <a:lnTo>
                  <a:pt x="437" y="288"/>
                </a:lnTo>
                <a:cubicBezTo>
                  <a:pt x="424" y="287"/>
                  <a:pt x="387" y="287"/>
                  <a:pt x="387" y="286"/>
                </a:cubicBezTo>
                <a:cubicBezTo>
                  <a:pt x="350" y="289"/>
                  <a:pt x="284" y="296"/>
                  <a:pt x="201" y="305"/>
                </a:cubicBezTo>
                <a:cubicBezTo>
                  <a:pt x="197" y="305"/>
                  <a:pt x="23" y="430"/>
                  <a:pt x="23" y="430"/>
                </a:cubicBezTo>
                <a:cubicBezTo>
                  <a:pt x="2" y="448"/>
                  <a:pt x="0" y="479"/>
                  <a:pt x="19" y="499"/>
                </a:cubicBezTo>
                <a:cubicBezTo>
                  <a:pt x="38" y="519"/>
                  <a:pt x="70" y="521"/>
                  <a:pt x="91" y="503"/>
                </a:cubicBezTo>
                <a:lnTo>
                  <a:pt x="91" y="503"/>
                </a:lnTo>
                <a:cubicBezTo>
                  <a:pt x="94" y="500"/>
                  <a:pt x="225" y="398"/>
                  <a:pt x="233" y="396"/>
                </a:cubicBezTo>
                <a:cubicBezTo>
                  <a:pt x="238" y="394"/>
                  <a:pt x="349" y="399"/>
                  <a:pt x="349" y="399"/>
                </a:cubicBezTo>
                <a:lnTo>
                  <a:pt x="311" y="410"/>
                </a:lnTo>
                <a:cubicBezTo>
                  <a:pt x="293" y="484"/>
                  <a:pt x="247" y="627"/>
                  <a:pt x="240" y="694"/>
                </a:cubicBezTo>
                <a:cubicBezTo>
                  <a:pt x="239" y="701"/>
                  <a:pt x="259" y="705"/>
                  <a:pt x="258" y="712"/>
                </a:cubicBezTo>
                <a:cubicBezTo>
                  <a:pt x="257" y="726"/>
                  <a:pt x="281" y="776"/>
                  <a:pt x="358" y="814"/>
                </a:cubicBezTo>
                <a:cubicBezTo>
                  <a:pt x="377" y="834"/>
                  <a:pt x="481" y="934"/>
                  <a:pt x="483" y="937"/>
                </a:cubicBezTo>
                <a:cubicBezTo>
                  <a:pt x="483" y="940"/>
                  <a:pt x="449" y="1157"/>
                  <a:pt x="449" y="1157"/>
                </a:cubicBezTo>
                <a:cubicBezTo>
                  <a:pt x="443" y="1194"/>
                  <a:pt x="464" y="1225"/>
                  <a:pt x="500" y="1229"/>
                </a:cubicBezTo>
                <a:cubicBezTo>
                  <a:pt x="535" y="1233"/>
                  <a:pt x="565" y="1211"/>
                  <a:pt x="571" y="1174"/>
                </a:cubicBezTo>
                <a:cubicBezTo>
                  <a:pt x="571" y="1174"/>
                  <a:pt x="604" y="945"/>
                  <a:pt x="606" y="937"/>
                </a:cubicBezTo>
                <a:cubicBezTo>
                  <a:pt x="616" y="900"/>
                  <a:pt x="600" y="887"/>
                  <a:pt x="594" y="877"/>
                </a:cubicBezTo>
                <a:cubicBezTo>
                  <a:pt x="587" y="865"/>
                  <a:pt x="472" y="739"/>
                  <a:pt x="467" y="734"/>
                </a:cubicBezTo>
                <a:close/>
                <a:moveTo>
                  <a:pt x="719" y="502"/>
                </a:moveTo>
                <a:lnTo>
                  <a:pt x="867" y="401"/>
                </a:lnTo>
                <a:cubicBezTo>
                  <a:pt x="889" y="386"/>
                  <a:pt x="895" y="355"/>
                  <a:pt x="879" y="333"/>
                </a:cubicBezTo>
                <a:cubicBezTo>
                  <a:pt x="864" y="310"/>
                  <a:pt x="834" y="305"/>
                  <a:pt x="811" y="320"/>
                </a:cubicBezTo>
                <a:lnTo>
                  <a:pt x="683" y="408"/>
                </a:lnTo>
                <a:lnTo>
                  <a:pt x="569" y="374"/>
                </a:lnTo>
                <a:cubicBezTo>
                  <a:pt x="569" y="374"/>
                  <a:pt x="578" y="405"/>
                  <a:pt x="575" y="424"/>
                </a:cubicBezTo>
                <a:cubicBezTo>
                  <a:pt x="573" y="443"/>
                  <a:pt x="560" y="474"/>
                  <a:pt x="560" y="474"/>
                </a:cubicBezTo>
                <a:lnTo>
                  <a:pt x="677" y="509"/>
                </a:lnTo>
                <a:cubicBezTo>
                  <a:pt x="691" y="513"/>
                  <a:pt x="707" y="511"/>
                  <a:pt x="719" y="502"/>
                </a:cubicBezTo>
                <a:close/>
                <a:moveTo>
                  <a:pt x="349" y="838"/>
                </a:moveTo>
                <a:cubicBezTo>
                  <a:pt x="324" y="825"/>
                  <a:pt x="300" y="807"/>
                  <a:pt x="282" y="789"/>
                </a:cubicBezTo>
                <a:lnTo>
                  <a:pt x="244" y="969"/>
                </a:lnTo>
                <a:lnTo>
                  <a:pt x="54" y="1169"/>
                </a:lnTo>
                <a:cubicBezTo>
                  <a:pt x="31" y="1193"/>
                  <a:pt x="32" y="1231"/>
                  <a:pt x="56" y="1254"/>
                </a:cubicBezTo>
                <a:cubicBezTo>
                  <a:pt x="80" y="1277"/>
                  <a:pt x="118" y="1276"/>
                  <a:pt x="141" y="1252"/>
                </a:cubicBezTo>
                <a:lnTo>
                  <a:pt x="343" y="1039"/>
                </a:lnTo>
                <a:cubicBezTo>
                  <a:pt x="350" y="1031"/>
                  <a:pt x="356" y="1021"/>
                  <a:pt x="358" y="1011"/>
                </a:cubicBezTo>
                <a:lnTo>
                  <a:pt x="386" y="878"/>
                </a:lnTo>
                <a:cubicBezTo>
                  <a:pt x="374" y="865"/>
                  <a:pt x="361" y="851"/>
                  <a:pt x="349" y="838"/>
                </a:cubicBezTo>
                <a:close/>
                <a:moveTo>
                  <a:pt x="536" y="279"/>
                </a:moveTo>
                <a:cubicBezTo>
                  <a:pt x="600" y="269"/>
                  <a:pt x="616" y="187"/>
                  <a:pt x="619" y="120"/>
                </a:cubicBezTo>
                <a:cubicBezTo>
                  <a:pt x="623" y="53"/>
                  <a:pt x="572" y="5"/>
                  <a:pt x="522" y="3"/>
                </a:cubicBezTo>
                <a:cubicBezTo>
                  <a:pt x="453" y="0"/>
                  <a:pt x="406" y="52"/>
                  <a:pt x="403" y="119"/>
                </a:cubicBezTo>
                <a:cubicBezTo>
                  <a:pt x="409" y="228"/>
                  <a:pt x="489" y="286"/>
                  <a:pt x="536" y="279"/>
                </a:cubicBezTo>
                <a:close/>
                <a:moveTo>
                  <a:pt x="1187" y="781"/>
                </a:moveTo>
                <a:lnTo>
                  <a:pt x="999" y="781"/>
                </a:lnTo>
                <a:cubicBezTo>
                  <a:pt x="989" y="781"/>
                  <a:pt x="980" y="787"/>
                  <a:pt x="980" y="795"/>
                </a:cubicBezTo>
                <a:lnTo>
                  <a:pt x="980" y="1515"/>
                </a:lnTo>
                <a:cubicBezTo>
                  <a:pt x="980" y="1522"/>
                  <a:pt x="989" y="1529"/>
                  <a:pt x="999" y="1529"/>
                </a:cubicBezTo>
                <a:lnTo>
                  <a:pt x="1187" y="1529"/>
                </a:lnTo>
                <a:cubicBezTo>
                  <a:pt x="1197" y="1529"/>
                  <a:pt x="1206" y="1522"/>
                  <a:pt x="1206" y="1515"/>
                </a:cubicBezTo>
                <a:lnTo>
                  <a:pt x="1206" y="795"/>
                </a:lnTo>
                <a:cubicBezTo>
                  <a:pt x="1206" y="787"/>
                  <a:pt x="1197" y="781"/>
                  <a:pt x="1187" y="781"/>
                </a:cubicBezTo>
                <a:close/>
                <a:moveTo>
                  <a:pt x="884" y="1020"/>
                </a:moveTo>
                <a:lnTo>
                  <a:pt x="697" y="1020"/>
                </a:lnTo>
                <a:cubicBezTo>
                  <a:pt x="686" y="1020"/>
                  <a:pt x="677" y="1026"/>
                  <a:pt x="677" y="1034"/>
                </a:cubicBezTo>
                <a:lnTo>
                  <a:pt x="677" y="1515"/>
                </a:lnTo>
                <a:cubicBezTo>
                  <a:pt x="677" y="1522"/>
                  <a:pt x="686" y="1529"/>
                  <a:pt x="697" y="1529"/>
                </a:cubicBezTo>
                <a:lnTo>
                  <a:pt x="884" y="1529"/>
                </a:lnTo>
                <a:cubicBezTo>
                  <a:pt x="894" y="1529"/>
                  <a:pt x="903" y="1522"/>
                  <a:pt x="903" y="1515"/>
                </a:cubicBezTo>
                <a:lnTo>
                  <a:pt x="903" y="1034"/>
                </a:lnTo>
                <a:cubicBezTo>
                  <a:pt x="903" y="1026"/>
                  <a:pt x="894" y="1020"/>
                  <a:pt x="884" y="1020"/>
                </a:cubicBezTo>
                <a:close/>
                <a:moveTo>
                  <a:pt x="581" y="1287"/>
                </a:moveTo>
                <a:lnTo>
                  <a:pt x="394" y="1287"/>
                </a:lnTo>
                <a:cubicBezTo>
                  <a:pt x="383" y="1287"/>
                  <a:pt x="374" y="1293"/>
                  <a:pt x="374" y="1301"/>
                </a:cubicBezTo>
                <a:lnTo>
                  <a:pt x="374" y="1515"/>
                </a:lnTo>
                <a:cubicBezTo>
                  <a:pt x="374" y="1522"/>
                  <a:pt x="383" y="1529"/>
                  <a:pt x="394" y="1529"/>
                </a:cubicBezTo>
                <a:lnTo>
                  <a:pt x="581" y="1529"/>
                </a:lnTo>
                <a:cubicBezTo>
                  <a:pt x="592" y="1529"/>
                  <a:pt x="600" y="1522"/>
                  <a:pt x="600" y="1515"/>
                </a:cubicBezTo>
                <a:lnTo>
                  <a:pt x="600" y="1301"/>
                </a:lnTo>
                <a:cubicBezTo>
                  <a:pt x="600" y="1293"/>
                  <a:pt x="592" y="1287"/>
                  <a:pt x="581" y="1287"/>
                </a:cubicBezTo>
                <a:close/>
              </a:path>
            </a:pathLst>
          </a:custGeom>
          <a:solidFill>
            <a:srgbClr val="FFFFFF"/>
          </a:solidFill>
          <a:ln>
            <a:noFill/>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pPr>
              <a:lnSpc>
                <a:spcPct val="130000"/>
              </a:lnSpc>
              <a:defRPr/>
            </a:pPr>
            <a:endParaRPr lang="zh-CN" altLang="en-US" sz="1800" kern="0" dirty="0">
              <a:solidFill>
                <a:schemeClr val="tx1">
                  <a:lumMod val="95000"/>
                  <a:lumOff val="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nvGrpSpPr>
          <p:cNvPr id="6" name="组合 5"/>
          <p:cNvGrpSpPr/>
          <p:nvPr/>
        </p:nvGrpSpPr>
        <p:grpSpPr>
          <a:xfrm>
            <a:off x="22101" y="3587"/>
            <a:ext cx="12192313" cy="6854413"/>
            <a:chOff x="22101" y="3587"/>
            <a:chExt cx="12192313" cy="6854413"/>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a:off x="22101" y="3587"/>
              <a:ext cx="2022217" cy="1083786"/>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flipH="1" flipV="1">
              <a:off x="10192197" y="5774214"/>
              <a:ext cx="2022217" cy="1083786"/>
            </a:xfrm>
            <a:prstGeom prst="rect">
              <a:avLst/>
            </a:prstGeom>
          </p:spPr>
        </p:pic>
        <p:sp>
          <p:nvSpPr>
            <p:cNvPr id="9" name="ïSļiḓé"/>
            <p:cNvSpPr txBox="1"/>
            <p:nvPr/>
          </p:nvSpPr>
          <p:spPr>
            <a:xfrm>
              <a:off x="1033209" y="489898"/>
              <a:ext cx="2995946" cy="523220"/>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800" dirty="0">
                  <a:solidFill>
                    <a:schemeClr val="tx1"/>
                  </a:solidFill>
                  <a:effectLst/>
                  <a:latin typeface="思源宋体 CN Heavy" panose="02020900000000000000" pitchFamily="18" charset="-122"/>
                  <a:ea typeface="思源宋体 CN Heavy" panose="02020900000000000000" pitchFamily="18" charset="-122"/>
                </a:rPr>
                <a:t>论文研究过程</a:t>
              </a:r>
            </a:p>
          </p:txBody>
        </p:sp>
      </p:gr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ppt_w</p:attrName>
                                        </p:attrNameLst>
                                      </p:cBhvr>
                                      <p:tavLst>
                                        <p:tav tm="0">
                                          <p:val>
                                            <p:fltVal val="0"/>
                                          </p:val>
                                        </p:tav>
                                        <p:tav tm="100000">
                                          <p:val>
                                            <p:strVal val="#ppt_w"/>
                                          </p:val>
                                        </p:tav>
                                      </p:tavLst>
                                    </p:anim>
                                    <p:anim calcmode="lin" valueType="num">
                                      <p:cBhvr>
                                        <p:cTn id="8" dur="500" fill="hold"/>
                                        <p:tgtEl>
                                          <p:spTgt spid="68"/>
                                        </p:tgtEl>
                                        <p:attrNameLst>
                                          <p:attrName>ppt_h</p:attrName>
                                        </p:attrNameLst>
                                      </p:cBhvr>
                                      <p:tavLst>
                                        <p:tav tm="0">
                                          <p:val>
                                            <p:fltVal val="0"/>
                                          </p:val>
                                        </p:tav>
                                        <p:tav tm="100000">
                                          <p:val>
                                            <p:strVal val="#ppt_h"/>
                                          </p:val>
                                        </p:tav>
                                      </p:tavLst>
                                    </p:anim>
                                    <p:animEffect transition="in" filter="fade">
                                      <p:cBhvr>
                                        <p:cTn id="9" dur="500"/>
                                        <p:tgtEl>
                                          <p:spTgt spid="68"/>
                                        </p:tgtEl>
                                      </p:cBhvr>
                                    </p:animEffect>
                                  </p:childTnLst>
                                </p:cTn>
                              </p:par>
                              <p:par>
                                <p:cTn id="10" presetID="42" presetClass="path" presetSubtype="0" accel="50000" decel="50000" fill="hold" nodeType="withEffect">
                                  <p:stCondLst>
                                    <p:cond delay="0"/>
                                  </p:stCondLst>
                                  <p:childTnLst>
                                    <p:animMotion origin="layout" path="M -4.27753E-06 7.40741E-07 L -4.27753E-06 0.11759" pathEditMode="relative" rAng="0" ptsTypes="AA">
                                      <p:cBhvr>
                                        <p:cTn id="11" dur="1000" spd="-100000" fill="hold"/>
                                        <p:tgtEl>
                                          <p:spTgt spid="68"/>
                                        </p:tgtEl>
                                        <p:attrNameLst>
                                          <p:attrName>ppt_x</p:attrName>
                                          <p:attrName>ppt_y</p:attrName>
                                        </p:attrNameLst>
                                      </p:cBhvr>
                                      <p:rCtr x="0" y="5880"/>
                                    </p:animMotion>
                                  </p:childTnLst>
                                </p:cTn>
                              </p:par>
                              <p:par>
                                <p:cTn id="12" presetID="53" presetClass="entr" presetSubtype="16" fill="hold" nodeType="withEffect">
                                  <p:stCondLst>
                                    <p:cond delay="250"/>
                                  </p:stCondLst>
                                  <p:childTnLst>
                                    <p:set>
                                      <p:cBhvr>
                                        <p:cTn id="13" dur="1" fill="hold">
                                          <p:stCondLst>
                                            <p:cond delay="0"/>
                                          </p:stCondLst>
                                        </p:cTn>
                                        <p:tgtEl>
                                          <p:spTgt spid="65"/>
                                        </p:tgtEl>
                                        <p:attrNameLst>
                                          <p:attrName>style.visibility</p:attrName>
                                        </p:attrNameLst>
                                      </p:cBhvr>
                                      <p:to>
                                        <p:strVal val="visible"/>
                                      </p:to>
                                    </p:set>
                                    <p:anim calcmode="lin" valueType="num">
                                      <p:cBhvr>
                                        <p:cTn id="14" dur="500" fill="hold"/>
                                        <p:tgtEl>
                                          <p:spTgt spid="65"/>
                                        </p:tgtEl>
                                        <p:attrNameLst>
                                          <p:attrName>ppt_w</p:attrName>
                                        </p:attrNameLst>
                                      </p:cBhvr>
                                      <p:tavLst>
                                        <p:tav tm="0">
                                          <p:val>
                                            <p:fltVal val="0"/>
                                          </p:val>
                                        </p:tav>
                                        <p:tav tm="100000">
                                          <p:val>
                                            <p:strVal val="#ppt_w"/>
                                          </p:val>
                                        </p:tav>
                                      </p:tavLst>
                                    </p:anim>
                                    <p:anim calcmode="lin" valueType="num">
                                      <p:cBhvr>
                                        <p:cTn id="15" dur="500" fill="hold"/>
                                        <p:tgtEl>
                                          <p:spTgt spid="65"/>
                                        </p:tgtEl>
                                        <p:attrNameLst>
                                          <p:attrName>ppt_h</p:attrName>
                                        </p:attrNameLst>
                                      </p:cBhvr>
                                      <p:tavLst>
                                        <p:tav tm="0">
                                          <p:val>
                                            <p:fltVal val="0"/>
                                          </p:val>
                                        </p:tav>
                                        <p:tav tm="100000">
                                          <p:val>
                                            <p:strVal val="#ppt_h"/>
                                          </p:val>
                                        </p:tav>
                                      </p:tavLst>
                                    </p:anim>
                                    <p:animEffect transition="in" filter="fade">
                                      <p:cBhvr>
                                        <p:cTn id="16" dur="500"/>
                                        <p:tgtEl>
                                          <p:spTgt spid="65"/>
                                        </p:tgtEl>
                                      </p:cBhvr>
                                    </p:animEffect>
                                  </p:childTnLst>
                                </p:cTn>
                              </p:par>
                              <p:par>
                                <p:cTn id="17" presetID="42" presetClass="path" presetSubtype="0" accel="50000" decel="50000" fill="hold" nodeType="withEffect">
                                  <p:stCondLst>
                                    <p:cond delay="250"/>
                                  </p:stCondLst>
                                  <p:childTnLst>
                                    <p:animMotion origin="layout" path="M 1.25E-06 -4.44444E-06 L 1.25E-06 0.1176" pathEditMode="relative" rAng="0" ptsTypes="AA">
                                      <p:cBhvr>
                                        <p:cTn id="18" dur="1000" spd="-100000" fill="hold"/>
                                        <p:tgtEl>
                                          <p:spTgt spid="65"/>
                                        </p:tgtEl>
                                        <p:attrNameLst>
                                          <p:attrName>ppt_x</p:attrName>
                                          <p:attrName>ppt_y</p:attrName>
                                        </p:attrNameLst>
                                      </p:cBhvr>
                                      <p:rCtr x="0" y="5880"/>
                                    </p:animMotion>
                                  </p:childTnLst>
                                </p:cTn>
                              </p:par>
                              <p:par>
                                <p:cTn id="19" presetID="53" presetClass="entr" presetSubtype="16" fill="hold" nodeType="withEffect">
                                  <p:stCondLst>
                                    <p:cond delay="500"/>
                                  </p:stCondLst>
                                  <p:childTnLst>
                                    <p:set>
                                      <p:cBhvr>
                                        <p:cTn id="20" dur="1" fill="hold">
                                          <p:stCondLst>
                                            <p:cond delay="0"/>
                                          </p:stCondLst>
                                        </p:cTn>
                                        <p:tgtEl>
                                          <p:spTgt spid="62"/>
                                        </p:tgtEl>
                                        <p:attrNameLst>
                                          <p:attrName>style.visibility</p:attrName>
                                        </p:attrNameLst>
                                      </p:cBhvr>
                                      <p:to>
                                        <p:strVal val="visible"/>
                                      </p:to>
                                    </p:set>
                                    <p:anim calcmode="lin" valueType="num">
                                      <p:cBhvr>
                                        <p:cTn id="21" dur="500" fill="hold"/>
                                        <p:tgtEl>
                                          <p:spTgt spid="62"/>
                                        </p:tgtEl>
                                        <p:attrNameLst>
                                          <p:attrName>ppt_w</p:attrName>
                                        </p:attrNameLst>
                                      </p:cBhvr>
                                      <p:tavLst>
                                        <p:tav tm="0">
                                          <p:val>
                                            <p:fltVal val="0"/>
                                          </p:val>
                                        </p:tav>
                                        <p:tav tm="100000">
                                          <p:val>
                                            <p:strVal val="#ppt_w"/>
                                          </p:val>
                                        </p:tav>
                                      </p:tavLst>
                                    </p:anim>
                                    <p:anim calcmode="lin" valueType="num">
                                      <p:cBhvr>
                                        <p:cTn id="22" dur="500" fill="hold"/>
                                        <p:tgtEl>
                                          <p:spTgt spid="62"/>
                                        </p:tgtEl>
                                        <p:attrNameLst>
                                          <p:attrName>ppt_h</p:attrName>
                                        </p:attrNameLst>
                                      </p:cBhvr>
                                      <p:tavLst>
                                        <p:tav tm="0">
                                          <p:val>
                                            <p:fltVal val="0"/>
                                          </p:val>
                                        </p:tav>
                                        <p:tav tm="100000">
                                          <p:val>
                                            <p:strVal val="#ppt_h"/>
                                          </p:val>
                                        </p:tav>
                                      </p:tavLst>
                                    </p:anim>
                                    <p:animEffect transition="in" filter="fade">
                                      <p:cBhvr>
                                        <p:cTn id="23" dur="500"/>
                                        <p:tgtEl>
                                          <p:spTgt spid="62"/>
                                        </p:tgtEl>
                                      </p:cBhvr>
                                    </p:animEffect>
                                  </p:childTnLst>
                                </p:cTn>
                              </p:par>
                              <p:par>
                                <p:cTn id="24" presetID="42" presetClass="path" presetSubtype="0" accel="50000" decel="50000" fill="hold" nodeType="withEffect">
                                  <p:stCondLst>
                                    <p:cond delay="500"/>
                                  </p:stCondLst>
                                  <p:childTnLst>
                                    <p:animMotion origin="layout" path="M -4.27753E-06 3.33333E-06 L -4.27753E-06 0.11759" pathEditMode="relative" rAng="0" ptsTypes="AA">
                                      <p:cBhvr>
                                        <p:cTn id="25" dur="1000" spd="-100000" fill="hold"/>
                                        <p:tgtEl>
                                          <p:spTgt spid="62"/>
                                        </p:tgtEl>
                                        <p:attrNameLst>
                                          <p:attrName>ppt_x</p:attrName>
                                          <p:attrName>ppt_y</p:attrName>
                                        </p:attrNameLst>
                                      </p:cBhvr>
                                      <p:rCtr x="0" y="5880"/>
                                    </p:animMotion>
                                  </p:childTnLst>
                                </p:cTn>
                              </p:par>
                              <p:par>
                                <p:cTn id="26" presetID="53" presetClass="entr" presetSubtype="16" fill="hold" nodeType="withEffect">
                                  <p:stCondLst>
                                    <p:cond delay="750"/>
                                  </p:stCondLst>
                                  <p:childTnLst>
                                    <p:set>
                                      <p:cBhvr>
                                        <p:cTn id="27" dur="1" fill="hold">
                                          <p:stCondLst>
                                            <p:cond delay="0"/>
                                          </p:stCondLst>
                                        </p:cTn>
                                        <p:tgtEl>
                                          <p:spTgt spid="59"/>
                                        </p:tgtEl>
                                        <p:attrNameLst>
                                          <p:attrName>style.visibility</p:attrName>
                                        </p:attrNameLst>
                                      </p:cBhvr>
                                      <p:to>
                                        <p:strVal val="visible"/>
                                      </p:to>
                                    </p:set>
                                    <p:anim calcmode="lin" valueType="num">
                                      <p:cBhvr>
                                        <p:cTn id="28" dur="500" fill="hold"/>
                                        <p:tgtEl>
                                          <p:spTgt spid="59"/>
                                        </p:tgtEl>
                                        <p:attrNameLst>
                                          <p:attrName>ppt_w</p:attrName>
                                        </p:attrNameLst>
                                      </p:cBhvr>
                                      <p:tavLst>
                                        <p:tav tm="0">
                                          <p:val>
                                            <p:fltVal val="0"/>
                                          </p:val>
                                        </p:tav>
                                        <p:tav tm="100000">
                                          <p:val>
                                            <p:strVal val="#ppt_w"/>
                                          </p:val>
                                        </p:tav>
                                      </p:tavLst>
                                    </p:anim>
                                    <p:anim calcmode="lin" valueType="num">
                                      <p:cBhvr>
                                        <p:cTn id="29" dur="500" fill="hold"/>
                                        <p:tgtEl>
                                          <p:spTgt spid="59"/>
                                        </p:tgtEl>
                                        <p:attrNameLst>
                                          <p:attrName>ppt_h</p:attrName>
                                        </p:attrNameLst>
                                      </p:cBhvr>
                                      <p:tavLst>
                                        <p:tav tm="0">
                                          <p:val>
                                            <p:fltVal val="0"/>
                                          </p:val>
                                        </p:tav>
                                        <p:tav tm="100000">
                                          <p:val>
                                            <p:strVal val="#ppt_h"/>
                                          </p:val>
                                        </p:tav>
                                      </p:tavLst>
                                    </p:anim>
                                    <p:animEffect transition="in" filter="fade">
                                      <p:cBhvr>
                                        <p:cTn id="30" dur="500"/>
                                        <p:tgtEl>
                                          <p:spTgt spid="59"/>
                                        </p:tgtEl>
                                      </p:cBhvr>
                                    </p:animEffect>
                                  </p:childTnLst>
                                </p:cTn>
                              </p:par>
                              <p:par>
                                <p:cTn id="31" presetID="42" presetClass="path" presetSubtype="0" accel="50000" decel="50000" fill="hold" nodeType="withEffect">
                                  <p:stCondLst>
                                    <p:cond delay="750"/>
                                  </p:stCondLst>
                                  <p:childTnLst>
                                    <p:animMotion origin="layout" path="M -4.27753E-06 0 L -4.27753E-06 0.11759" pathEditMode="relative" rAng="0" ptsTypes="AA">
                                      <p:cBhvr>
                                        <p:cTn id="32" dur="1000" spd="-100000" fill="hold"/>
                                        <p:tgtEl>
                                          <p:spTgt spid="59"/>
                                        </p:tgtEl>
                                        <p:attrNameLst>
                                          <p:attrName>ppt_x</p:attrName>
                                          <p:attrName>ppt_y</p:attrName>
                                        </p:attrNameLst>
                                      </p:cBhvr>
                                      <p:rCtr x="0" y="5880"/>
                                    </p:animMotion>
                                  </p:childTnLst>
                                </p:cTn>
                              </p:par>
                            </p:childTnLst>
                          </p:cTn>
                        </p:par>
                        <p:par>
                          <p:cTn id="33" fill="hold">
                            <p:stCondLst>
                              <p:cond delay="500"/>
                            </p:stCondLst>
                            <p:childTnLst>
                              <p:par>
                                <p:cTn id="34" presetID="53" presetClass="entr" presetSubtype="16" fill="hold" grpId="0" nodeType="afterEffect">
                                  <p:stCondLst>
                                    <p:cond delay="0"/>
                                  </p:stCondLst>
                                  <p:childTnLst>
                                    <p:set>
                                      <p:cBhvr>
                                        <p:cTn id="35" dur="1" fill="hold">
                                          <p:stCondLst>
                                            <p:cond delay="0"/>
                                          </p:stCondLst>
                                        </p:cTn>
                                        <p:tgtEl>
                                          <p:spTgt spid="74"/>
                                        </p:tgtEl>
                                        <p:attrNameLst>
                                          <p:attrName>style.visibility</p:attrName>
                                        </p:attrNameLst>
                                      </p:cBhvr>
                                      <p:to>
                                        <p:strVal val="visible"/>
                                      </p:to>
                                    </p:set>
                                    <p:anim calcmode="lin" valueType="num">
                                      <p:cBhvr>
                                        <p:cTn id="36" dur="500" fill="hold"/>
                                        <p:tgtEl>
                                          <p:spTgt spid="74"/>
                                        </p:tgtEl>
                                        <p:attrNameLst>
                                          <p:attrName>ppt_w</p:attrName>
                                        </p:attrNameLst>
                                      </p:cBhvr>
                                      <p:tavLst>
                                        <p:tav tm="0">
                                          <p:val>
                                            <p:fltVal val="0"/>
                                          </p:val>
                                        </p:tav>
                                        <p:tav tm="100000">
                                          <p:val>
                                            <p:strVal val="#ppt_w"/>
                                          </p:val>
                                        </p:tav>
                                      </p:tavLst>
                                    </p:anim>
                                    <p:anim calcmode="lin" valueType="num">
                                      <p:cBhvr>
                                        <p:cTn id="37" dur="500" fill="hold"/>
                                        <p:tgtEl>
                                          <p:spTgt spid="74"/>
                                        </p:tgtEl>
                                        <p:attrNameLst>
                                          <p:attrName>ppt_h</p:attrName>
                                        </p:attrNameLst>
                                      </p:cBhvr>
                                      <p:tavLst>
                                        <p:tav tm="0">
                                          <p:val>
                                            <p:fltVal val="0"/>
                                          </p:val>
                                        </p:tav>
                                        <p:tav tm="100000">
                                          <p:val>
                                            <p:strVal val="#ppt_h"/>
                                          </p:val>
                                        </p:tav>
                                      </p:tavLst>
                                    </p:anim>
                                    <p:animEffect transition="in" filter="fade">
                                      <p:cBhvr>
                                        <p:cTn id="38" dur="500"/>
                                        <p:tgtEl>
                                          <p:spTgt spid="74"/>
                                        </p:tgtEl>
                                      </p:cBhvr>
                                    </p:animEffect>
                                  </p:childTnLst>
                                </p:cTn>
                              </p:par>
                              <p:par>
                                <p:cTn id="39" presetID="53" presetClass="entr" presetSubtype="16" fill="hold" grpId="0" nodeType="withEffect">
                                  <p:stCondLst>
                                    <p:cond delay="200"/>
                                  </p:stCondLst>
                                  <p:childTnLst>
                                    <p:set>
                                      <p:cBhvr>
                                        <p:cTn id="40" dur="1" fill="hold">
                                          <p:stCondLst>
                                            <p:cond delay="0"/>
                                          </p:stCondLst>
                                        </p:cTn>
                                        <p:tgtEl>
                                          <p:spTgt spid="73"/>
                                        </p:tgtEl>
                                        <p:attrNameLst>
                                          <p:attrName>style.visibility</p:attrName>
                                        </p:attrNameLst>
                                      </p:cBhvr>
                                      <p:to>
                                        <p:strVal val="visible"/>
                                      </p:to>
                                    </p:set>
                                    <p:anim calcmode="lin" valueType="num">
                                      <p:cBhvr>
                                        <p:cTn id="41" dur="500" fill="hold"/>
                                        <p:tgtEl>
                                          <p:spTgt spid="73"/>
                                        </p:tgtEl>
                                        <p:attrNameLst>
                                          <p:attrName>ppt_w</p:attrName>
                                        </p:attrNameLst>
                                      </p:cBhvr>
                                      <p:tavLst>
                                        <p:tav tm="0">
                                          <p:val>
                                            <p:fltVal val="0"/>
                                          </p:val>
                                        </p:tav>
                                        <p:tav tm="100000">
                                          <p:val>
                                            <p:strVal val="#ppt_w"/>
                                          </p:val>
                                        </p:tav>
                                      </p:tavLst>
                                    </p:anim>
                                    <p:anim calcmode="lin" valueType="num">
                                      <p:cBhvr>
                                        <p:cTn id="42" dur="500" fill="hold"/>
                                        <p:tgtEl>
                                          <p:spTgt spid="73"/>
                                        </p:tgtEl>
                                        <p:attrNameLst>
                                          <p:attrName>ppt_h</p:attrName>
                                        </p:attrNameLst>
                                      </p:cBhvr>
                                      <p:tavLst>
                                        <p:tav tm="0">
                                          <p:val>
                                            <p:fltVal val="0"/>
                                          </p:val>
                                        </p:tav>
                                        <p:tav tm="100000">
                                          <p:val>
                                            <p:strVal val="#ppt_h"/>
                                          </p:val>
                                        </p:tav>
                                      </p:tavLst>
                                    </p:anim>
                                    <p:animEffect transition="in" filter="fade">
                                      <p:cBhvr>
                                        <p:cTn id="43" dur="500"/>
                                        <p:tgtEl>
                                          <p:spTgt spid="73"/>
                                        </p:tgtEl>
                                      </p:cBhvr>
                                    </p:animEffect>
                                  </p:childTnLst>
                                </p:cTn>
                              </p:par>
                              <p:par>
                                <p:cTn id="44" presetID="53" presetClass="entr" presetSubtype="16" fill="hold" grpId="0" nodeType="withEffect">
                                  <p:stCondLst>
                                    <p:cond delay="400"/>
                                  </p:stCondLst>
                                  <p:childTnLst>
                                    <p:set>
                                      <p:cBhvr>
                                        <p:cTn id="45" dur="1" fill="hold">
                                          <p:stCondLst>
                                            <p:cond delay="0"/>
                                          </p:stCondLst>
                                        </p:cTn>
                                        <p:tgtEl>
                                          <p:spTgt spid="72"/>
                                        </p:tgtEl>
                                        <p:attrNameLst>
                                          <p:attrName>style.visibility</p:attrName>
                                        </p:attrNameLst>
                                      </p:cBhvr>
                                      <p:to>
                                        <p:strVal val="visible"/>
                                      </p:to>
                                    </p:set>
                                    <p:anim calcmode="lin" valueType="num">
                                      <p:cBhvr>
                                        <p:cTn id="46" dur="500" fill="hold"/>
                                        <p:tgtEl>
                                          <p:spTgt spid="72"/>
                                        </p:tgtEl>
                                        <p:attrNameLst>
                                          <p:attrName>ppt_w</p:attrName>
                                        </p:attrNameLst>
                                      </p:cBhvr>
                                      <p:tavLst>
                                        <p:tav tm="0">
                                          <p:val>
                                            <p:fltVal val="0"/>
                                          </p:val>
                                        </p:tav>
                                        <p:tav tm="100000">
                                          <p:val>
                                            <p:strVal val="#ppt_w"/>
                                          </p:val>
                                        </p:tav>
                                      </p:tavLst>
                                    </p:anim>
                                    <p:anim calcmode="lin" valueType="num">
                                      <p:cBhvr>
                                        <p:cTn id="47" dur="500" fill="hold"/>
                                        <p:tgtEl>
                                          <p:spTgt spid="72"/>
                                        </p:tgtEl>
                                        <p:attrNameLst>
                                          <p:attrName>ppt_h</p:attrName>
                                        </p:attrNameLst>
                                      </p:cBhvr>
                                      <p:tavLst>
                                        <p:tav tm="0">
                                          <p:val>
                                            <p:fltVal val="0"/>
                                          </p:val>
                                        </p:tav>
                                        <p:tav tm="100000">
                                          <p:val>
                                            <p:strVal val="#ppt_h"/>
                                          </p:val>
                                        </p:tav>
                                      </p:tavLst>
                                    </p:anim>
                                    <p:animEffect transition="in" filter="fade">
                                      <p:cBhvr>
                                        <p:cTn id="48" dur="500"/>
                                        <p:tgtEl>
                                          <p:spTgt spid="72"/>
                                        </p:tgtEl>
                                      </p:cBhvr>
                                    </p:animEffect>
                                  </p:childTnLst>
                                </p:cTn>
                              </p:par>
                              <p:par>
                                <p:cTn id="49" presetID="53" presetClass="entr" presetSubtype="16" fill="hold" grpId="0" nodeType="withEffect">
                                  <p:stCondLst>
                                    <p:cond delay="600"/>
                                  </p:stCondLst>
                                  <p:childTnLst>
                                    <p:set>
                                      <p:cBhvr>
                                        <p:cTn id="50" dur="1" fill="hold">
                                          <p:stCondLst>
                                            <p:cond delay="0"/>
                                          </p:stCondLst>
                                        </p:cTn>
                                        <p:tgtEl>
                                          <p:spTgt spid="71"/>
                                        </p:tgtEl>
                                        <p:attrNameLst>
                                          <p:attrName>style.visibility</p:attrName>
                                        </p:attrNameLst>
                                      </p:cBhvr>
                                      <p:to>
                                        <p:strVal val="visible"/>
                                      </p:to>
                                    </p:set>
                                    <p:anim calcmode="lin" valueType="num">
                                      <p:cBhvr>
                                        <p:cTn id="51" dur="500" fill="hold"/>
                                        <p:tgtEl>
                                          <p:spTgt spid="71"/>
                                        </p:tgtEl>
                                        <p:attrNameLst>
                                          <p:attrName>ppt_w</p:attrName>
                                        </p:attrNameLst>
                                      </p:cBhvr>
                                      <p:tavLst>
                                        <p:tav tm="0">
                                          <p:val>
                                            <p:fltVal val="0"/>
                                          </p:val>
                                        </p:tav>
                                        <p:tav tm="100000">
                                          <p:val>
                                            <p:strVal val="#ppt_w"/>
                                          </p:val>
                                        </p:tav>
                                      </p:tavLst>
                                    </p:anim>
                                    <p:anim calcmode="lin" valueType="num">
                                      <p:cBhvr>
                                        <p:cTn id="52" dur="500" fill="hold"/>
                                        <p:tgtEl>
                                          <p:spTgt spid="71"/>
                                        </p:tgtEl>
                                        <p:attrNameLst>
                                          <p:attrName>ppt_h</p:attrName>
                                        </p:attrNameLst>
                                      </p:cBhvr>
                                      <p:tavLst>
                                        <p:tav tm="0">
                                          <p:val>
                                            <p:fltVal val="0"/>
                                          </p:val>
                                        </p:tav>
                                        <p:tav tm="100000">
                                          <p:val>
                                            <p:strVal val="#ppt_h"/>
                                          </p:val>
                                        </p:tav>
                                      </p:tavLst>
                                    </p:anim>
                                    <p:animEffect transition="in" filter="fade">
                                      <p:cBhvr>
                                        <p:cTn id="53" dur="500"/>
                                        <p:tgtEl>
                                          <p:spTgt spid="71"/>
                                        </p:tgtEl>
                                      </p:cBhvr>
                                    </p:animEffect>
                                  </p:childTnLst>
                                </p:cTn>
                              </p:par>
                            </p:childTnLst>
                          </p:cTn>
                        </p:par>
                        <p:par>
                          <p:cTn id="54" fill="hold">
                            <p:stCondLst>
                              <p:cond delay="1000"/>
                            </p:stCondLst>
                            <p:childTnLst>
                              <p:par>
                                <p:cTn id="55" presetID="53" presetClass="entr" presetSubtype="16" fill="hold" grpId="0" nodeType="afterEffect">
                                  <p:stCondLst>
                                    <p:cond delay="0"/>
                                  </p:stCondLst>
                                  <p:childTnLst>
                                    <p:set>
                                      <p:cBhvr>
                                        <p:cTn id="56" dur="1" fill="hold">
                                          <p:stCondLst>
                                            <p:cond delay="0"/>
                                          </p:stCondLst>
                                        </p:cTn>
                                        <p:tgtEl>
                                          <p:spTgt spid="47"/>
                                        </p:tgtEl>
                                        <p:attrNameLst>
                                          <p:attrName>style.visibility</p:attrName>
                                        </p:attrNameLst>
                                      </p:cBhvr>
                                      <p:to>
                                        <p:strVal val="visible"/>
                                      </p:to>
                                    </p:set>
                                    <p:anim calcmode="lin" valueType="num">
                                      <p:cBhvr>
                                        <p:cTn id="57" dur="250" fill="hold"/>
                                        <p:tgtEl>
                                          <p:spTgt spid="47"/>
                                        </p:tgtEl>
                                        <p:attrNameLst>
                                          <p:attrName>ppt_w</p:attrName>
                                        </p:attrNameLst>
                                      </p:cBhvr>
                                      <p:tavLst>
                                        <p:tav tm="0">
                                          <p:val>
                                            <p:fltVal val="0"/>
                                          </p:val>
                                        </p:tav>
                                        <p:tav tm="100000">
                                          <p:val>
                                            <p:strVal val="#ppt_w"/>
                                          </p:val>
                                        </p:tav>
                                      </p:tavLst>
                                    </p:anim>
                                    <p:anim calcmode="lin" valueType="num">
                                      <p:cBhvr>
                                        <p:cTn id="58" dur="250" fill="hold"/>
                                        <p:tgtEl>
                                          <p:spTgt spid="47"/>
                                        </p:tgtEl>
                                        <p:attrNameLst>
                                          <p:attrName>ppt_h</p:attrName>
                                        </p:attrNameLst>
                                      </p:cBhvr>
                                      <p:tavLst>
                                        <p:tav tm="0">
                                          <p:val>
                                            <p:fltVal val="0"/>
                                          </p:val>
                                        </p:tav>
                                        <p:tav tm="100000">
                                          <p:val>
                                            <p:strVal val="#ppt_h"/>
                                          </p:val>
                                        </p:tav>
                                      </p:tavLst>
                                    </p:anim>
                                    <p:animEffect transition="in" filter="fade">
                                      <p:cBhvr>
                                        <p:cTn id="59" dur="250"/>
                                        <p:tgtEl>
                                          <p:spTgt spid="47"/>
                                        </p:tgtEl>
                                      </p:cBhvr>
                                    </p:animEffect>
                                  </p:childTnLst>
                                </p:cTn>
                              </p:par>
                            </p:childTnLst>
                          </p:cTn>
                        </p:par>
                        <p:par>
                          <p:cTn id="60" fill="hold">
                            <p:stCondLst>
                              <p:cond delay="1500"/>
                            </p:stCondLst>
                            <p:childTnLst>
                              <p:par>
                                <p:cTn id="61" presetID="53" presetClass="entr" presetSubtype="16" fill="hold" grpId="0" nodeType="afterEffect">
                                  <p:stCondLst>
                                    <p:cond delay="0"/>
                                  </p:stCondLst>
                                  <p:childTnLst>
                                    <p:set>
                                      <p:cBhvr>
                                        <p:cTn id="62" dur="1" fill="hold">
                                          <p:stCondLst>
                                            <p:cond delay="0"/>
                                          </p:stCondLst>
                                        </p:cTn>
                                        <p:tgtEl>
                                          <p:spTgt spid="81"/>
                                        </p:tgtEl>
                                        <p:attrNameLst>
                                          <p:attrName>style.visibility</p:attrName>
                                        </p:attrNameLst>
                                      </p:cBhvr>
                                      <p:to>
                                        <p:strVal val="visible"/>
                                      </p:to>
                                    </p:set>
                                    <p:anim calcmode="lin" valueType="num">
                                      <p:cBhvr>
                                        <p:cTn id="63" dur="250" fill="hold"/>
                                        <p:tgtEl>
                                          <p:spTgt spid="81"/>
                                        </p:tgtEl>
                                        <p:attrNameLst>
                                          <p:attrName>ppt_w</p:attrName>
                                        </p:attrNameLst>
                                      </p:cBhvr>
                                      <p:tavLst>
                                        <p:tav tm="0">
                                          <p:val>
                                            <p:fltVal val="0"/>
                                          </p:val>
                                        </p:tav>
                                        <p:tav tm="100000">
                                          <p:val>
                                            <p:strVal val="#ppt_w"/>
                                          </p:val>
                                        </p:tav>
                                      </p:tavLst>
                                    </p:anim>
                                    <p:anim calcmode="lin" valueType="num">
                                      <p:cBhvr>
                                        <p:cTn id="64" dur="250" fill="hold"/>
                                        <p:tgtEl>
                                          <p:spTgt spid="81"/>
                                        </p:tgtEl>
                                        <p:attrNameLst>
                                          <p:attrName>ppt_h</p:attrName>
                                        </p:attrNameLst>
                                      </p:cBhvr>
                                      <p:tavLst>
                                        <p:tav tm="0">
                                          <p:val>
                                            <p:fltVal val="0"/>
                                          </p:val>
                                        </p:tav>
                                        <p:tav tm="100000">
                                          <p:val>
                                            <p:strVal val="#ppt_h"/>
                                          </p:val>
                                        </p:tav>
                                      </p:tavLst>
                                    </p:anim>
                                    <p:animEffect transition="in" filter="fade">
                                      <p:cBhvr>
                                        <p:cTn id="65" dur="250"/>
                                        <p:tgtEl>
                                          <p:spTgt spid="81"/>
                                        </p:tgtEl>
                                      </p:cBhvr>
                                    </p:animEffect>
                                  </p:childTnLst>
                                </p:cTn>
                              </p:par>
                            </p:childTnLst>
                          </p:cTn>
                        </p:par>
                        <p:par>
                          <p:cTn id="66" fill="hold">
                            <p:stCondLst>
                              <p:cond delay="2000"/>
                            </p:stCondLst>
                            <p:childTnLst>
                              <p:par>
                                <p:cTn id="67" presetID="2" presetClass="entr" presetSubtype="2" fill="hold" grpId="0" nodeType="afterEffect">
                                  <p:stCondLst>
                                    <p:cond delay="0"/>
                                  </p:stCondLst>
                                  <p:childTnLst>
                                    <p:set>
                                      <p:cBhvr>
                                        <p:cTn id="68" dur="1" fill="hold">
                                          <p:stCondLst>
                                            <p:cond delay="0"/>
                                          </p:stCondLst>
                                        </p:cTn>
                                        <p:tgtEl>
                                          <p:spTgt spid="48"/>
                                        </p:tgtEl>
                                        <p:attrNameLst>
                                          <p:attrName>style.visibility</p:attrName>
                                        </p:attrNameLst>
                                      </p:cBhvr>
                                      <p:to>
                                        <p:strVal val="visible"/>
                                      </p:to>
                                    </p:set>
                                    <p:anim calcmode="lin" valueType="num">
                                      <p:cBhvr additive="base">
                                        <p:cTn id="69" dur="500" fill="hold"/>
                                        <p:tgtEl>
                                          <p:spTgt spid="48"/>
                                        </p:tgtEl>
                                        <p:attrNameLst>
                                          <p:attrName>ppt_x</p:attrName>
                                        </p:attrNameLst>
                                      </p:cBhvr>
                                      <p:tavLst>
                                        <p:tav tm="0">
                                          <p:val>
                                            <p:strVal val="1+#ppt_w/2"/>
                                          </p:val>
                                        </p:tav>
                                        <p:tav tm="100000">
                                          <p:val>
                                            <p:strVal val="#ppt_x"/>
                                          </p:val>
                                        </p:tav>
                                      </p:tavLst>
                                    </p:anim>
                                    <p:anim calcmode="lin" valueType="num">
                                      <p:cBhvr additive="base">
                                        <p:cTn id="70" dur="500" fill="hold"/>
                                        <p:tgtEl>
                                          <p:spTgt spid="48"/>
                                        </p:tgtEl>
                                        <p:attrNameLst>
                                          <p:attrName>ppt_y</p:attrName>
                                        </p:attrNameLst>
                                      </p:cBhvr>
                                      <p:tavLst>
                                        <p:tav tm="0">
                                          <p:val>
                                            <p:strVal val="#ppt_y"/>
                                          </p:val>
                                        </p:tav>
                                        <p:tav tm="100000">
                                          <p:val>
                                            <p:strVal val="#ppt_y"/>
                                          </p:val>
                                        </p:tav>
                                      </p:tavLst>
                                    </p:anim>
                                  </p:childTnLst>
                                </p:cTn>
                              </p:par>
                            </p:childTnLst>
                          </p:cTn>
                        </p:par>
                        <p:par>
                          <p:cTn id="71" fill="hold">
                            <p:stCondLst>
                              <p:cond delay="2500"/>
                            </p:stCondLst>
                            <p:childTnLst>
                              <p:par>
                                <p:cTn id="72" presetID="53" presetClass="entr" presetSubtype="16" fill="hold" grpId="0" nodeType="afterEffect">
                                  <p:stCondLst>
                                    <p:cond delay="0"/>
                                  </p:stCondLst>
                                  <p:iterate type="lt">
                                    <p:tmPct val="10000"/>
                                  </p:iterate>
                                  <p:childTnLst>
                                    <p:set>
                                      <p:cBhvr>
                                        <p:cTn id="73" dur="1" fill="hold">
                                          <p:stCondLst>
                                            <p:cond delay="0"/>
                                          </p:stCondLst>
                                        </p:cTn>
                                        <p:tgtEl>
                                          <p:spTgt spid="49"/>
                                        </p:tgtEl>
                                        <p:attrNameLst>
                                          <p:attrName>style.visibility</p:attrName>
                                        </p:attrNameLst>
                                      </p:cBhvr>
                                      <p:to>
                                        <p:strVal val="visible"/>
                                      </p:to>
                                    </p:set>
                                    <p:anim calcmode="lin" valueType="num">
                                      <p:cBhvr>
                                        <p:cTn id="74" dur="250" fill="hold"/>
                                        <p:tgtEl>
                                          <p:spTgt spid="49"/>
                                        </p:tgtEl>
                                        <p:attrNameLst>
                                          <p:attrName>ppt_w</p:attrName>
                                        </p:attrNameLst>
                                      </p:cBhvr>
                                      <p:tavLst>
                                        <p:tav tm="0">
                                          <p:val>
                                            <p:fltVal val="0"/>
                                          </p:val>
                                        </p:tav>
                                        <p:tav tm="100000">
                                          <p:val>
                                            <p:strVal val="#ppt_w"/>
                                          </p:val>
                                        </p:tav>
                                      </p:tavLst>
                                    </p:anim>
                                    <p:anim calcmode="lin" valueType="num">
                                      <p:cBhvr>
                                        <p:cTn id="75" dur="250" fill="hold"/>
                                        <p:tgtEl>
                                          <p:spTgt spid="49"/>
                                        </p:tgtEl>
                                        <p:attrNameLst>
                                          <p:attrName>ppt_h</p:attrName>
                                        </p:attrNameLst>
                                      </p:cBhvr>
                                      <p:tavLst>
                                        <p:tav tm="0">
                                          <p:val>
                                            <p:fltVal val="0"/>
                                          </p:val>
                                        </p:tav>
                                        <p:tav tm="100000">
                                          <p:val>
                                            <p:strVal val="#ppt_h"/>
                                          </p:val>
                                        </p:tav>
                                      </p:tavLst>
                                    </p:anim>
                                    <p:animEffect transition="in" filter="fade">
                                      <p:cBhvr>
                                        <p:cTn id="76" dur="250"/>
                                        <p:tgtEl>
                                          <p:spTgt spid="49"/>
                                        </p:tgtEl>
                                      </p:cBhvr>
                                    </p:animEffect>
                                  </p:childTnLst>
                                </p:cTn>
                              </p:par>
                            </p:childTnLst>
                          </p:cTn>
                        </p:par>
                        <p:par>
                          <p:cTn id="77" fill="hold">
                            <p:stCondLst>
                              <p:cond delay="5099"/>
                            </p:stCondLst>
                            <p:childTnLst>
                              <p:par>
                                <p:cTn id="78" presetID="53" presetClass="entr" presetSubtype="16" fill="hold" grpId="0" nodeType="afterEffect">
                                  <p:stCondLst>
                                    <p:cond delay="0"/>
                                  </p:stCondLst>
                                  <p:childTnLst>
                                    <p:set>
                                      <p:cBhvr>
                                        <p:cTn id="79" dur="1" fill="hold">
                                          <p:stCondLst>
                                            <p:cond delay="0"/>
                                          </p:stCondLst>
                                        </p:cTn>
                                        <p:tgtEl>
                                          <p:spTgt spid="50"/>
                                        </p:tgtEl>
                                        <p:attrNameLst>
                                          <p:attrName>style.visibility</p:attrName>
                                        </p:attrNameLst>
                                      </p:cBhvr>
                                      <p:to>
                                        <p:strVal val="visible"/>
                                      </p:to>
                                    </p:set>
                                    <p:anim calcmode="lin" valueType="num">
                                      <p:cBhvr>
                                        <p:cTn id="80" dur="250" fill="hold"/>
                                        <p:tgtEl>
                                          <p:spTgt spid="50"/>
                                        </p:tgtEl>
                                        <p:attrNameLst>
                                          <p:attrName>ppt_w</p:attrName>
                                        </p:attrNameLst>
                                      </p:cBhvr>
                                      <p:tavLst>
                                        <p:tav tm="0">
                                          <p:val>
                                            <p:fltVal val="0"/>
                                          </p:val>
                                        </p:tav>
                                        <p:tav tm="100000">
                                          <p:val>
                                            <p:strVal val="#ppt_w"/>
                                          </p:val>
                                        </p:tav>
                                      </p:tavLst>
                                    </p:anim>
                                    <p:anim calcmode="lin" valueType="num">
                                      <p:cBhvr>
                                        <p:cTn id="81" dur="250" fill="hold"/>
                                        <p:tgtEl>
                                          <p:spTgt spid="50"/>
                                        </p:tgtEl>
                                        <p:attrNameLst>
                                          <p:attrName>ppt_h</p:attrName>
                                        </p:attrNameLst>
                                      </p:cBhvr>
                                      <p:tavLst>
                                        <p:tav tm="0">
                                          <p:val>
                                            <p:fltVal val="0"/>
                                          </p:val>
                                        </p:tav>
                                        <p:tav tm="100000">
                                          <p:val>
                                            <p:strVal val="#ppt_h"/>
                                          </p:val>
                                        </p:tav>
                                      </p:tavLst>
                                    </p:anim>
                                    <p:animEffect transition="in" filter="fade">
                                      <p:cBhvr>
                                        <p:cTn id="82" dur="250"/>
                                        <p:tgtEl>
                                          <p:spTgt spid="50"/>
                                        </p:tgtEl>
                                      </p:cBhvr>
                                    </p:animEffect>
                                  </p:childTnLst>
                                </p:cTn>
                              </p:par>
                            </p:childTnLst>
                          </p:cTn>
                        </p:par>
                        <p:par>
                          <p:cTn id="83" fill="hold">
                            <p:stCondLst>
                              <p:cond delay="5599"/>
                            </p:stCondLst>
                            <p:childTnLst>
                              <p:par>
                                <p:cTn id="84" presetID="53" presetClass="entr" presetSubtype="16" fill="hold" nodeType="afterEffect">
                                  <p:stCondLst>
                                    <p:cond delay="0"/>
                                  </p:stCondLst>
                                  <p:childTnLst>
                                    <p:set>
                                      <p:cBhvr>
                                        <p:cTn id="85" dur="1" fill="hold">
                                          <p:stCondLst>
                                            <p:cond delay="0"/>
                                          </p:stCondLst>
                                        </p:cTn>
                                        <p:tgtEl>
                                          <p:spTgt spid="77"/>
                                        </p:tgtEl>
                                        <p:attrNameLst>
                                          <p:attrName>style.visibility</p:attrName>
                                        </p:attrNameLst>
                                      </p:cBhvr>
                                      <p:to>
                                        <p:strVal val="visible"/>
                                      </p:to>
                                    </p:set>
                                    <p:anim calcmode="lin" valueType="num">
                                      <p:cBhvr>
                                        <p:cTn id="86" dur="250" fill="hold"/>
                                        <p:tgtEl>
                                          <p:spTgt spid="77"/>
                                        </p:tgtEl>
                                        <p:attrNameLst>
                                          <p:attrName>ppt_w</p:attrName>
                                        </p:attrNameLst>
                                      </p:cBhvr>
                                      <p:tavLst>
                                        <p:tav tm="0">
                                          <p:val>
                                            <p:fltVal val="0"/>
                                          </p:val>
                                        </p:tav>
                                        <p:tav tm="100000">
                                          <p:val>
                                            <p:strVal val="#ppt_w"/>
                                          </p:val>
                                        </p:tav>
                                      </p:tavLst>
                                    </p:anim>
                                    <p:anim calcmode="lin" valueType="num">
                                      <p:cBhvr>
                                        <p:cTn id="87" dur="250" fill="hold"/>
                                        <p:tgtEl>
                                          <p:spTgt spid="77"/>
                                        </p:tgtEl>
                                        <p:attrNameLst>
                                          <p:attrName>ppt_h</p:attrName>
                                        </p:attrNameLst>
                                      </p:cBhvr>
                                      <p:tavLst>
                                        <p:tav tm="0">
                                          <p:val>
                                            <p:fltVal val="0"/>
                                          </p:val>
                                        </p:tav>
                                        <p:tav tm="100000">
                                          <p:val>
                                            <p:strVal val="#ppt_h"/>
                                          </p:val>
                                        </p:tav>
                                      </p:tavLst>
                                    </p:anim>
                                    <p:animEffect transition="in" filter="fade">
                                      <p:cBhvr>
                                        <p:cTn id="88" dur="250"/>
                                        <p:tgtEl>
                                          <p:spTgt spid="77"/>
                                        </p:tgtEl>
                                      </p:cBhvr>
                                    </p:animEffect>
                                  </p:childTnLst>
                                </p:cTn>
                              </p:par>
                            </p:childTnLst>
                          </p:cTn>
                        </p:par>
                        <p:par>
                          <p:cTn id="89" fill="hold">
                            <p:stCondLst>
                              <p:cond delay="6099"/>
                            </p:stCondLst>
                            <p:childTnLst>
                              <p:par>
                                <p:cTn id="90" presetID="2" presetClass="entr" presetSubtype="2" fill="hold" grpId="0" nodeType="afterEffect">
                                  <p:stCondLst>
                                    <p:cond delay="0"/>
                                  </p:stCondLst>
                                  <p:childTnLst>
                                    <p:set>
                                      <p:cBhvr>
                                        <p:cTn id="91" dur="1" fill="hold">
                                          <p:stCondLst>
                                            <p:cond delay="0"/>
                                          </p:stCondLst>
                                        </p:cTn>
                                        <p:tgtEl>
                                          <p:spTgt spid="51"/>
                                        </p:tgtEl>
                                        <p:attrNameLst>
                                          <p:attrName>style.visibility</p:attrName>
                                        </p:attrNameLst>
                                      </p:cBhvr>
                                      <p:to>
                                        <p:strVal val="visible"/>
                                      </p:to>
                                    </p:set>
                                    <p:anim calcmode="lin" valueType="num">
                                      <p:cBhvr additive="base">
                                        <p:cTn id="92" dur="500" fill="hold"/>
                                        <p:tgtEl>
                                          <p:spTgt spid="51"/>
                                        </p:tgtEl>
                                        <p:attrNameLst>
                                          <p:attrName>ppt_x</p:attrName>
                                        </p:attrNameLst>
                                      </p:cBhvr>
                                      <p:tavLst>
                                        <p:tav tm="0">
                                          <p:val>
                                            <p:strVal val="1+#ppt_w/2"/>
                                          </p:val>
                                        </p:tav>
                                        <p:tav tm="100000">
                                          <p:val>
                                            <p:strVal val="#ppt_x"/>
                                          </p:val>
                                        </p:tav>
                                      </p:tavLst>
                                    </p:anim>
                                    <p:anim calcmode="lin" valueType="num">
                                      <p:cBhvr additive="base">
                                        <p:cTn id="93" dur="500" fill="hold"/>
                                        <p:tgtEl>
                                          <p:spTgt spid="51"/>
                                        </p:tgtEl>
                                        <p:attrNameLst>
                                          <p:attrName>ppt_y</p:attrName>
                                        </p:attrNameLst>
                                      </p:cBhvr>
                                      <p:tavLst>
                                        <p:tav tm="0">
                                          <p:val>
                                            <p:strVal val="#ppt_y"/>
                                          </p:val>
                                        </p:tav>
                                        <p:tav tm="100000">
                                          <p:val>
                                            <p:strVal val="#ppt_y"/>
                                          </p:val>
                                        </p:tav>
                                      </p:tavLst>
                                    </p:anim>
                                  </p:childTnLst>
                                </p:cTn>
                              </p:par>
                            </p:childTnLst>
                          </p:cTn>
                        </p:par>
                        <p:par>
                          <p:cTn id="94" fill="hold">
                            <p:stCondLst>
                              <p:cond delay="6599"/>
                            </p:stCondLst>
                            <p:childTnLst>
                              <p:par>
                                <p:cTn id="95" presetID="53" presetClass="entr" presetSubtype="16" fill="hold" grpId="0" nodeType="afterEffect">
                                  <p:stCondLst>
                                    <p:cond delay="0"/>
                                  </p:stCondLst>
                                  <p:iterate type="lt">
                                    <p:tmPct val="10000"/>
                                  </p:iterate>
                                  <p:childTnLst>
                                    <p:set>
                                      <p:cBhvr>
                                        <p:cTn id="96" dur="1" fill="hold">
                                          <p:stCondLst>
                                            <p:cond delay="0"/>
                                          </p:stCondLst>
                                        </p:cTn>
                                        <p:tgtEl>
                                          <p:spTgt spid="52"/>
                                        </p:tgtEl>
                                        <p:attrNameLst>
                                          <p:attrName>style.visibility</p:attrName>
                                        </p:attrNameLst>
                                      </p:cBhvr>
                                      <p:to>
                                        <p:strVal val="visible"/>
                                      </p:to>
                                    </p:set>
                                    <p:anim calcmode="lin" valueType="num">
                                      <p:cBhvr>
                                        <p:cTn id="97" dur="250" fill="hold"/>
                                        <p:tgtEl>
                                          <p:spTgt spid="52"/>
                                        </p:tgtEl>
                                        <p:attrNameLst>
                                          <p:attrName>ppt_w</p:attrName>
                                        </p:attrNameLst>
                                      </p:cBhvr>
                                      <p:tavLst>
                                        <p:tav tm="0">
                                          <p:val>
                                            <p:fltVal val="0"/>
                                          </p:val>
                                        </p:tav>
                                        <p:tav tm="100000">
                                          <p:val>
                                            <p:strVal val="#ppt_w"/>
                                          </p:val>
                                        </p:tav>
                                      </p:tavLst>
                                    </p:anim>
                                    <p:anim calcmode="lin" valueType="num">
                                      <p:cBhvr>
                                        <p:cTn id="98" dur="250" fill="hold"/>
                                        <p:tgtEl>
                                          <p:spTgt spid="52"/>
                                        </p:tgtEl>
                                        <p:attrNameLst>
                                          <p:attrName>ppt_h</p:attrName>
                                        </p:attrNameLst>
                                      </p:cBhvr>
                                      <p:tavLst>
                                        <p:tav tm="0">
                                          <p:val>
                                            <p:fltVal val="0"/>
                                          </p:val>
                                        </p:tav>
                                        <p:tav tm="100000">
                                          <p:val>
                                            <p:strVal val="#ppt_h"/>
                                          </p:val>
                                        </p:tav>
                                      </p:tavLst>
                                    </p:anim>
                                    <p:animEffect transition="in" filter="fade">
                                      <p:cBhvr>
                                        <p:cTn id="99" dur="250"/>
                                        <p:tgtEl>
                                          <p:spTgt spid="52"/>
                                        </p:tgtEl>
                                      </p:cBhvr>
                                    </p:animEffect>
                                  </p:childTnLst>
                                </p:cTn>
                              </p:par>
                            </p:childTnLst>
                          </p:cTn>
                        </p:par>
                        <p:par>
                          <p:cTn id="100" fill="hold">
                            <p:stCondLst>
                              <p:cond delay="7349"/>
                            </p:stCondLst>
                            <p:childTnLst>
                              <p:par>
                                <p:cTn id="101" presetID="53" presetClass="entr" presetSubtype="16" fill="hold" grpId="0" nodeType="afterEffect">
                                  <p:stCondLst>
                                    <p:cond delay="0"/>
                                  </p:stCondLst>
                                  <p:childTnLst>
                                    <p:set>
                                      <p:cBhvr>
                                        <p:cTn id="102" dur="1" fill="hold">
                                          <p:stCondLst>
                                            <p:cond delay="0"/>
                                          </p:stCondLst>
                                        </p:cTn>
                                        <p:tgtEl>
                                          <p:spTgt spid="53"/>
                                        </p:tgtEl>
                                        <p:attrNameLst>
                                          <p:attrName>style.visibility</p:attrName>
                                        </p:attrNameLst>
                                      </p:cBhvr>
                                      <p:to>
                                        <p:strVal val="visible"/>
                                      </p:to>
                                    </p:set>
                                    <p:anim calcmode="lin" valueType="num">
                                      <p:cBhvr>
                                        <p:cTn id="103" dur="250" fill="hold"/>
                                        <p:tgtEl>
                                          <p:spTgt spid="53"/>
                                        </p:tgtEl>
                                        <p:attrNameLst>
                                          <p:attrName>ppt_w</p:attrName>
                                        </p:attrNameLst>
                                      </p:cBhvr>
                                      <p:tavLst>
                                        <p:tav tm="0">
                                          <p:val>
                                            <p:fltVal val="0"/>
                                          </p:val>
                                        </p:tav>
                                        <p:tav tm="100000">
                                          <p:val>
                                            <p:strVal val="#ppt_w"/>
                                          </p:val>
                                        </p:tav>
                                      </p:tavLst>
                                    </p:anim>
                                    <p:anim calcmode="lin" valueType="num">
                                      <p:cBhvr>
                                        <p:cTn id="104" dur="250" fill="hold"/>
                                        <p:tgtEl>
                                          <p:spTgt spid="53"/>
                                        </p:tgtEl>
                                        <p:attrNameLst>
                                          <p:attrName>ppt_h</p:attrName>
                                        </p:attrNameLst>
                                      </p:cBhvr>
                                      <p:tavLst>
                                        <p:tav tm="0">
                                          <p:val>
                                            <p:fltVal val="0"/>
                                          </p:val>
                                        </p:tav>
                                        <p:tav tm="100000">
                                          <p:val>
                                            <p:strVal val="#ppt_h"/>
                                          </p:val>
                                        </p:tav>
                                      </p:tavLst>
                                    </p:anim>
                                    <p:animEffect transition="in" filter="fade">
                                      <p:cBhvr>
                                        <p:cTn id="105" dur="250"/>
                                        <p:tgtEl>
                                          <p:spTgt spid="53"/>
                                        </p:tgtEl>
                                      </p:cBhvr>
                                    </p:animEffect>
                                  </p:childTnLst>
                                </p:cTn>
                              </p:par>
                            </p:childTnLst>
                          </p:cTn>
                        </p:par>
                        <p:par>
                          <p:cTn id="106" fill="hold">
                            <p:stCondLst>
                              <p:cond delay="7849"/>
                            </p:stCondLst>
                            <p:childTnLst>
                              <p:par>
                                <p:cTn id="107" presetID="53" presetClass="entr" presetSubtype="16" fill="hold" grpId="0" nodeType="afterEffect">
                                  <p:stCondLst>
                                    <p:cond delay="0"/>
                                  </p:stCondLst>
                                  <p:childTnLst>
                                    <p:set>
                                      <p:cBhvr>
                                        <p:cTn id="108" dur="1" fill="hold">
                                          <p:stCondLst>
                                            <p:cond delay="0"/>
                                          </p:stCondLst>
                                        </p:cTn>
                                        <p:tgtEl>
                                          <p:spTgt spid="75"/>
                                        </p:tgtEl>
                                        <p:attrNameLst>
                                          <p:attrName>style.visibility</p:attrName>
                                        </p:attrNameLst>
                                      </p:cBhvr>
                                      <p:to>
                                        <p:strVal val="visible"/>
                                      </p:to>
                                    </p:set>
                                    <p:anim calcmode="lin" valueType="num">
                                      <p:cBhvr>
                                        <p:cTn id="109" dur="250" fill="hold"/>
                                        <p:tgtEl>
                                          <p:spTgt spid="75"/>
                                        </p:tgtEl>
                                        <p:attrNameLst>
                                          <p:attrName>ppt_w</p:attrName>
                                        </p:attrNameLst>
                                      </p:cBhvr>
                                      <p:tavLst>
                                        <p:tav tm="0">
                                          <p:val>
                                            <p:fltVal val="0"/>
                                          </p:val>
                                        </p:tav>
                                        <p:tav tm="100000">
                                          <p:val>
                                            <p:strVal val="#ppt_w"/>
                                          </p:val>
                                        </p:tav>
                                      </p:tavLst>
                                    </p:anim>
                                    <p:anim calcmode="lin" valueType="num">
                                      <p:cBhvr>
                                        <p:cTn id="110" dur="250" fill="hold"/>
                                        <p:tgtEl>
                                          <p:spTgt spid="75"/>
                                        </p:tgtEl>
                                        <p:attrNameLst>
                                          <p:attrName>ppt_h</p:attrName>
                                        </p:attrNameLst>
                                      </p:cBhvr>
                                      <p:tavLst>
                                        <p:tav tm="0">
                                          <p:val>
                                            <p:fltVal val="0"/>
                                          </p:val>
                                        </p:tav>
                                        <p:tav tm="100000">
                                          <p:val>
                                            <p:strVal val="#ppt_h"/>
                                          </p:val>
                                        </p:tav>
                                      </p:tavLst>
                                    </p:anim>
                                    <p:animEffect transition="in" filter="fade">
                                      <p:cBhvr>
                                        <p:cTn id="111" dur="250"/>
                                        <p:tgtEl>
                                          <p:spTgt spid="75"/>
                                        </p:tgtEl>
                                      </p:cBhvr>
                                    </p:animEffect>
                                  </p:childTnLst>
                                </p:cTn>
                              </p:par>
                            </p:childTnLst>
                          </p:cTn>
                        </p:par>
                        <p:par>
                          <p:cTn id="112" fill="hold">
                            <p:stCondLst>
                              <p:cond delay="8349"/>
                            </p:stCondLst>
                            <p:childTnLst>
                              <p:par>
                                <p:cTn id="113" presetID="2" presetClass="entr" presetSubtype="2" fill="hold" grpId="0" nodeType="afterEffect">
                                  <p:stCondLst>
                                    <p:cond delay="0"/>
                                  </p:stCondLst>
                                  <p:childTnLst>
                                    <p:set>
                                      <p:cBhvr>
                                        <p:cTn id="114" dur="1" fill="hold">
                                          <p:stCondLst>
                                            <p:cond delay="0"/>
                                          </p:stCondLst>
                                        </p:cTn>
                                        <p:tgtEl>
                                          <p:spTgt spid="54"/>
                                        </p:tgtEl>
                                        <p:attrNameLst>
                                          <p:attrName>style.visibility</p:attrName>
                                        </p:attrNameLst>
                                      </p:cBhvr>
                                      <p:to>
                                        <p:strVal val="visible"/>
                                      </p:to>
                                    </p:set>
                                    <p:anim calcmode="lin" valueType="num">
                                      <p:cBhvr additive="base">
                                        <p:cTn id="115" dur="500" fill="hold"/>
                                        <p:tgtEl>
                                          <p:spTgt spid="54"/>
                                        </p:tgtEl>
                                        <p:attrNameLst>
                                          <p:attrName>ppt_x</p:attrName>
                                        </p:attrNameLst>
                                      </p:cBhvr>
                                      <p:tavLst>
                                        <p:tav tm="0">
                                          <p:val>
                                            <p:strVal val="1+#ppt_w/2"/>
                                          </p:val>
                                        </p:tav>
                                        <p:tav tm="100000">
                                          <p:val>
                                            <p:strVal val="#ppt_x"/>
                                          </p:val>
                                        </p:tav>
                                      </p:tavLst>
                                    </p:anim>
                                    <p:anim calcmode="lin" valueType="num">
                                      <p:cBhvr additive="base">
                                        <p:cTn id="116" dur="500" fill="hold"/>
                                        <p:tgtEl>
                                          <p:spTgt spid="54"/>
                                        </p:tgtEl>
                                        <p:attrNameLst>
                                          <p:attrName>ppt_y</p:attrName>
                                        </p:attrNameLst>
                                      </p:cBhvr>
                                      <p:tavLst>
                                        <p:tav tm="0">
                                          <p:val>
                                            <p:strVal val="#ppt_y"/>
                                          </p:val>
                                        </p:tav>
                                        <p:tav tm="100000">
                                          <p:val>
                                            <p:strVal val="#ppt_y"/>
                                          </p:val>
                                        </p:tav>
                                      </p:tavLst>
                                    </p:anim>
                                  </p:childTnLst>
                                </p:cTn>
                              </p:par>
                            </p:childTnLst>
                          </p:cTn>
                        </p:par>
                        <p:par>
                          <p:cTn id="117" fill="hold">
                            <p:stCondLst>
                              <p:cond delay="8849"/>
                            </p:stCondLst>
                            <p:childTnLst>
                              <p:par>
                                <p:cTn id="118" presetID="53" presetClass="entr" presetSubtype="16" fill="hold" grpId="0" nodeType="afterEffect">
                                  <p:stCondLst>
                                    <p:cond delay="0"/>
                                  </p:stCondLst>
                                  <p:iterate type="lt">
                                    <p:tmPct val="10000"/>
                                  </p:iterate>
                                  <p:childTnLst>
                                    <p:set>
                                      <p:cBhvr>
                                        <p:cTn id="119" dur="1" fill="hold">
                                          <p:stCondLst>
                                            <p:cond delay="0"/>
                                          </p:stCondLst>
                                        </p:cTn>
                                        <p:tgtEl>
                                          <p:spTgt spid="55"/>
                                        </p:tgtEl>
                                        <p:attrNameLst>
                                          <p:attrName>style.visibility</p:attrName>
                                        </p:attrNameLst>
                                      </p:cBhvr>
                                      <p:to>
                                        <p:strVal val="visible"/>
                                      </p:to>
                                    </p:set>
                                    <p:anim calcmode="lin" valueType="num">
                                      <p:cBhvr>
                                        <p:cTn id="120" dur="250" fill="hold"/>
                                        <p:tgtEl>
                                          <p:spTgt spid="55"/>
                                        </p:tgtEl>
                                        <p:attrNameLst>
                                          <p:attrName>ppt_w</p:attrName>
                                        </p:attrNameLst>
                                      </p:cBhvr>
                                      <p:tavLst>
                                        <p:tav tm="0">
                                          <p:val>
                                            <p:fltVal val="0"/>
                                          </p:val>
                                        </p:tav>
                                        <p:tav tm="100000">
                                          <p:val>
                                            <p:strVal val="#ppt_w"/>
                                          </p:val>
                                        </p:tav>
                                      </p:tavLst>
                                    </p:anim>
                                    <p:anim calcmode="lin" valueType="num">
                                      <p:cBhvr>
                                        <p:cTn id="121" dur="250" fill="hold"/>
                                        <p:tgtEl>
                                          <p:spTgt spid="55"/>
                                        </p:tgtEl>
                                        <p:attrNameLst>
                                          <p:attrName>ppt_h</p:attrName>
                                        </p:attrNameLst>
                                      </p:cBhvr>
                                      <p:tavLst>
                                        <p:tav tm="0">
                                          <p:val>
                                            <p:fltVal val="0"/>
                                          </p:val>
                                        </p:tav>
                                        <p:tav tm="100000">
                                          <p:val>
                                            <p:strVal val="#ppt_h"/>
                                          </p:val>
                                        </p:tav>
                                      </p:tavLst>
                                    </p:anim>
                                    <p:animEffect transition="in" filter="fade">
                                      <p:cBhvr>
                                        <p:cTn id="122" dur="250"/>
                                        <p:tgtEl>
                                          <p:spTgt spid="55"/>
                                        </p:tgtEl>
                                      </p:cBhvr>
                                    </p:animEffect>
                                  </p:childTnLst>
                                </p:cTn>
                              </p:par>
                            </p:childTnLst>
                          </p:cTn>
                        </p:par>
                        <p:par>
                          <p:cTn id="123" fill="hold">
                            <p:stCondLst>
                              <p:cond delay="9600"/>
                            </p:stCondLst>
                            <p:childTnLst>
                              <p:par>
                                <p:cTn id="124" presetID="53" presetClass="entr" presetSubtype="16" fill="hold" grpId="0" nodeType="afterEffect">
                                  <p:stCondLst>
                                    <p:cond delay="0"/>
                                  </p:stCondLst>
                                  <p:childTnLst>
                                    <p:set>
                                      <p:cBhvr>
                                        <p:cTn id="125" dur="1" fill="hold">
                                          <p:stCondLst>
                                            <p:cond delay="0"/>
                                          </p:stCondLst>
                                        </p:cTn>
                                        <p:tgtEl>
                                          <p:spTgt spid="56"/>
                                        </p:tgtEl>
                                        <p:attrNameLst>
                                          <p:attrName>style.visibility</p:attrName>
                                        </p:attrNameLst>
                                      </p:cBhvr>
                                      <p:to>
                                        <p:strVal val="visible"/>
                                      </p:to>
                                    </p:set>
                                    <p:anim calcmode="lin" valueType="num">
                                      <p:cBhvr>
                                        <p:cTn id="126" dur="250" fill="hold"/>
                                        <p:tgtEl>
                                          <p:spTgt spid="56"/>
                                        </p:tgtEl>
                                        <p:attrNameLst>
                                          <p:attrName>ppt_w</p:attrName>
                                        </p:attrNameLst>
                                      </p:cBhvr>
                                      <p:tavLst>
                                        <p:tav tm="0">
                                          <p:val>
                                            <p:fltVal val="0"/>
                                          </p:val>
                                        </p:tav>
                                        <p:tav tm="100000">
                                          <p:val>
                                            <p:strVal val="#ppt_w"/>
                                          </p:val>
                                        </p:tav>
                                      </p:tavLst>
                                    </p:anim>
                                    <p:anim calcmode="lin" valueType="num">
                                      <p:cBhvr>
                                        <p:cTn id="127" dur="250" fill="hold"/>
                                        <p:tgtEl>
                                          <p:spTgt spid="56"/>
                                        </p:tgtEl>
                                        <p:attrNameLst>
                                          <p:attrName>ppt_h</p:attrName>
                                        </p:attrNameLst>
                                      </p:cBhvr>
                                      <p:tavLst>
                                        <p:tav tm="0">
                                          <p:val>
                                            <p:fltVal val="0"/>
                                          </p:val>
                                        </p:tav>
                                        <p:tav tm="100000">
                                          <p:val>
                                            <p:strVal val="#ppt_h"/>
                                          </p:val>
                                        </p:tav>
                                      </p:tavLst>
                                    </p:anim>
                                    <p:animEffect transition="in" filter="fade">
                                      <p:cBhvr>
                                        <p:cTn id="128" dur="250"/>
                                        <p:tgtEl>
                                          <p:spTgt spid="56"/>
                                        </p:tgtEl>
                                      </p:cBhvr>
                                    </p:animEffect>
                                  </p:childTnLst>
                                </p:cTn>
                              </p:par>
                            </p:childTnLst>
                          </p:cTn>
                        </p:par>
                        <p:par>
                          <p:cTn id="129" fill="hold">
                            <p:stCondLst>
                              <p:cond delay="10100"/>
                            </p:stCondLst>
                            <p:childTnLst>
                              <p:par>
                                <p:cTn id="130" presetID="53" presetClass="entr" presetSubtype="16" fill="hold" grpId="0" nodeType="afterEffect">
                                  <p:stCondLst>
                                    <p:cond delay="0"/>
                                  </p:stCondLst>
                                  <p:childTnLst>
                                    <p:set>
                                      <p:cBhvr>
                                        <p:cTn id="131" dur="1" fill="hold">
                                          <p:stCondLst>
                                            <p:cond delay="0"/>
                                          </p:stCondLst>
                                        </p:cTn>
                                        <p:tgtEl>
                                          <p:spTgt spid="76"/>
                                        </p:tgtEl>
                                        <p:attrNameLst>
                                          <p:attrName>style.visibility</p:attrName>
                                        </p:attrNameLst>
                                      </p:cBhvr>
                                      <p:to>
                                        <p:strVal val="visible"/>
                                      </p:to>
                                    </p:set>
                                    <p:anim calcmode="lin" valueType="num">
                                      <p:cBhvr>
                                        <p:cTn id="132" dur="250" fill="hold"/>
                                        <p:tgtEl>
                                          <p:spTgt spid="76"/>
                                        </p:tgtEl>
                                        <p:attrNameLst>
                                          <p:attrName>ppt_w</p:attrName>
                                        </p:attrNameLst>
                                      </p:cBhvr>
                                      <p:tavLst>
                                        <p:tav tm="0">
                                          <p:val>
                                            <p:fltVal val="0"/>
                                          </p:val>
                                        </p:tav>
                                        <p:tav tm="100000">
                                          <p:val>
                                            <p:strVal val="#ppt_w"/>
                                          </p:val>
                                        </p:tav>
                                      </p:tavLst>
                                    </p:anim>
                                    <p:anim calcmode="lin" valueType="num">
                                      <p:cBhvr>
                                        <p:cTn id="133" dur="250" fill="hold"/>
                                        <p:tgtEl>
                                          <p:spTgt spid="76"/>
                                        </p:tgtEl>
                                        <p:attrNameLst>
                                          <p:attrName>ppt_h</p:attrName>
                                        </p:attrNameLst>
                                      </p:cBhvr>
                                      <p:tavLst>
                                        <p:tav tm="0">
                                          <p:val>
                                            <p:fltVal val="0"/>
                                          </p:val>
                                        </p:tav>
                                        <p:tav tm="100000">
                                          <p:val>
                                            <p:strVal val="#ppt_h"/>
                                          </p:val>
                                        </p:tav>
                                      </p:tavLst>
                                    </p:anim>
                                    <p:animEffect transition="in" filter="fade">
                                      <p:cBhvr>
                                        <p:cTn id="134" dur="250"/>
                                        <p:tgtEl>
                                          <p:spTgt spid="76"/>
                                        </p:tgtEl>
                                      </p:cBhvr>
                                    </p:animEffect>
                                  </p:childTnLst>
                                </p:cTn>
                              </p:par>
                            </p:childTnLst>
                          </p:cTn>
                        </p:par>
                        <p:par>
                          <p:cTn id="135" fill="hold">
                            <p:stCondLst>
                              <p:cond delay="10600"/>
                            </p:stCondLst>
                            <p:childTnLst>
                              <p:par>
                                <p:cTn id="136" presetID="2" presetClass="entr" presetSubtype="2" fill="hold" grpId="0" nodeType="afterEffect">
                                  <p:stCondLst>
                                    <p:cond delay="0"/>
                                  </p:stCondLst>
                                  <p:childTnLst>
                                    <p:set>
                                      <p:cBhvr>
                                        <p:cTn id="137" dur="1" fill="hold">
                                          <p:stCondLst>
                                            <p:cond delay="0"/>
                                          </p:stCondLst>
                                        </p:cTn>
                                        <p:tgtEl>
                                          <p:spTgt spid="57"/>
                                        </p:tgtEl>
                                        <p:attrNameLst>
                                          <p:attrName>style.visibility</p:attrName>
                                        </p:attrNameLst>
                                      </p:cBhvr>
                                      <p:to>
                                        <p:strVal val="visible"/>
                                      </p:to>
                                    </p:set>
                                    <p:anim calcmode="lin" valueType="num">
                                      <p:cBhvr additive="base">
                                        <p:cTn id="138" dur="500" fill="hold"/>
                                        <p:tgtEl>
                                          <p:spTgt spid="57"/>
                                        </p:tgtEl>
                                        <p:attrNameLst>
                                          <p:attrName>ppt_x</p:attrName>
                                        </p:attrNameLst>
                                      </p:cBhvr>
                                      <p:tavLst>
                                        <p:tav tm="0">
                                          <p:val>
                                            <p:strVal val="1+#ppt_w/2"/>
                                          </p:val>
                                        </p:tav>
                                        <p:tav tm="100000">
                                          <p:val>
                                            <p:strVal val="#ppt_x"/>
                                          </p:val>
                                        </p:tav>
                                      </p:tavLst>
                                    </p:anim>
                                    <p:anim calcmode="lin" valueType="num">
                                      <p:cBhvr additive="base">
                                        <p:cTn id="139" dur="500" fill="hold"/>
                                        <p:tgtEl>
                                          <p:spTgt spid="57"/>
                                        </p:tgtEl>
                                        <p:attrNameLst>
                                          <p:attrName>ppt_y</p:attrName>
                                        </p:attrNameLst>
                                      </p:cBhvr>
                                      <p:tavLst>
                                        <p:tav tm="0">
                                          <p:val>
                                            <p:strVal val="#ppt_y"/>
                                          </p:val>
                                        </p:tav>
                                        <p:tav tm="100000">
                                          <p:val>
                                            <p:strVal val="#ppt_y"/>
                                          </p:val>
                                        </p:tav>
                                      </p:tavLst>
                                    </p:anim>
                                  </p:childTnLst>
                                </p:cTn>
                              </p:par>
                            </p:childTnLst>
                          </p:cTn>
                        </p:par>
                        <p:par>
                          <p:cTn id="140" fill="hold">
                            <p:stCondLst>
                              <p:cond delay="11100"/>
                            </p:stCondLst>
                            <p:childTnLst>
                              <p:par>
                                <p:cTn id="141" presetID="53" presetClass="entr" presetSubtype="16" fill="hold" grpId="0" nodeType="afterEffect">
                                  <p:stCondLst>
                                    <p:cond delay="0"/>
                                  </p:stCondLst>
                                  <p:iterate type="lt">
                                    <p:tmPct val="10000"/>
                                  </p:iterate>
                                  <p:childTnLst>
                                    <p:set>
                                      <p:cBhvr>
                                        <p:cTn id="142" dur="1" fill="hold">
                                          <p:stCondLst>
                                            <p:cond delay="0"/>
                                          </p:stCondLst>
                                        </p:cTn>
                                        <p:tgtEl>
                                          <p:spTgt spid="58"/>
                                        </p:tgtEl>
                                        <p:attrNameLst>
                                          <p:attrName>style.visibility</p:attrName>
                                        </p:attrNameLst>
                                      </p:cBhvr>
                                      <p:to>
                                        <p:strVal val="visible"/>
                                      </p:to>
                                    </p:set>
                                    <p:anim calcmode="lin" valueType="num">
                                      <p:cBhvr>
                                        <p:cTn id="143" dur="250" fill="hold"/>
                                        <p:tgtEl>
                                          <p:spTgt spid="58"/>
                                        </p:tgtEl>
                                        <p:attrNameLst>
                                          <p:attrName>ppt_w</p:attrName>
                                        </p:attrNameLst>
                                      </p:cBhvr>
                                      <p:tavLst>
                                        <p:tav tm="0">
                                          <p:val>
                                            <p:fltVal val="0"/>
                                          </p:val>
                                        </p:tav>
                                        <p:tav tm="100000">
                                          <p:val>
                                            <p:strVal val="#ppt_w"/>
                                          </p:val>
                                        </p:tav>
                                      </p:tavLst>
                                    </p:anim>
                                    <p:anim calcmode="lin" valueType="num">
                                      <p:cBhvr>
                                        <p:cTn id="144" dur="250" fill="hold"/>
                                        <p:tgtEl>
                                          <p:spTgt spid="58"/>
                                        </p:tgtEl>
                                        <p:attrNameLst>
                                          <p:attrName>ppt_h</p:attrName>
                                        </p:attrNameLst>
                                      </p:cBhvr>
                                      <p:tavLst>
                                        <p:tav tm="0">
                                          <p:val>
                                            <p:fltVal val="0"/>
                                          </p:val>
                                        </p:tav>
                                        <p:tav tm="100000">
                                          <p:val>
                                            <p:strVal val="#ppt_h"/>
                                          </p:val>
                                        </p:tav>
                                      </p:tavLst>
                                    </p:anim>
                                    <p:animEffect transition="in" filter="fade">
                                      <p:cBhvr>
                                        <p:cTn id="145" dur="25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p:bldP spid="49" grpId="0"/>
      <p:bldP spid="50" grpId="0" animBg="1"/>
      <p:bldP spid="51" grpId="0"/>
      <p:bldP spid="52" grpId="0"/>
      <p:bldP spid="53" grpId="0" animBg="1"/>
      <p:bldP spid="54" grpId="0"/>
      <p:bldP spid="55" grpId="0"/>
      <p:bldP spid="56" grpId="0" animBg="1"/>
      <p:bldP spid="57" grpId="0"/>
      <p:bldP spid="58" grpId="0"/>
      <p:bldP spid="71" grpId="0"/>
      <p:bldP spid="72" grpId="0"/>
      <p:bldP spid="73" grpId="0"/>
      <p:bldP spid="74" grpId="0"/>
      <p:bldP spid="75" grpId="0" animBg="1"/>
      <p:bldP spid="76" grpId="0" animBg="1"/>
      <p:bldP spid="8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flipH="1">
            <a:off x="6097483" y="0"/>
            <a:ext cx="0" cy="5203595"/>
          </a:xfrm>
          <a:prstGeom prst="line">
            <a:avLst/>
          </a:prstGeom>
          <a:ln w="19050">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532822" y="2102152"/>
            <a:ext cx="1540830" cy="0"/>
          </a:xfrm>
          <a:prstGeom prst="line">
            <a:avLst/>
          </a:prstGeom>
          <a:ln w="19050">
            <a:solidFill>
              <a:srgbClr val="1C326B"/>
            </a:solidFill>
          </a:ln>
        </p:spPr>
        <p:style>
          <a:lnRef idx="1">
            <a:schemeClr val="accent1"/>
          </a:lnRef>
          <a:fillRef idx="0">
            <a:schemeClr val="accent1"/>
          </a:fillRef>
          <a:effectRef idx="0">
            <a:schemeClr val="accent1"/>
          </a:effectRef>
          <a:fontRef idx="minor">
            <a:schemeClr val="tx1"/>
          </a:fontRef>
        </p:style>
      </p:cxnSp>
      <p:sp>
        <p:nvSpPr>
          <p:cNvPr id="12" name="矩形: 圆角 55"/>
          <p:cNvSpPr/>
          <p:nvPr/>
        </p:nvSpPr>
        <p:spPr>
          <a:xfrm>
            <a:off x="8073652" y="1713118"/>
            <a:ext cx="2036234" cy="778069"/>
          </a:xfrm>
          <a:prstGeom prst="roundRect">
            <a:avLst>
              <a:gd name="adj" fmla="val 50000"/>
            </a:avLst>
          </a:prstGeom>
          <a:solidFill>
            <a:schemeClr val="accent1"/>
          </a:soli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3" name="文本框 12"/>
          <p:cNvSpPr txBox="1"/>
          <p:nvPr/>
        </p:nvSpPr>
        <p:spPr>
          <a:xfrm>
            <a:off x="8248946" y="1917486"/>
            <a:ext cx="1685646" cy="431737"/>
          </a:xfrm>
          <a:prstGeom prst="rect">
            <a:avLst/>
          </a:prstGeom>
          <a:noFill/>
        </p:spPr>
        <p:txBody>
          <a:bodyPr wrap="square" rtlCol="0">
            <a:spAutoFit/>
          </a:bodyPr>
          <a:lstStyle/>
          <a:p>
            <a:pPr algn="ctr">
              <a:lnSpc>
                <a:spcPct val="130000"/>
              </a:lnSpc>
            </a:pPr>
            <a:r>
              <a:rPr lang="en-US" altLang="zh-CN"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rPr>
              <a:t>202X.08.09</a:t>
            </a:r>
            <a:endParaRPr lang="zh-CN" altLang="en-US"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4" name="Circle"/>
          <p:cNvSpPr/>
          <p:nvPr/>
        </p:nvSpPr>
        <p:spPr>
          <a:xfrm>
            <a:off x="5662145" y="1666815"/>
            <a:ext cx="870677" cy="870677"/>
          </a:xfrm>
          <a:prstGeom prst="ellipse">
            <a:avLst/>
          </a:prstGeom>
          <a:solidFill>
            <a:schemeClr val="accent1"/>
          </a:soli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dirty="0">
              <a:solidFill>
                <a:schemeClr val="lt1"/>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5" name="Circle"/>
          <p:cNvSpPr/>
          <p:nvPr/>
        </p:nvSpPr>
        <p:spPr>
          <a:xfrm>
            <a:off x="5662145" y="4570661"/>
            <a:ext cx="870677" cy="870677"/>
          </a:xfrm>
          <a:prstGeom prst="ellipse">
            <a:avLst/>
          </a:prstGeom>
          <a:solidFill>
            <a:schemeClr val="accent2"/>
          </a:soli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dirty="0">
              <a:solidFill>
                <a:schemeClr val="lt1"/>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cxnSp>
        <p:nvCxnSpPr>
          <p:cNvPr id="16" name="直接连接符 15"/>
          <p:cNvCxnSpPr/>
          <p:nvPr/>
        </p:nvCxnSpPr>
        <p:spPr>
          <a:xfrm flipH="1">
            <a:off x="4125896" y="5005998"/>
            <a:ext cx="1540830" cy="0"/>
          </a:xfrm>
          <a:prstGeom prst="line">
            <a:avLst/>
          </a:prstGeom>
          <a:ln w="19050">
            <a:solidFill>
              <a:srgbClr val="216B9D"/>
            </a:solidFill>
          </a:ln>
        </p:spPr>
        <p:style>
          <a:lnRef idx="1">
            <a:schemeClr val="accent1"/>
          </a:lnRef>
          <a:fillRef idx="0">
            <a:schemeClr val="accent1"/>
          </a:fillRef>
          <a:effectRef idx="0">
            <a:schemeClr val="accent1"/>
          </a:effectRef>
          <a:fontRef idx="minor">
            <a:schemeClr val="tx1"/>
          </a:fontRef>
        </p:style>
      </p:cxnSp>
      <p:sp>
        <p:nvSpPr>
          <p:cNvPr id="17" name="矩形: 圆角 63"/>
          <p:cNvSpPr/>
          <p:nvPr/>
        </p:nvSpPr>
        <p:spPr>
          <a:xfrm flipH="1">
            <a:off x="2089662" y="4616964"/>
            <a:ext cx="2036234" cy="778069"/>
          </a:xfrm>
          <a:prstGeom prst="roundRect">
            <a:avLst>
              <a:gd name="adj" fmla="val 50000"/>
            </a:avLst>
          </a:prstGeom>
          <a:solidFill>
            <a:schemeClr val="accent2"/>
          </a:soli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8" name="文本框 17"/>
          <p:cNvSpPr txBox="1"/>
          <p:nvPr/>
        </p:nvSpPr>
        <p:spPr>
          <a:xfrm flipH="1">
            <a:off x="2264956" y="4821332"/>
            <a:ext cx="1685646" cy="431737"/>
          </a:xfrm>
          <a:prstGeom prst="rect">
            <a:avLst/>
          </a:prstGeom>
          <a:noFill/>
        </p:spPr>
        <p:txBody>
          <a:bodyPr wrap="square" rtlCol="0">
            <a:spAutoFit/>
          </a:bodyPr>
          <a:lstStyle/>
          <a:p>
            <a:pPr algn="ctr">
              <a:lnSpc>
                <a:spcPct val="130000"/>
              </a:lnSpc>
            </a:pPr>
            <a:r>
              <a:rPr lang="en-US" altLang="zh-CN"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rPr>
              <a:t>202X.08.09</a:t>
            </a:r>
            <a:endParaRPr lang="zh-CN" altLang="en-US" dirty="0">
              <a:solidFill>
                <a:schemeClr val="bg1"/>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0" name="任意多边形: 形状 71"/>
          <p:cNvSpPr/>
          <p:nvPr/>
        </p:nvSpPr>
        <p:spPr>
          <a:xfrm>
            <a:off x="1223182" y="1474994"/>
            <a:ext cx="4315300" cy="1463710"/>
          </a:xfrm>
          <a:custGeom>
            <a:avLst/>
            <a:gdLst>
              <a:gd name="connsiteX0" fmla="*/ 243957 w 4315300"/>
              <a:gd name="connsiteY0" fmla="*/ 0 h 1463710"/>
              <a:gd name="connsiteX1" fmla="*/ 3900537 w 4315300"/>
              <a:gd name="connsiteY1" fmla="*/ 0 h 1463710"/>
              <a:gd name="connsiteX2" fmla="*/ 4144494 w 4315300"/>
              <a:gd name="connsiteY2" fmla="*/ 243957 h 1463710"/>
              <a:gd name="connsiteX3" fmla="*/ 4144494 w 4315300"/>
              <a:gd name="connsiteY3" fmla="*/ 483919 h 1463710"/>
              <a:gd name="connsiteX4" fmla="*/ 4315300 w 4315300"/>
              <a:gd name="connsiteY4" fmla="*/ 593901 h 1463710"/>
              <a:gd name="connsiteX5" fmla="*/ 4144494 w 4315300"/>
              <a:gd name="connsiteY5" fmla="*/ 703883 h 1463710"/>
              <a:gd name="connsiteX6" fmla="*/ 4144494 w 4315300"/>
              <a:gd name="connsiteY6" fmla="*/ 1219753 h 1463710"/>
              <a:gd name="connsiteX7" fmla="*/ 3900537 w 4315300"/>
              <a:gd name="connsiteY7" fmla="*/ 1463710 h 1463710"/>
              <a:gd name="connsiteX8" fmla="*/ 243957 w 4315300"/>
              <a:gd name="connsiteY8" fmla="*/ 1463710 h 1463710"/>
              <a:gd name="connsiteX9" fmla="*/ 0 w 4315300"/>
              <a:gd name="connsiteY9" fmla="*/ 1219753 h 1463710"/>
              <a:gd name="connsiteX10" fmla="*/ 0 w 4315300"/>
              <a:gd name="connsiteY10" fmla="*/ 243957 h 1463710"/>
              <a:gd name="connsiteX11" fmla="*/ 243957 w 4315300"/>
              <a:gd name="connsiteY11" fmla="*/ 0 h 1463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5300" h="1463710">
                <a:moveTo>
                  <a:pt x="243957" y="0"/>
                </a:moveTo>
                <a:lnTo>
                  <a:pt x="3900537" y="0"/>
                </a:lnTo>
                <a:cubicBezTo>
                  <a:pt x="4035271" y="0"/>
                  <a:pt x="4144494" y="109223"/>
                  <a:pt x="4144494" y="243957"/>
                </a:cubicBezTo>
                <a:lnTo>
                  <a:pt x="4144494" y="483919"/>
                </a:lnTo>
                <a:lnTo>
                  <a:pt x="4315300" y="593901"/>
                </a:lnTo>
                <a:lnTo>
                  <a:pt x="4144494" y="703883"/>
                </a:lnTo>
                <a:lnTo>
                  <a:pt x="4144494" y="1219753"/>
                </a:lnTo>
                <a:cubicBezTo>
                  <a:pt x="4144494" y="1354487"/>
                  <a:pt x="4035271" y="1463710"/>
                  <a:pt x="3900537" y="1463710"/>
                </a:cubicBezTo>
                <a:lnTo>
                  <a:pt x="243957" y="1463710"/>
                </a:lnTo>
                <a:cubicBezTo>
                  <a:pt x="109223" y="1463710"/>
                  <a:pt x="0" y="1354487"/>
                  <a:pt x="0" y="1219753"/>
                </a:cubicBezTo>
                <a:lnTo>
                  <a:pt x="0" y="243957"/>
                </a:lnTo>
                <a:cubicBezTo>
                  <a:pt x="0" y="109223"/>
                  <a:pt x="109223" y="0"/>
                  <a:pt x="243957" y="0"/>
                </a:cubicBezTo>
                <a:close/>
              </a:path>
            </a:pathLst>
          </a:custGeom>
          <a:solidFill>
            <a:schemeClr val="bg1"/>
          </a:soli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1" name="任意多边形: 形状 81"/>
          <p:cNvSpPr/>
          <p:nvPr/>
        </p:nvSpPr>
        <p:spPr>
          <a:xfrm>
            <a:off x="1228190" y="1474994"/>
            <a:ext cx="340528" cy="1463710"/>
          </a:xfrm>
          <a:custGeom>
            <a:avLst/>
            <a:gdLst>
              <a:gd name="connsiteX0" fmla="*/ 243957 w 340528"/>
              <a:gd name="connsiteY0" fmla="*/ 0 h 1463710"/>
              <a:gd name="connsiteX1" fmla="*/ 340528 w 340528"/>
              <a:gd name="connsiteY1" fmla="*/ 0 h 1463710"/>
              <a:gd name="connsiteX2" fmla="*/ 340528 w 340528"/>
              <a:gd name="connsiteY2" fmla="*/ 1463710 h 1463710"/>
              <a:gd name="connsiteX3" fmla="*/ 243957 w 340528"/>
              <a:gd name="connsiteY3" fmla="*/ 1463710 h 1463710"/>
              <a:gd name="connsiteX4" fmla="*/ 0 w 340528"/>
              <a:gd name="connsiteY4" fmla="*/ 1219753 h 1463710"/>
              <a:gd name="connsiteX5" fmla="*/ 0 w 340528"/>
              <a:gd name="connsiteY5" fmla="*/ 243957 h 1463710"/>
              <a:gd name="connsiteX6" fmla="*/ 243957 w 340528"/>
              <a:gd name="connsiteY6" fmla="*/ 0 h 1463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0528" h="1463710">
                <a:moveTo>
                  <a:pt x="243957" y="0"/>
                </a:moveTo>
                <a:lnTo>
                  <a:pt x="340528" y="0"/>
                </a:lnTo>
                <a:lnTo>
                  <a:pt x="340528" y="1463710"/>
                </a:lnTo>
                <a:lnTo>
                  <a:pt x="243957" y="1463710"/>
                </a:lnTo>
                <a:cubicBezTo>
                  <a:pt x="109223" y="1463710"/>
                  <a:pt x="0" y="1354487"/>
                  <a:pt x="0" y="1219753"/>
                </a:cubicBezTo>
                <a:lnTo>
                  <a:pt x="0" y="243957"/>
                </a:lnTo>
                <a:cubicBezTo>
                  <a:pt x="0" y="109223"/>
                  <a:pt x="109223" y="0"/>
                  <a:pt x="243957" y="0"/>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2" name="文本框 21"/>
          <p:cNvSpPr txBox="1"/>
          <p:nvPr/>
        </p:nvSpPr>
        <p:spPr>
          <a:xfrm>
            <a:off x="1692381" y="1665235"/>
            <a:ext cx="1794219" cy="459934"/>
          </a:xfrm>
          <a:prstGeom prst="rect">
            <a:avLst/>
          </a:prstGeom>
          <a:noFill/>
        </p:spPr>
        <p:txBody>
          <a:bodyPr wrap="square" rtlCol="0">
            <a:spAutoFit/>
          </a:bodyPr>
          <a:lstStyle/>
          <a:p>
            <a:pPr>
              <a:lnSpc>
                <a:spcPct val="130000"/>
              </a:lnSpc>
            </a:pPr>
            <a:r>
              <a:rPr lang="zh-CN" altLang="en-US" sz="2000" b="1"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点击添加标题</a:t>
            </a:r>
          </a:p>
        </p:txBody>
      </p:sp>
      <p:sp>
        <p:nvSpPr>
          <p:cNvPr id="23" name="文本框 22"/>
          <p:cNvSpPr txBox="1"/>
          <p:nvPr/>
        </p:nvSpPr>
        <p:spPr>
          <a:xfrm>
            <a:off x="1692381" y="2016751"/>
            <a:ext cx="3490016" cy="793038"/>
          </a:xfrm>
          <a:prstGeom prst="rect">
            <a:avLst/>
          </a:prstGeom>
          <a:noFill/>
        </p:spPr>
        <p:txBody>
          <a:bodyPr wrap="square" rtlCol="0">
            <a:spAutoFit/>
          </a:bodyPr>
          <a:lstStyle/>
          <a:p>
            <a:pPr>
              <a:lnSpc>
                <a:spcPct val="130000"/>
              </a:lnSpc>
            </a:pPr>
            <a:r>
              <a:rPr lang="zh-CN" altLang="en-US" sz="1200" spc="130" dirty="0">
                <a:solidFill>
                  <a:schemeClr val="tx1">
                    <a:lumMod val="50000"/>
                    <a:lumOff val="50000"/>
                    <a:alpha val="64000"/>
                  </a:schemeClr>
                </a:solidFill>
                <a:latin typeface="微软雅黑" panose="020B0503020204020204" pitchFamily="34" charset="-122"/>
                <a:ea typeface="微软雅黑" panose="020B0503020204020204" pitchFamily="34" charset="-122"/>
                <a:cs typeface="OPPOSans L" panose="00020600040101010101" pitchFamily="18" charset="-122"/>
                <a:sym typeface="思源黑体 CN Regular" panose="020B0500000000000000" pitchFamily="34" charset="-122"/>
              </a:rPr>
              <a:t>请在这里输入简要工作概述点击输入简要文字内容，文字内容概括简练，不用多余的修饰言简意赅的说明分项内容</a:t>
            </a:r>
          </a:p>
        </p:txBody>
      </p:sp>
      <p:sp>
        <p:nvSpPr>
          <p:cNvPr id="24" name="任意多边形: 形状 103"/>
          <p:cNvSpPr/>
          <p:nvPr/>
        </p:nvSpPr>
        <p:spPr>
          <a:xfrm flipH="1">
            <a:off x="6659858" y="4307147"/>
            <a:ext cx="4315300" cy="1463710"/>
          </a:xfrm>
          <a:custGeom>
            <a:avLst/>
            <a:gdLst>
              <a:gd name="connsiteX0" fmla="*/ 243957 w 4315300"/>
              <a:gd name="connsiteY0" fmla="*/ 0 h 1463710"/>
              <a:gd name="connsiteX1" fmla="*/ 3900537 w 4315300"/>
              <a:gd name="connsiteY1" fmla="*/ 0 h 1463710"/>
              <a:gd name="connsiteX2" fmla="*/ 4144494 w 4315300"/>
              <a:gd name="connsiteY2" fmla="*/ 243957 h 1463710"/>
              <a:gd name="connsiteX3" fmla="*/ 4144494 w 4315300"/>
              <a:gd name="connsiteY3" fmla="*/ 483919 h 1463710"/>
              <a:gd name="connsiteX4" fmla="*/ 4315300 w 4315300"/>
              <a:gd name="connsiteY4" fmla="*/ 593901 h 1463710"/>
              <a:gd name="connsiteX5" fmla="*/ 4144494 w 4315300"/>
              <a:gd name="connsiteY5" fmla="*/ 703883 h 1463710"/>
              <a:gd name="connsiteX6" fmla="*/ 4144494 w 4315300"/>
              <a:gd name="connsiteY6" fmla="*/ 1219753 h 1463710"/>
              <a:gd name="connsiteX7" fmla="*/ 3900537 w 4315300"/>
              <a:gd name="connsiteY7" fmla="*/ 1463710 h 1463710"/>
              <a:gd name="connsiteX8" fmla="*/ 243957 w 4315300"/>
              <a:gd name="connsiteY8" fmla="*/ 1463710 h 1463710"/>
              <a:gd name="connsiteX9" fmla="*/ 0 w 4315300"/>
              <a:gd name="connsiteY9" fmla="*/ 1219753 h 1463710"/>
              <a:gd name="connsiteX10" fmla="*/ 0 w 4315300"/>
              <a:gd name="connsiteY10" fmla="*/ 243957 h 1463710"/>
              <a:gd name="connsiteX11" fmla="*/ 243957 w 4315300"/>
              <a:gd name="connsiteY11" fmla="*/ 0 h 1463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15300" h="1463710">
                <a:moveTo>
                  <a:pt x="243957" y="0"/>
                </a:moveTo>
                <a:lnTo>
                  <a:pt x="3900537" y="0"/>
                </a:lnTo>
                <a:cubicBezTo>
                  <a:pt x="4035271" y="0"/>
                  <a:pt x="4144494" y="109223"/>
                  <a:pt x="4144494" y="243957"/>
                </a:cubicBezTo>
                <a:lnTo>
                  <a:pt x="4144494" y="483919"/>
                </a:lnTo>
                <a:lnTo>
                  <a:pt x="4315300" y="593901"/>
                </a:lnTo>
                <a:lnTo>
                  <a:pt x="4144494" y="703883"/>
                </a:lnTo>
                <a:lnTo>
                  <a:pt x="4144494" y="1219753"/>
                </a:lnTo>
                <a:cubicBezTo>
                  <a:pt x="4144494" y="1354487"/>
                  <a:pt x="4035271" y="1463710"/>
                  <a:pt x="3900537" y="1463710"/>
                </a:cubicBezTo>
                <a:lnTo>
                  <a:pt x="243957" y="1463710"/>
                </a:lnTo>
                <a:cubicBezTo>
                  <a:pt x="109223" y="1463710"/>
                  <a:pt x="0" y="1354487"/>
                  <a:pt x="0" y="1219753"/>
                </a:cubicBezTo>
                <a:lnTo>
                  <a:pt x="0" y="243957"/>
                </a:lnTo>
                <a:cubicBezTo>
                  <a:pt x="0" y="109223"/>
                  <a:pt x="109223" y="0"/>
                  <a:pt x="243957" y="0"/>
                </a:cubicBezTo>
                <a:close/>
              </a:path>
            </a:pathLst>
          </a:custGeom>
          <a:solidFill>
            <a:schemeClr val="bg1"/>
          </a:solid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5" name="任意多边形: 形状 104"/>
          <p:cNvSpPr/>
          <p:nvPr/>
        </p:nvSpPr>
        <p:spPr>
          <a:xfrm flipH="1">
            <a:off x="10629622" y="4307147"/>
            <a:ext cx="340528" cy="1463710"/>
          </a:xfrm>
          <a:custGeom>
            <a:avLst/>
            <a:gdLst>
              <a:gd name="connsiteX0" fmla="*/ 243957 w 340528"/>
              <a:gd name="connsiteY0" fmla="*/ 0 h 1463710"/>
              <a:gd name="connsiteX1" fmla="*/ 340528 w 340528"/>
              <a:gd name="connsiteY1" fmla="*/ 0 h 1463710"/>
              <a:gd name="connsiteX2" fmla="*/ 340528 w 340528"/>
              <a:gd name="connsiteY2" fmla="*/ 1463710 h 1463710"/>
              <a:gd name="connsiteX3" fmla="*/ 243957 w 340528"/>
              <a:gd name="connsiteY3" fmla="*/ 1463710 h 1463710"/>
              <a:gd name="connsiteX4" fmla="*/ 0 w 340528"/>
              <a:gd name="connsiteY4" fmla="*/ 1219753 h 1463710"/>
              <a:gd name="connsiteX5" fmla="*/ 0 w 340528"/>
              <a:gd name="connsiteY5" fmla="*/ 243957 h 1463710"/>
              <a:gd name="connsiteX6" fmla="*/ 243957 w 340528"/>
              <a:gd name="connsiteY6" fmla="*/ 0 h 1463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0528" h="1463710">
                <a:moveTo>
                  <a:pt x="243957" y="0"/>
                </a:moveTo>
                <a:lnTo>
                  <a:pt x="340528" y="0"/>
                </a:lnTo>
                <a:lnTo>
                  <a:pt x="340528" y="1463710"/>
                </a:lnTo>
                <a:lnTo>
                  <a:pt x="243957" y="1463710"/>
                </a:lnTo>
                <a:cubicBezTo>
                  <a:pt x="109223" y="1463710"/>
                  <a:pt x="0" y="1354487"/>
                  <a:pt x="0" y="1219753"/>
                </a:cubicBezTo>
                <a:lnTo>
                  <a:pt x="0" y="243957"/>
                </a:lnTo>
                <a:cubicBezTo>
                  <a:pt x="0" y="109223"/>
                  <a:pt x="109223" y="0"/>
                  <a:pt x="243957" y="0"/>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6" name="文本框 25"/>
          <p:cNvSpPr txBox="1"/>
          <p:nvPr/>
        </p:nvSpPr>
        <p:spPr>
          <a:xfrm flipH="1">
            <a:off x="7015943" y="4497388"/>
            <a:ext cx="1794219" cy="459934"/>
          </a:xfrm>
          <a:prstGeom prst="rect">
            <a:avLst/>
          </a:prstGeom>
          <a:noFill/>
        </p:spPr>
        <p:txBody>
          <a:bodyPr wrap="square" rtlCol="0">
            <a:spAutoFit/>
          </a:bodyPr>
          <a:lstStyle/>
          <a:p>
            <a:pPr>
              <a:lnSpc>
                <a:spcPct val="130000"/>
              </a:lnSpc>
            </a:pPr>
            <a:r>
              <a:rPr lang="zh-CN" altLang="en-US" sz="2000" b="1"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点击添加标题</a:t>
            </a:r>
          </a:p>
        </p:txBody>
      </p:sp>
      <p:sp>
        <p:nvSpPr>
          <p:cNvPr id="27" name="文本框 26"/>
          <p:cNvSpPr txBox="1"/>
          <p:nvPr/>
        </p:nvSpPr>
        <p:spPr>
          <a:xfrm flipH="1">
            <a:off x="7015943" y="4848904"/>
            <a:ext cx="3490016" cy="793038"/>
          </a:xfrm>
          <a:prstGeom prst="rect">
            <a:avLst/>
          </a:prstGeom>
          <a:noFill/>
        </p:spPr>
        <p:txBody>
          <a:bodyPr wrap="square" rtlCol="0">
            <a:spAutoFit/>
          </a:bodyPr>
          <a:lstStyle/>
          <a:p>
            <a:pPr>
              <a:lnSpc>
                <a:spcPct val="130000"/>
              </a:lnSpc>
            </a:pPr>
            <a:r>
              <a:rPr lang="zh-CN" altLang="en-US" sz="1200" spc="130" dirty="0">
                <a:solidFill>
                  <a:schemeClr val="tx1">
                    <a:lumMod val="50000"/>
                    <a:lumOff val="50000"/>
                    <a:alpha val="64000"/>
                  </a:schemeClr>
                </a:solidFill>
                <a:latin typeface="微软雅黑" panose="020B0503020204020204" pitchFamily="34" charset="-122"/>
                <a:ea typeface="微软雅黑" panose="020B0503020204020204" pitchFamily="34" charset="-122"/>
                <a:cs typeface="OPPOSans L" panose="00020600040101010101" pitchFamily="18" charset="-122"/>
                <a:sym typeface="思源黑体 CN Regular" panose="020B0500000000000000" pitchFamily="34" charset="-122"/>
              </a:rPr>
              <a:t>请在这里输入简要工作概述点击输入简要文字内容，文字内容概括简练，不用多余的修饰言简意赅的说明分项内容</a:t>
            </a:r>
          </a:p>
        </p:txBody>
      </p:sp>
      <p:sp>
        <p:nvSpPr>
          <p:cNvPr id="28" name="clock_121644"/>
          <p:cNvSpPr>
            <a:spLocks noChangeAspect="1"/>
          </p:cNvSpPr>
          <p:nvPr/>
        </p:nvSpPr>
        <p:spPr>
          <a:xfrm flipH="1">
            <a:off x="5894212" y="1899165"/>
            <a:ext cx="406543" cy="405977"/>
          </a:xfrm>
          <a:custGeom>
            <a:avLst/>
            <a:gdLst>
              <a:gd name="T0" fmla="*/ 3033 w 6067"/>
              <a:gd name="T1" fmla="*/ 0 h 6067"/>
              <a:gd name="T2" fmla="*/ 0 w 6067"/>
              <a:gd name="T3" fmla="*/ 3033 h 6067"/>
              <a:gd name="T4" fmla="*/ 3033 w 6067"/>
              <a:gd name="T5" fmla="*/ 6067 h 6067"/>
              <a:gd name="T6" fmla="*/ 6067 w 6067"/>
              <a:gd name="T7" fmla="*/ 3033 h 6067"/>
              <a:gd name="T8" fmla="*/ 3033 w 6067"/>
              <a:gd name="T9" fmla="*/ 0 h 6067"/>
              <a:gd name="T10" fmla="*/ 3233 w 6067"/>
              <a:gd name="T11" fmla="*/ 3234 h 6067"/>
              <a:gd name="T12" fmla="*/ 1006 w 6067"/>
              <a:gd name="T13" fmla="*/ 3230 h 6067"/>
              <a:gd name="T14" fmla="*/ 1007 w 6067"/>
              <a:gd name="T15" fmla="*/ 2830 h 6067"/>
              <a:gd name="T16" fmla="*/ 2833 w 6067"/>
              <a:gd name="T17" fmla="*/ 2833 h 6067"/>
              <a:gd name="T18" fmla="*/ 2833 w 6067"/>
              <a:gd name="T19" fmla="*/ 1007 h 6067"/>
              <a:gd name="T20" fmla="*/ 3233 w 6067"/>
              <a:gd name="T21" fmla="*/ 1007 h 6067"/>
              <a:gd name="T22" fmla="*/ 3233 w 6067"/>
              <a:gd name="T23" fmla="*/ 3234 h 60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67" h="6067">
                <a:moveTo>
                  <a:pt x="3033" y="0"/>
                </a:moveTo>
                <a:cubicBezTo>
                  <a:pt x="1358" y="0"/>
                  <a:pt x="0" y="1358"/>
                  <a:pt x="0" y="3033"/>
                </a:cubicBezTo>
                <a:cubicBezTo>
                  <a:pt x="0" y="4709"/>
                  <a:pt x="1358" y="6067"/>
                  <a:pt x="3033" y="6067"/>
                </a:cubicBezTo>
                <a:cubicBezTo>
                  <a:pt x="4709" y="6067"/>
                  <a:pt x="6067" y="4709"/>
                  <a:pt x="6067" y="3033"/>
                </a:cubicBezTo>
                <a:cubicBezTo>
                  <a:pt x="6067" y="1358"/>
                  <a:pt x="4709" y="0"/>
                  <a:pt x="3033" y="0"/>
                </a:cubicBezTo>
                <a:close/>
                <a:moveTo>
                  <a:pt x="3233" y="3234"/>
                </a:moveTo>
                <a:lnTo>
                  <a:pt x="1006" y="3230"/>
                </a:lnTo>
                <a:lnTo>
                  <a:pt x="1007" y="2830"/>
                </a:lnTo>
                <a:lnTo>
                  <a:pt x="2833" y="2833"/>
                </a:lnTo>
                <a:lnTo>
                  <a:pt x="2833" y="1007"/>
                </a:lnTo>
                <a:lnTo>
                  <a:pt x="3233" y="1007"/>
                </a:lnTo>
                <a:lnTo>
                  <a:pt x="3233" y="323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dirty="0">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nvGrpSpPr>
          <p:cNvPr id="29" name="组合 28"/>
          <p:cNvGrpSpPr/>
          <p:nvPr/>
        </p:nvGrpSpPr>
        <p:grpSpPr>
          <a:xfrm>
            <a:off x="5915278" y="4779302"/>
            <a:ext cx="395489" cy="411362"/>
            <a:chOff x="1847376" y="2237449"/>
            <a:chExt cx="476730" cy="495863"/>
          </a:xfrm>
        </p:grpSpPr>
        <p:sp>
          <p:nvSpPr>
            <p:cNvPr id="30" name="矩形: 圆角 107"/>
            <p:cNvSpPr/>
            <p:nvPr/>
          </p:nvSpPr>
          <p:spPr>
            <a:xfrm>
              <a:off x="1847376" y="2344735"/>
              <a:ext cx="110192" cy="388577"/>
            </a:xfrm>
            <a:prstGeom prst="roundRect">
              <a:avLst>
                <a:gd name="adj" fmla="val 2982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31" name="矩形: 圆角 108"/>
            <p:cNvSpPr/>
            <p:nvPr/>
          </p:nvSpPr>
          <p:spPr>
            <a:xfrm>
              <a:off x="2030064" y="2237449"/>
              <a:ext cx="110192" cy="495863"/>
            </a:xfrm>
            <a:prstGeom prst="roundRect">
              <a:avLst>
                <a:gd name="adj" fmla="val 2982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32" name="矩形: 圆角 109"/>
            <p:cNvSpPr/>
            <p:nvPr/>
          </p:nvSpPr>
          <p:spPr>
            <a:xfrm>
              <a:off x="2213914" y="2440432"/>
              <a:ext cx="110192" cy="292878"/>
            </a:xfrm>
            <a:prstGeom prst="roundRect">
              <a:avLst>
                <a:gd name="adj" fmla="val 2982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6" name="组合 5"/>
          <p:cNvGrpSpPr/>
          <p:nvPr/>
        </p:nvGrpSpPr>
        <p:grpSpPr>
          <a:xfrm>
            <a:off x="22101" y="3587"/>
            <a:ext cx="12192313" cy="6854413"/>
            <a:chOff x="22101" y="3587"/>
            <a:chExt cx="12192313" cy="6854413"/>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a:off x="22101" y="3587"/>
              <a:ext cx="2022217" cy="1083786"/>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flipH="1" flipV="1">
              <a:off x="10192197" y="5774214"/>
              <a:ext cx="2022217" cy="1083786"/>
            </a:xfrm>
            <a:prstGeom prst="rect">
              <a:avLst/>
            </a:prstGeom>
          </p:spPr>
        </p:pic>
        <p:sp>
          <p:nvSpPr>
            <p:cNvPr id="9" name="ïSļiḓé"/>
            <p:cNvSpPr txBox="1"/>
            <p:nvPr/>
          </p:nvSpPr>
          <p:spPr>
            <a:xfrm>
              <a:off x="1033209" y="489898"/>
              <a:ext cx="2995946" cy="523220"/>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800" dirty="0">
                  <a:solidFill>
                    <a:schemeClr val="tx1"/>
                  </a:solidFill>
                  <a:effectLst/>
                  <a:latin typeface="思源宋体 CN Heavy" panose="02020900000000000000" pitchFamily="18" charset="-122"/>
                  <a:ea typeface="思源宋体 CN Heavy" panose="02020900000000000000" pitchFamily="18" charset="-122"/>
                </a:rPr>
                <a:t>论文研究过程</a:t>
              </a:r>
            </a:p>
          </p:txBody>
        </p:sp>
      </p:gr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ppt_x"/>
                                          </p:val>
                                        </p:tav>
                                        <p:tav tm="100000">
                                          <p:val>
                                            <p:strVal val="#ppt_x"/>
                                          </p:val>
                                        </p:tav>
                                      </p:tavLst>
                                    </p:anim>
                                    <p:anim calcmode="lin" valueType="num">
                                      <p:cBhvr additive="base">
                                        <p:cTn id="21" dur="500" fill="hold"/>
                                        <p:tgtEl>
                                          <p:spTgt spid="13"/>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500" fill="hold"/>
                                        <p:tgtEl>
                                          <p:spTgt spid="14"/>
                                        </p:tgtEl>
                                        <p:attrNameLst>
                                          <p:attrName>ppt_x</p:attrName>
                                        </p:attrNameLst>
                                      </p:cBhvr>
                                      <p:tavLst>
                                        <p:tav tm="0">
                                          <p:val>
                                            <p:strVal val="#ppt_x"/>
                                          </p:val>
                                        </p:tav>
                                        <p:tav tm="100000">
                                          <p:val>
                                            <p:strVal val="#ppt_x"/>
                                          </p:val>
                                        </p:tav>
                                      </p:tavLst>
                                    </p:anim>
                                    <p:anim calcmode="lin" valueType="num">
                                      <p:cBhvr additive="base">
                                        <p:cTn id="25" dur="500" fill="hold"/>
                                        <p:tgtEl>
                                          <p:spTgt spid="14"/>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25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250"/>
                                  </p:stCondLst>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500" fill="hold"/>
                                        <p:tgtEl>
                                          <p:spTgt spid="16"/>
                                        </p:tgtEl>
                                        <p:attrNameLst>
                                          <p:attrName>ppt_x</p:attrName>
                                        </p:attrNameLst>
                                      </p:cBhvr>
                                      <p:tavLst>
                                        <p:tav tm="0">
                                          <p:val>
                                            <p:strVal val="#ppt_x"/>
                                          </p:val>
                                        </p:tav>
                                        <p:tav tm="100000">
                                          <p:val>
                                            <p:strVal val="#ppt_x"/>
                                          </p:val>
                                        </p:tav>
                                      </p:tavLst>
                                    </p:anim>
                                    <p:anim calcmode="lin" valueType="num">
                                      <p:cBhvr additive="base">
                                        <p:cTn id="33" dur="500" fill="hold"/>
                                        <p:tgtEl>
                                          <p:spTgt spid="16"/>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25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250"/>
                                  </p:stCondLst>
                                  <p:childTnLst>
                                    <p:set>
                                      <p:cBhvr>
                                        <p:cTn id="39" dur="1" fill="hold">
                                          <p:stCondLst>
                                            <p:cond delay="0"/>
                                          </p:stCondLst>
                                        </p:cTn>
                                        <p:tgtEl>
                                          <p:spTgt spid="18"/>
                                        </p:tgtEl>
                                        <p:attrNameLst>
                                          <p:attrName>style.visibility</p:attrName>
                                        </p:attrNameLst>
                                      </p:cBhvr>
                                      <p:to>
                                        <p:strVal val="visible"/>
                                      </p:to>
                                    </p:set>
                                    <p:anim calcmode="lin" valueType="num">
                                      <p:cBhvr additive="base">
                                        <p:cTn id="40" dur="500" fill="hold"/>
                                        <p:tgtEl>
                                          <p:spTgt spid="18"/>
                                        </p:tgtEl>
                                        <p:attrNameLst>
                                          <p:attrName>ppt_x</p:attrName>
                                        </p:attrNameLst>
                                      </p:cBhvr>
                                      <p:tavLst>
                                        <p:tav tm="0">
                                          <p:val>
                                            <p:strVal val="#ppt_x"/>
                                          </p:val>
                                        </p:tav>
                                        <p:tav tm="100000">
                                          <p:val>
                                            <p:strVal val="#ppt_x"/>
                                          </p:val>
                                        </p:tav>
                                      </p:tavLst>
                                    </p:anim>
                                    <p:anim calcmode="lin" valueType="num">
                                      <p:cBhvr additive="base">
                                        <p:cTn id="41" dur="500" fill="hold"/>
                                        <p:tgtEl>
                                          <p:spTgt spid="18"/>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 calcmode="lin" valueType="num">
                                      <p:cBhvr additive="base">
                                        <p:cTn id="44" dur="500" fill="hold"/>
                                        <p:tgtEl>
                                          <p:spTgt spid="20"/>
                                        </p:tgtEl>
                                        <p:attrNameLst>
                                          <p:attrName>ppt_x</p:attrName>
                                        </p:attrNameLst>
                                      </p:cBhvr>
                                      <p:tavLst>
                                        <p:tav tm="0">
                                          <p:val>
                                            <p:strVal val="#ppt_x"/>
                                          </p:val>
                                        </p:tav>
                                        <p:tav tm="100000">
                                          <p:val>
                                            <p:strVal val="#ppt_x"/>
                                          </p:val>
                                        </p:tav>
                                      </p:tavLst>
                                    </p:anim>
                                    <p:anim calcmode="lin" valueType="num">
                                      <p:cBhvr additive="base">
                                        <p:cTn id="45" dur="500" fill="hold"/>
                                        <p:tgtEl>
                                          <p:spTgt spid="20"/>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500" fill="hold"/>
                                        <p:tgtEl>
                                          <p:spTgt spid="21"/>
                                        </p:tgtEl>
                                        <p:attrNameLst>
                                          <p:attrName>ppt_x</p:attrName>
                                        </p:attrNameLst>
                                      </p:cBhvr>
                                      <p:tavLst>
                                        <p:tav tm="0">
                                          <p:val>
                                            <p:strVal val="#ppt_x"/>
                                          </p:val>
                                        </p:tav>
                                        <p:tav tm="100000">
                                          <p:val>
                                            <p:strVal val="#ppt_x"/>
                                          </p:val>
                                        </p:tav>
                                      </p:tavLst>
                                    </p:anim>
                                    <p:anim calcmode="lin" valueType="num">
                                      <p:cBhvr additive="base">
                                        <p:cTn id="49" dur="500" fill="hold"/>
                                        <p:tgtEl>
                                          <p:spTgt spid="21"/>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 calcmode="lin" valueType="num">
                                      <p:cBhvr additive="base">
                                        <p:cTn id="52" dur="500" fill="hold"/>
                                        <p:tgtEl>
                                          <p:spTgt spid="22"/>
                                        </p:tgtEl>
                                        <p:attrNameLst>
                                          <p:attrName>ppt_x</p:attrName>
                                        </p:attrNameLst>
                                      </p:cBhvr>
                                      <p:tavLst>
                                        <p:tav tm="0">
                                          <p:val>
                                            <p:strVal val="#ppt_x"/>
                                          </p:val>
                                        </p:tav>
                                        <p:tav tm="100000">
                                          <p:val>
                                            <p:strVal val="#ppt_x"/>
                                          </p:val>
                                        </p:tav>
                                      </p:tavLst>
                                    </p:anim>
                                    <p:anim calcmode="lin" valueType="num">
                                      <p:cBhvr additive="base">
                                        <p:cTn id="53" dur="500" fill="hold"/>
                                        <p:tgtEl>
                                          <p:spTgt spid="22"/>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 calcmode="lin" valueType="num">
                                      <p:cBhvr additive="base">
                                        <p:cTn id="56" dur="500" fill="hold"/>
                                        <p:tgtEl>
                                          <p:spTgt spid="23"/>
                                        </p:tgtEl>
                                        <p:attrNameLst>
                                          <p:attrName>ppt_x</p:attrName>
                                        </p:attrNameLst>
                                      </p:cBhvr>
                                      <p:tavLst>
                                        <p:tav tm="0">
                                          <p:val>
                                            <p:strVal val="#ppt_x"/>
                                          </p:val>
                                        </p:tav>
                                        <p:tav tm="100000">
                                          <p:val>
                                            <p:strVal val="#ppt_x"/>
                                          </p:val>
                                        </p:tav>
                                      </p:tavLst>
                                    </p:anim>
                                    <p:anim calcmode="lin" valueType="num">
                                      <p:cBhvr additive="base">
                                        <p:cTn id="57" dur="500" fill="hold"/>
                                        <p:tgtEl>
                                          <p:spTgt spid="23"/>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250"/>
                                  </p:stCondLst>
                                  <p:childTnLst>
                                    <p:set>
                                      <p:cBhvr>
                                        <p:cTn id="59" dur="1" fill="hold">
                                          <p:stCondLst>
                                            <p:cond delay="0"/>
                                          </p:stCondLst>
                                        </p:cTn>
                                        <p:tgtEl>
                                          <p:spTgt spid="24"/>
                                        </p:tgtEl>
                                        <p:attrNameLst>
                                          <p:attrName>style.visibility</p:attrName>
                                        </p:attrNameLst>
                                      </p:cBhvr>
                                      <p:to>
                                        <p:strVal val="visible"/>
                                      </p:to>
                                    </p:set>
                                    <p:anim calcmode="lin" valueType="num">
                                      <p:cBhvr additive="base">
                                        <p:cTn id="60" dur="500" fill="hold"/>
                                        <p:tgtEl>
                                          <p:spTgt spid="24"/>
                                        </p:tgtEl>
                                        <p:attrNameLst>
                                          <p:attrName>ppt_x</p:attrName>
                                        </p:attrNameLst>
                                      </p:cBhvr>
                                      <p:tavLst>
                                        <p:tav tm="0">
                                          <p:val>
                                            <p:strVal val="#ppt_x"/>
                                          </p:val>
                                        </p:tav>
                                        <p:tav tm="100000">
                                          <p:val>
                                            <p:strVal val="#ppt_x"/>
                                          </p:val>
                                        </p:tav>
                                      </p:tavLst>
                                    </p:anim>
                                    <p:anim calcmode="lin" valueType="num">
                                      <p:cBhvr additive="base">
                                        <p:cTn id="61" dur="500" fill="hold"/>
                                        <p:tgtEl>
                                          <p:spTgt spid="24"/>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250"/>
                                  </p:stCondLst>
                                  <p:childTnLst>
                                    <p:set>
                                      <p:cBhvr>
                                        <p:cTn id="63" dur="1" fill="hold">
                                          <p:stCondLst>
                                            <p:cond delay="0"/>
                                          </p:stCondLst>
                                        </p:cTn>
                                        <p:tgtEl>
                                          <p:spTgt spid="25"/>
                                        </p:tgtEl>
                                        <p:attrNameLst>
                                          <p:attrName>style.visibility</p:attrName>
                                        </p:attrNameLst>
                                      </p:cBhvr>
                                      <p:to>
                                        <p:strVal val="visible"/>
                                      </p:to>
                                    </p:set>
                                    <p:anim calcmode="lin" valueType="num">
                                      <p:cBhvr additive="base">
                                        <p:cTn id="64" dur="500" fill="hold"/>
                                        <p:tgtEl>
                                          <p:spTgt spid="25"/>
                                        </p:tgtEl>
                                        <p:attrNameLst>
                                          <p:attrName>ppt_x</p:attrName>
                                        </p:attrNameLst>
                                      </p:cBhvr>
                                      <p:tavLst>
                                        <p:tav tm="0">
                                          <p:val>
                                            <p:strVal val="#ppt_x"/>
                                          </p:val>
                                        </p:tav>
                                        <p:tav tm="100000">
                                          <p:val>
                                            <p:strVal val="#ppt_x"/>
                                          </p:val>
                                        </p:tav>
                                      </p:tavLst>
                                    </p:anim>
                                    <p:anim calcmode="lin" valueType="num">
                                      <p:cBhvr additive="base">
                                        <p:cTn id="65" dur="500" fill="hold"/>
                                        <p:tgtEl>
                                          <p:spTgt spid="25"/>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250"/>
                                  </p:stCondLst>
                                  <p:childTnLst>
                                    <p:set>
                                      <p:cBhvr>
                                        <p:cTn id="67" dur="1" fill="hold">
                                          <p:stCondLst>
                                            <p:cond delay="0"/>
                                          </p:stCondLst>
                                        </p:cTn>
                                        <p:tgtEl>
                                          <p:spTgt spid="26"/>
                                        </p:tgtEl>
                                        <p:attrNameLst>
                                          <p:attrName>style.visibility</p:attrName>
                                        </p:attrNameLst>
                                      </p:cBhvr>
                                      <p:to>
                                        <p:strVal val="visible"/>
                                      </p:to>
                                    </p:set>
                                    <p:anim calcmode="lin" valueType="num">
                                      <p:cBhvr additive="base">
                                        <p:cTn id="68" dur="500" fill="hold"/>
                                        <p:tgtEl>
                                          <p:spTgt spid="26"/>
                                        </p:tgtEl>
                                        <p:attrNameLst>
                                          <p:attrName>ppt_x</p:attrName>
                                        </p:attrNameLst>
                                      </p:cBhvr>
                                      <p:tavLst>
                                        <p:tav tm="0">
                                          <p:val>
                                            <p:strVal val="#ppt_x"/>
                                          </p:val>
                                        </p:tav>
                                        <p:tav tm="100000">
                                          <p:val>
                                            <p:strVal val="#ppt_x"/>
                                          </p:val>
                                        </p:tav>
                                      </p:tavLst>
                                    </p:anim>
                                    <p:anim calcmode="lin" valueType="num">
                                      <p:cBhvr additive="base">
                                        <p:cTn id="69" dur="500" fill="hold"/>
                                        <p:tgtEl>
                                          <p:spTgt spid="26"/>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250"/>
                                  </p:stCondLst>
                                  <p:childTnLst>
                                    <p:set>
                                      <p:cBhvr>
                                        <p:cTn id="71" dur="1" fill="hold">
                                          <p:stCondLst>
                                            <p:cond delay="0"/>
                                          </p:stCondLst>
                                        </p:cTn>
                                        <p:tgtEl>
                                          <p:spTgt spid="27"/>
                                        </p:tgtEl>
                                        <p:attrNameLst>
                                          <p:attrName>style.visibility</p:attrName>
                                        </p:attrNameLst>
                                      </p:cBhvr>
                                      <p:to>
                                        <p:strVal val="visible"/>
                                      </p:to>
                                    </p:set>
                                    <p:anim calcmode="lin" valueType="num">
                                      <p:cBhvr additive="base">
                                        <p:cTn id="72" dur="500" fill="hold"/>
                                        <p:tgtEl>
                                          <p:spTgt spid="27"/>
                                        </p:tgtEl>
                                        <p:attrNameLst>
                                          <p:attrName>ppt_x</p:attrName>
                                        </p:attrNameLst>
                                      </p:cBhvr>
                                      <p:tavLst>
                                        <p:tav tm="0">
                                          <p:val>
                                            <p:strVal val="#ppt_x"/>
                                          </p:val>
                                        </p:tav>
                                        <p:tav tm="100000">
                                          <p:val>
                                            <p:strVal val="#ppt_x"/>
                                          </p:val>
                                        </p:tav>
                                      </p:tavLst>
                                    </p:anim>
                                    <p:anim calcmode="lin" valueType="num">
                                      <p:cBhvr additive="base">
                                        <p:cTn id="73" dur="500" fill="hold"/>
                                        <p:tgtEl>
                                          <p:spTgt spid="27"/>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 calcmode="lin" valueType="num">
                                      <p:cBhvr additive="base">
                                        <p:cTn id="76" dur="500" fill="hold"/>
                                        <p:tgtEl>
                                          <p:spTgt spid="28"/>
                                        </p:tgtEl>
                                        <p:attrNameLst>
                                          <p:attrName>ppt_x</p:attrName>
                                        </p:attrNameLst>
                                      </p:cBhvr>
                                      <p:tavLst>
                                        <p:tav tm="0">
                                          <p:val>
                                            <p:strVal val="#ppt_x"/>
                                          </p:val>
                                        </p:tav>
                                        <p:tav tm="100000">
                                          <p:val>
                                            <p:strVal val="#ppt_x"/>
                                          </p:val>
                                        </p:tav>
                                      </p:tavLst>
                                    </p:anim>
                                    <p:anim calcmode="lin" valueType="num">
                                      <p:cBhvr additive="base">
                                        <p:cTn id="77" dur="500" fill="hold"/>
                                        <p:tgtEl>
                                          <p:spTgt spid="28"/>
                                        </p:tgtEl>
                                        <p:attrNameLst>
                                          <p:attrName>ppt_y</p:attrName>
                                        </p:attrNameLst>
                                      </p:cBhvr>
                                      <p:tavLst>
                                        <p:tav tm="0">
                                          <p:val>
                                            <p:strVal val="1+#ppt_h/2"/>
                                          </p:val>
                                        </p:tav>
                                        <p:tav tm="100000">
                                          <p:val>
                                            <p:strVal val="#ppt_y"/>
                                          </p:val>
                                        </p:tav>
                                      </p:tavLst>
                                    </p:anim>
                                  </p:childTnLst>
                                </p:cTn>
                              </p:par>
                              <p:par>
                                <p:cTn id="78" presetID="2" presetClass="entr" presetSubtype="4" fill="hold" nodeType="withEffect">
                                  <p:stCondLst>
                                    <p:cond delay="250"/>
                                  </p:stCondLst>
                                  <p:childTnLst>
                                    <p:set>
                                      <p:cBhvr>
                                        <p:cTn id="79" dur="1" fill="hold">
                                          <p:stCondLst>
                                            <p:cond delay="0"/>
                                          </p:stCondLst>
                                        </p:cTn>
                                        <p:tgtEl>
                                          <p:spTgt spid="29"/>
                                        </p:tgtEl>
                                        <p:attrNameLst>
                                          <p:attrName>style.visibility</p:attrName>
                                        </p:attrNameLst>
                                      </p:cBhvr>
                                      <p:to>
                                        <p:strVal val="visible"/>
                                      </p:to>
                                    </p:set>
                                    <p:anim calcmode="lin" valueType="num">
                                      <p:cBhvr additive="base">
                                        <p:cTn id="80" dur="500" fill="hold"/>
                                        <p:tgtEl>
                                          <p:spTgt spid="29"/>
                                        </p:tgtEl>
                                        <p:attrNameLst>
                                          <p:attrName>ppt_x</p:attrName>
                                        </p:attrNameLst>
                                      </p:cBhvr>
                                      <p:tavLst>
                                        <p:tav tm="0">
                                          <p:val>
                                            <p:strVal val="#ppt_x"/>
                                          </p:val>
                                        </p:tav>
                                        <p:tav tm="100000">
                                          <p:val>
                                            <p:strVal val="#ppt_x"/>
                                          </p:val>
                                        </p:tav>
                                      </p:tavLst>
                                    </p:anim>
                                    <p:anim calcmode="lin" valueType="num">
                                      <p:cBhvr additive="base">
                                        <p:cTn id="81"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animBg="1"/>
      <p:bldP spid="15" grpId="0" animBg="1"/>
      <p:bldP spid="17" grpId="0" animBg="1"/>
      <p:bldP spid="18" grpId="0"/>
      <p:bldP spid="20" grpId="0" animBg="1"/>
      <p:bldP spid="21" grpId="0" animBg="1"/>
      <p:bldP spid="22" grpId="0"/>
      <p:bldP spid="23" grpId="0"/>
      <p:bldP spid="24" grpId="0" animBg="1"/>
      <p:bldP spid="25" grpId="0" animBg="1"/>
      <p:bldP spid="26" grpId="0"/>
      <p:bldP spid="27" grpId="0"/>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ïSļiḓé"/>
          <p:cNvSpPr txBox="1"/>
          <p:nvPr/>
        </p:nvSpPr>
        <p:spPr>
          <a:xfrm>
            <a:off x="3826840" y="2092550"/>
            <a:ext cx="4527806" cy="646331"/>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gn="ctr">
              <a:buSzPct val="25000"/>
            </a:pPr>
            <a:r>
              <a:rPr lang="zh-CN" altLang="en-US" sz="3600" dirty="0">
                <a:solidFill>
                  <a:schemeClr val="accent1"/>
                </a:solidFill>
                <a:effectLst/>
                <a:latin typeface="微软雅黑" panose="020B0503020204020204" pitchFamily="34" charset="-122"/>
                <a:ea typeface="微软雅黑" panose="020B0503020204020204" pitchFamily="34" charset="-122"/>
              </a:rPr>
              <a:t>第三部分</a:t>
            </a:r>
          </a:p>
        </p:txBody>
      </p:sp>
      <p:sp>
        <p:nvSpPr>
          <p:cNvPr id="51" name="í$ľiďé"/>
          <p:cNvSpPr txBox="1"/>
          <p:nvPr/>
        </p:nvSpPr>
        <p:spPr>
          <a:xfrm>
            <a:off x="3621650" y="4330037"/>
            <a:ext cx="4938187" cy="491994"/>
          </a:xfrm>
          <a:prstGeom prst="rect">
            <a:avLst/>
          </a:prstGeom>
          <a:noFill/>
        </p:spPr>
        <p:txBody>
          <a:bodyPr wrap="square" rtlCol="0">
            <a:spAutoFit/>
          </a:bodyPr>
          <a:lstStyle>
            <a:defPPr>
              <a:defRPr lang="zh-CN"/>
            </a:defPPr>
            <a:lvl1pPr>
              <a:lnSpc>
                <a:spcPts val="1500"/>
              </a:lnSpc>
              <a:defRPr sz="900"/>
            </a:lvl1pPr>
          </a:lstStyle>
          <a:p>
            <a:pPr algn="ctr">
              <a:lnSpc>
                <a:spcPct val="13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Adjust the spacing to adapt to Chinese typesetting, use the reference line in PPT. Adjust the spacing to adapt to Chinese typesetting. </a:t>
            </a:r>
          </a:p>
        </p:txBody>
      </p:sp>
      <p:sp>
        <p:nvSpPr>
          <p:cNvPr id="17" name="ïSļiḓé"/>
          <p:cNvSpPr txBox="1"/>
          <p:nvPr/>
        </p:nvSpPr>
        <p:spPr>
          <a:xfrm>
            <a:off x="3621650" y="2719582"/>
            <a:ext cx="4938187" cy="1015663"/>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gn="ctr">
              <a:buSzPct val="25000"/>
            </a:pPr>
            <a:r>
              <a:rPr lang="zh-CN" altLang="en-US" sz="6000" dirty="0">
                <a:solidFill>
                  <a:schemeClr val="tx1"/>
                </a:solidFill>
                <a:effectLst/>
                <a:latin typeface="思源宋体 CN Heavy" panose="02020900000000000000" pitchFamily="18" charset="-122"/>
                <a:ea typeface="思源宋体 CN Heavy" panose="02020900000000000000" pitchFamily="18" charset="-122"/>
              </a:rPr>
              <a:t>论文成果运用</a:t>
            </a:r>
          </a:p>
        </p:txBody>
      </p:sp>
      <p:grpSp>
        <p:nvGrpSpPr>
          <p:cNvPr id="35" name="组合 34"/>
          <p:cNvGrpSpPr/>
          <p:nvPr/>
        </p:nvGrpSpPr>
        <p:grpSpPr>
          <a:xfrm>
            <a:off x="677558" y="5768065"/>
            <a:ext cx="1178224" cy="307831"/>
            <a:chOff x="665566" y="4782240"/>
            <a:chExt cx="3247783" cy="848538"/>
          </a:xfrm>
        </p:grpSpPr>
        <p:grpSp>
          <p:nvGrpSpPr>
            <p:cNvPr id="36" name="组合 35"/>
            <p:cNvGrpSpPr/>
            <p:nvPr/>
          </p:nvGrpSpPr>
          <p:grpSpPr>
            <a:xfrm>
              <a:off x="665566" y="4782240"/>
              <a:ext cx="848538" cy="848538"/>
              <a:chOff x="809944" y="4637862"/>
              <a:chExt cx="848538" cy="848538"/>
            </a:xfrm>
          </p:grpSpPr>
          <p:grpSp>
            <p:nvGrpSpPr>
              <p:cNvPr id="43" name="Group 20"/>
              <p:cNvGrpSpPr>
                <a:grpSpLocks noChangeAspect="1"/>
              </p:cNvGrpSpPr>
              <p:nvPr/>
            </p:nvGrpSpPr>
            <p:grpSpPr>
              <a:xfrm>
                <a:off x="1090315" y="4865848"/>
                <a:ext cx="287796" cy="392567"/>
                <a:chOff x="2597" y="4163"/>
                <a:chExt cx="217" cy="296"/>
              </a:xfrm>
              <a:solidFill>
                <a:schemeClr val="accent1"/>
              </a:solidFill>
            </p:grpSpPr>
            <p:sp>
              <p:nvSpPr>
                <p:cNvPr id="45" name="Freeform 22"/>
                <p:cNvSpPr>
                  <a:spLocks noEditPoints="1"/>
                </p:cNvSpPr>
                <p:nvPr/>
              </p:nvSpPr>
              <p:spPr bwMode="auto">
                <a:xfrm>
                  <a:off x="2630" y="4163"/>
                  <a:ext cx="151" cy="176"/>
                </a:xfrm>
                <a:custGeom>
                  <a:avLst/>
                  <a:gdLst>
                    <a:gd name="T0" fmla="*/ 410 w 1662"/>
                    <a:gd name="T1" fmla="*/ 645 h 1942"/>
                    <a:gd name="T2" fmla="*/ 309 w 1662"/>
                    <a:gd name="T3" fmla="*/ 847 h 1942"/>
                    <a:gd name="T4" fmla="*/ 255 w 1662"/>
                    <a:gd name="T5" fmla="*/ 1023 h 1942"/>
                    <a:gd name="T6" fmla="*/ 263 w 1662"/>
                    <a:gd name="T7" fmla="*/ 1206 h 1942"/>
                    <a:gd name="T8" fmla="*/ 347 w 1662"/>
                    <a:gd name="T9" fmla="*/ 1429 h 1942"/>
                    <a:gd name="T10" fmla="*/ 476 w 1662"/>
                    <a:gd name="T11" fmla="*/ 1620 h 1942"/>
                    <a:gd name="T12" fmla="*/ 638 w 1662"/>
                    <a:gd name="T13" fmla="*/ 1753 h 1942"/>
                    <a:gd name="T14" fmla="*/ 825 w 1662"/>
                    <a:gd name="T15" fmla="*/ 1803 h 1942"/>
                    <a:gd name="T16" fmla="*/ 1013 w 1662"/>
                    <a:gd name="T17" fmla="*/ 1753 h 1942"/>
                    <a:gd name="T18" fmla="*/ 1176 w 1662"/>
                    <a:gd name="T19" fmla="*/ 1619 h 1942"/>
                    <a:gd name="T20" fmla="*/ 1305 w 1662"/>
                    <a:gd name="T21" fmla="*/ 1428 h 1942"/>
                    <a:gd name="T22" fmla="*/ 1388 w 1662"/>
                    <a:gd name="T23" fmla="*/ 1205 h 1942"/>
                    <a:gd name="T24" fmla="*/ 1418 w 1662"/>
                    <a:gd name="T25" fmla="*/ 974 h 1942"/>
                    <a:gd name="T26" fmla="*/ 1266 w 1662"/>
                    <a:gd name="T27" fmla="*/ 836 h 1942"/>
                    <a:gd name="T28" fmla="*/ 1012 w 1662"/>
                    <a:gd name="T29" fmla="*/ 794 h 1942"/>
                    <a:gd name="T30" fmla="*/ 806 w 1662"/>
                    <a:gd name="T31" fmla="*/ 713 h 1942"/>
                    <a:gd name="T32" fmla="*/ 646 w 1662"/>
                    <a:gd name="T33" fmla="*/ 610 h 1942"/>
                    <a:gd name="T34" fmla="*/ 526 w 1662"/>
                    <a:gd name="T35" fmla="*/ 499 h 1942"/>
                    <a:gd name="T36" fmla="*/ 944 w 1662"/>
                    <a:gd name="T37" fmla="*/ 23 h 1942"/>
                    <a:gd name="T38" fmla="*/ 1152 w 1662"/>
                    <a:gd name="T39" fmla="*/ 118 h 1942"/>
                    <a:gd name="T40" fmla="*/ 1271 w 1662"/>
                    <a:gd name="T41" fmla="*/ 205 h 1942"/>
                    <a:gd name="T42" fmla="*/ 1388 w 1662"/>
                    <a:gd name="T43" fmla="*/ 323 h 1942"/>
                    <a:gd name="T44" fmla="*/ 1455 w 1662"/>
                    <a:gd name="T45" fmla="*/ 429 h 1942"/>
                    <a:gd name="T46" fmla="*/ 1524 w 1662"/>
                    <a:gd name="T47" fmla="*/ 626 h 1942"/>
                    <a:gd name="T48" fmla="*/ 1555 w 1662"/>
                    <a:gd name="T49" fmla="*/ 892 h 1942"/>
                    <a:gd name="T50" fmla="*/ 1619 w 1662"/>
                    <a:gd name="T51" fmla="*/ 939 h 1942"/>
                    <a:gd name="T52" fmla="*/ 1657 w 1662"/>
                    <a:gd name="T53" fmla="*/ 1032 h 1942"/>
                    <a:gd name="T54" fmla="*/ 1655 w 1662"/>
                    <a:gd name="T55" fmla="*/ 1183 h 1942"/>
                    <a:gd name="T56" fmla="*/ 1611 w 1662"/>
                    <a:gd name="T57" fmla="*/ 1304 h 1942"/>
                    <a:gd name="T58" fmla="*/ 1537 w 1662"/>
                    <a:gd name="T59" fmla="*/ 1372 h 1942"/>
                    <a:gd name="T60" fmla="*/ 1445 w 1662"/>
                    <a:gd name="T61" fmla="*/ 1454 h 1942"/>
                    <a:gd name="T62" fmla="*/ 1313 w 1662"/>
                    <a:gd name="T63" fmla="*/ 1670 h 1942"/>
                    <a:gd name="T64" fmla="*/ 1141 w 1662"/>
                    <a:gd name="T65" fmla="*/ 1836 h 1942"/>
                    <a:gd name="T66" fmla="*/ 937 w 1662"/>
                    <a:gd name="T67" fmla="*/ 1930 h 1942"/>
                    <a:gd name="T68" fmla="*/ 714 w 1662"/>
                    <a:gd name="T69" fmla="*/ 1930 h 1942"/>
                    <a:gd name="T70" fmla="*/ 510 w 1662"/>
                    <a:gd name="T71" fmla="*/ 1836 h 1942"/>
                    <a:gd name="T72" fmla="*/ 337 w 1662"/>
                    <a:gd name="T73" fmla="*/ 1669 h 1942"/>
                    <a:gd name="T74" fmla="*/ 205 w 1662"/>
                    <a:gd name="T75" fmla="*/ 1452 h 1942"/>
                    <a:gd name="T76" fmla="*/ 111 w 1662"/>
                    <a:gd name="T77" fmla="*/ 1364 h 1942"/>
                    <a:gd name="T78" fmla="*/ 39 w 1662"/>
                    <a:gd name="T79" fmla="*/ 1284 h 1942"/>
                    <a:gd name="T80" fmla="*/ 2 w 1662"/>
                    <a:gd name="T81" fmla="*/ 1143 h 1942"/>
                    <a:gd name="T82" fmla="*/ 9 w 1662"/>
                    <a:gd name="T83" fmla="*/ 1009 h 1942"/>
                    <a:gd name="T84" fmla="*/ 50 w 1662"/>
                    <a:gd name="T85" fmla="*/ 930 h 1942"/>
                    <a:gd name="T86" fmla="*/ 98 w 1662"/>
                    <a:gd name="T87" fmla="*/ 851 h 1942"/>
                    <a:gd name="T88" fmla="*/ 85 w 1662"/>
                    <a:gd name="T89" fmla="*/ 643 h 1942"/>
                    <a:gd name="T90" fmla="*/ 120 w 1662"/>
                    <a:gd name="T91" fmla="*/ 487 h 1942"/>
                    <a:gd name="T92" fmla="*/ 183 w 1662"/>
                    <a:gd name="T93" fmla="*/ 377 h 1942"/>
                    <a:gd name="T94" fmla="*/ 257 w 1662"/>
                    <a:gd name="T95" fmla="*/ 305 h 1942"/>
                    <a:gd name="T96" fmla="*/ 319 w 1662"/>
                    <a:gd name="T97" fmla="*/ 266 h 1942"/>
                    <a:gd name="T98" fmla="*/ 352 w 1662"/>
                    <a:gd name="T99" fmla="*/ 246 h 1942"/>
                    <a:gd name="T100" fmla="*/ 390 w 1662"/>
                    <a:gd name="T101" fmla="*/ 196 h 1942"/>
                    <a:gd name="T102" fmla="*/ 459 w 1662"/>
                    <a:gd name="T103" fmla="*/ 127 h 1942"/>
                    <a:gd name="T104" fmla="*/ 559 w 1662"/>
                    <a:gd name="T105" fmla="*/ 57 h 1942"/>
                    <a:gd name="T106" fmla="*/ 690 w 1662"/>
                    <a:gd name="T107" fmla="*/ 10 h 19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62" h="1942">
                      <a:moveTo>
                        <a:pt x="526" y="499"/>
                      </a:moveTo>
                      <a:lnTo>
                        <a:pt x="484" y="546"/>
                      </a:lnTo>
                      <a:lnTo>
                        <a:pt x="445" y="595"/>
                      </a:lnTo>
                      <a:lnTo>
                        <a:pt x="410" y="645"/>
                      </a:lnTo>
                      <a:lnTo>
                        <a:pt x="379" y="696"/>
                      </a:lnTo>
                      <a:lnTo>
                        <a:pt x="352" y="747"/>
                      </a:lnTo>
                      <a:lnTo>
                        <a:pt x="329" y="797"/>
                      </a:lnTo>
                      <a:lnTo>
                        <a:pt x="309" y="847"/>
                      </a:lnTo>
                      <a:lnTo>
                        <a:pt x="291" y="895"/>
                      </a:lnTo>
                      <a:lnTo>
                        <a:pt x="277" y="941"/>
                      </a:lnTo>
                      <a:lnTo>
                        <a:pt x="264" y="984"/>
                      </a:lnTo>
                      <a:lnTo>
                        <a:pt x="255" y="1023"/>
                      </a:lnTo>
                      <a:lnTo>
                        <a:pt x="247" y="1059"/>
                      </a:lnTo>
                      <a:lnTo>
                        <a:pt x="241" y="1091"/>
                      </a:lnTo>
                      <a:lnTo>
                        <a:pt x="250" y="1148"/>
                      </a:lnTo>
                      <a:lnTo>
                        <a:pt x="263" y="1206"/>
                      </a:lnTo>
                      <a:lnTo>
                        <a:pt x="280" y="1263"/>
                      </a:lnTo>
                      <a:lnTo>
                        <a:pt x="299" y="1320"/>
                      </a:lnTo>
                      <a:lnTo>
                        <a:pt x="322" y="1375"/>
                      </a:lnTo>
                      <a:lnTo>
                        <a:pt x="347" y="1429"/>
                      </a:lnTo>
                      <a:lnTo>
                        <a:pt x="375" y="1480"/>
                      </a:lnTo>
                      <a:lnTo>
                        <a:pt x="406" y="1530"/>
                      </a:lnTo>
                      <a:lnTo>
                        <a:pt x="440" y="1576"/>
                      </a:lnTo>
                      <a:lnTo>
                        <a:pt x="476" y="1620"/>
                      </a:lnTo>
                      <a:lnTo>
                        <a:pt x="513" y="1659"/>
                      </a:lnTo>
                      <a:lnTo>
                        <a:pt x="553" y="1695"/>
                      </a:lnTo>
                      <a:lnTo>
                        <a:pt x="594" y="1726"/>
                      </a:lnTo>
                      <a:lnTo>
                        <a:pt x="638" y="1753"/>
                      </a:lnTo>
                      <a:lnTo>
                        <a:pt x="683" y="1774"/>
                      </a:lnTo>
                      <a:lnTo>
                        <a:pt x="729" y="1789"/>
                      </a:lnTo>
                      <a:lnTo>
                        <a:pt x="777" y="1800"/>
                      </a:lnTo>
                      <a:lnTo>
                        <a:pt x="825" y="1803"/>
                      </a:lnTo>
                      <a:lnTo>
                        <a:pt x="875" y="1800"/>
                      </a:lnTo>
                      <a:lnTo>
                        <a:pt x="922" y="1789"/>
                      </a:lnTo>
                      <a:lnTo>
                        <a:pt x="968" y="1774"/>
                      </a:lnTo>
                      <a:lnTo>
                        <a:pt x="1013" y="1753"/>
                      </a:lnTo>
                      <a:lnTo>
                        <a:pt x="1056" y="1726"/>
                      </a:lnTo>
                      <a:lnTo>
                        <a:pt x="1099" y="1695"/>
                      </a:lnTo>
                      <a:lnTo>
                        <a:pt x="1139" y="1659"/>
                      </a:lnTo>
                      <a:lnTo>
                        <a:pt x="1176" y="1619"/>
                      </a:lnTo>
                      <a:lnTo>
                        <a:pt x="1212" y="1576"/>
                      </a:lnTo>
                      <a:lnTo>
                        <a:pt x="1245" y="1529"/>
                      </a:lnTo>
                      <a:lnTo>
                        <a:pt x="1276" y="1480"/>
                      </a:lnTo>
                      <a:lnTo>
                        <a:pt x="1305" y="1428"/>
                      </a:lnTo>
                      <a:lnTo>
                        <a:pt x="1330" y="1374"/>
                      </a:lnTo>
                      <a:lnTo>
                        <a:pt x="1353" y="1319"/>
                      </a:lnTo>
                      <a:lnTo>
                        <a:pt x="1372" y="1262"/>
                      </a:lnTo>
                      <a:lnTo>
                        <a:pt x="1388" y="1205"/>
                      </a:lnTo>
                      <a:lnTo>
                        <a:pt x="1401" y="1147"/>
                      </a:lnTo>
                      <a:lnTo>
                        <a:pt x="1411" y="1089"/>
                      </a:lnTo>
                      <a:lnTo>
                        <a:pt x="1416" y="1032"/>
                      </a:lnTo>
                      <a:lnTo>
                        <a:pt x="1418" y="974"/>
                      </a:lnTo>
                      <a:lnTo>
                        <a:pt x="1417" y="904"/>
                      </a:lnTo>
                      <a:lnTo>
                        <a:pt x="1414" y="838"/>
                      </a:lnTo>
                      <a:lnTo>
                        <a:pt x="1339" y="839"/>
                      </a:lnTo>
                      <a:lnTo>
                        <a:pt x="1266" y="836"/>
                      </a:lnTo>
                      <a:lnTo>
                        <a:pt x="1198" y="830"/>
                      </a:lnTo>
                      <a:lnTo>
                        <a:pt x="1133" y="820"/>
                      </a:lnTo>
                      <a:lnTo>
                        <a:pt x="1070" y="808"/>
                      </a:lnTo>
                      <a:lnTo>
                        <a:pt x="1012" y="794"/>
                      </a:lnTo>
                      <a:lnTo>
                        <a:pt x="956" y="777"/>
                      </a:lnTo>
                      <a:lnTo>
                        <a:pt x="903" y="757"/>
                      </a:lnTo>
                      <a:lnTo>
                        <a:pt x="853" y="737"/>
                      </a:lnTo>
                      <a:lnTo>
                        <a:pt x="806" y="713"/>
                      </a:lnTo>
                      <a:lnTo>
                        <a:pt x="762" y="690"/>
                      </a:lnTo>
                      <a:lnTo>
                        <a:pt x="721" y="664"/>
                      </a:lnTo>
                      <a:lnTo>
                        <a:pt x="682" y="638"/>
                      </a:lnTo>
                      <a:lnTo>
                        <a:pt x="646" y="610"/>
                      </a:lnTo>
                      <a:lnTo>
                        <a:pt x="612" y="583"/>
                      </a:lnTo>
                      <a:lnTo>
                        <a:pt x="581" y="555"/>
                      </a:lnTo>
                      <a:lnTo>
                        <a:pt x="552" y="527"/>
                      </a:lnTo>
                      <a:lnTo>
                        <a:pt x="526" y="499"/>
                      </a:lnTo>
                      <a:close/>
                      <a:moveTo>
                        <a:pt x="808" y="0"/>
                      </a:moveTo>
                      <a:lnTo>
                        <a:pt x="851" y="3"/>
                      </a:lnTo>
                      <a:lnTo>
                        <a:pt x="897" y="11"/>
                      </a:lnTo>
                      <a:lnTo>
                        <a:pt x="944" y="23"/>
                      </a:lnTo>
                      <a:lnTo>
                        <a:pt x="993" y="39"/>
                      </a:lnTo>
                      <a:lnTo>
                        <a:pt x="1044" y="60"/>
                      </a:lnTo>
                      <a:lnTo>
                        <a:pt x="1097" y="86"/>
                      </a:lnTo>
                      <a:lnTo>
                        <a:pt x="1152" y="118"/>
                      </a:lnTo>
                      <a:lnTo>
                        <a:pt x="1179" y="135"/>
                      </a:lnTo>
                      <a:lnTo>
                        <a:pt x="1208" y="155"/>
                      </a:lnTo>
                      <a:lnTo>
                        <a:pt x="1239" y="179"/>
                      </a:lnTo>
                      <a:lnTo>
                        <a:pt x="1271" y="205"/>
                      </a:lnTo>
                      <a:lnTo>
                        <a:pt x="1304" y="233"/>
                      </a:lnTo>
                      <a:lnTo>
                        <a:pt x="1334" y="261"/>
                      </a:lnTo>
                      <a:lnTo>
                        <a:pt x="1363" y="292"/>
                      </a:lnTo>
                      <a:lnTo>
                        <a:pt x="1388" y="323"/>
                      </a:lnTo>
                      <a:lnTo>
                        <a:pt x="1409" y="353"/>
                      </a:lnTo>
                      <a:lnTo>
                        <a:pt x="1409" y="353"/>
                      </a:lnTo>
                      <a:lnTo>
                        <a:pt x="1433" y="389"/>
                      </a:lnTo>
                      <a:lnTo>
                        <a:pt x="1455" y="429"/>
                      </a:lnTo>
                      <a:lnTo>
                        <a:pt x="1475" y="472"/>
                      </a:lnTo>
                      <a:lnTo>
                        <a:pt x="1493" y="519"/>
                      </a:lnTo>
                      <a:lnTo>
                        <a:pt x="1509" y="570"/>
                      </a:lnTo>
                      <a:lnTo>
                        <a:pt x="1524" y="626"/>
                      </a:lnTo>
                      <a:lnTo>
                        <a:pt x="1535" y="685"/>
                      </a:lnTo>
                      <a:lnTo>
                        <a:pt x="1545" y="749"/>
                      </a:lnTo>
                      <a:lnTo>
                        <a:pt x="1551" y="817"/>
                      </a:lnTo>
                      <a:lnTo>
                        <a:pt x="1555" y="892"/>
                      </a:lnTo>
                      <a:lnTo>
                        <a:pt x="1573" y="900"/>
                      </a:lnTo>
                      <a:lnTo>
                        <a:pt x="1590" y="910"/>
                      </a:lnTo>
                      <a:lnTo>
                        <a:pt x="1605" y="922"/>
                      </a:lnTo>
                      <a:lnTo>
                        <a:pt x="1619" y="939"/>
                      </a:lnTo>
                      <a:lnTo>
                        <a:pt x="1632" y="957"/>
                      </a:lnTo>
                      <a:lnTo>
                        <a:pt x="1642" y="979"/>
                      </a:lnTo>
                      <a:lnTo>
                        <a:pt x="1651" y="1003"/>
                      </a:lnTo>
                      <a:lnTo>
                        <a:pt x="1657" y="1032"/>
                      </a:lnTo>
                      <a:lnTo>
                        <a:pt x="1661" y="1064"/>
                      </a:lnTo>
                      <a:lnTo>
                        <a:pt x="1662" y="1102"/>
                      </a:lnTo>
                      <a:lnTo>
                        <a:pt x="1660" y="1143"/>
                      </a:lnTo>
                      <a:lnTo>
                        <a:pt x="1655" y="1183"/>
                      </a:lnTo>
                      <a:lnTo>
                        <a:pt x="1648" y="1218"/>
                      </a:lnTo>
                      <a:lnTo>
                        <a:pt x="1638" y="1250"/>
                      </a:lnTo>
                      <a:lnTo>
                        <a:pt x="1625" y="1278"/>
                      </a:lnTo>
                      <a:lnTo>
                        <a:pt x="1611" y="1304"/>
                      </a:lnTo>
                      <a:lnTo>
                        <a:pt x="1595" y="1325"/>
                      </a:lnTo>
                      <a:lnTo>
                        <a:pt x="1577" y="1344"/>
                      </a:lnTo>
                      <a:lnTo>
                        <a:pt x="1558" y="1360"/>
                      </a:lnTo>
                      <a:lnTo>
                        <a:pt x="1537" y="1372"/>
                      </a:lnTo>
                      <a:lnTo>
                        <a:pt x="1515" y="1382"/>
                      </a:lnTo>
                      <a:lnTo>
                        <a:pt x="1493" y="1390"/>
                      </a:lnTo>
                      <a:lnTo>
                        <a:pt x="1471" y="1395"/>
                      </a:lnTo>
                      <a:lnTo>
                        <a:pt x="1445" y="1454"/>
                      </a:lnTo>
                      <a:lnTo>
                        <a:pt x="1416" y="1512"/>
                      </a:lnTo>
                      <a:lnTo>
                        <a:pt x="1385" y="1567"/>
                      </a:lnTo>
                      <a:lnTo>
                        <a:pt x="1350" y="1620"/>
                      </a:lnTo>
                      <a:lnTo>
                        <a:pt x="1313" y="1670"/>
                      </a:lnTo>
                      <a:lnTo>
                        <a:pt x="1273" y="1717"/>
                      </a:lnTo>
                      <a:lnTo>
                        <a:pt x="1231" y="1761"/>
                      </a:lnTo>
                      <a:lnTo>
                        <a:pt x="1187" y="1801"/>
                      </a:lnTo>
                      <a:lnTo>
                        <a:pt x="1141" y="1836"/>
                      </a:lnTo>
                      <a:lnTo>
                        <a:pt x="1092" y="1868"/>
                      </a:lnTo>
                      <a:lnTo>
                        <a:pt x="1042" y="1893"/>
                      </a:lnTo>
                      <a:lnTo>
                        <a:pt x="990" y="1915"/>
                      </a:lnTo>
                      <a:lnTo>
                        <a:pt x="937" y="1930"/>
                      </a:lnTo>
                      <a:lnTo>
                        <a:pt x="882" y="1939"/>
                      </a:lnTo>
                      <a:lnTo>
                        <a:pt x="825" y="1942"/>
                      </a:lnTo>
                      <a:lnTo>
                        <a:pt x="769" y="1939"/>
                      </a:lnTo>
                      <a:lnTo>
                        <a:pt x="714" y="1930"/>
                      </a:lnTo>
                      <a:lnTo>
                        <a:pt x="661" y="1915"/>
                      </a:lnTo>
                      <a:lnTo>
                        <a:pt x="608" y="1893"/>
                      </a:lnTo>
                      <a:lnTo>
                        <a:pt x="558" y="1867"/>
                      </a:lnTo>
                      <a:lnTo>
                        <a:pt x="510" y="1836"/>
                      </a:lnTo>
                      <a:lnTo>
                        <a:pt x="464" y="1800"/>
                      </a:lnTo>
                      <a:lnTo>
                        <a:pt x="419" y="1760"/>
                      </a:lnTo>
                      <a:lnTo>
                        <a:pt x="377" y="1716"/>
                      </a:lnTo>
                      <a:lnTo>
                        <a:pt x="337" y="1669"/>
                      </a:lnTo>
                      <a:lnTo>
                        <a:pt x="300" y="1618"/>
                      </a:lnTo>
                      <a:lnTo>
                        <a:pt x="266" y="1565"/>
                      </a:lnTo>
                      <a:lnTo>
                        <a:pt x="234" y="1510"/>
                      </a:lnTo>
                      <a:lnTo>
                        <a:pt x="205" y="1452"/>
                      </a:lnTo>
                      <a:lnTo>
                        <a:pt x="179" y="1392"/>
                      </a:lnTo>
                      <a:lnTo>
                        <a:pt x="156" y="1386"/>
                      </a:lnTo>
                      <a:lnTo>
                        <a:pt x="133" y="1376"/>
                      </a:lnTo>
                      <a:lnTo>
                        <a:pt x="111" y="1364"/>
                      </a:lnTo>
                      <a:lnTo>
                        <a:pt x="91" y="1349"/>
                      </a:lnTo>
                      <a:lnTo>
                        <a:pt x="72" y="1330"/>
                      </a:lnTo>
                      <a:lnTo>
                        <a:pt x="55" y="1309"/>
                      </a:lnTo>
                      <a:lnTo>
                        <a:pt x="39" y="1284"/>
                      </a:lnTo>
                      <a:lnTo>
                        <a:pt x="26" y="1254"/>
                      </a:lnTo>
                      <a:lnTo>
                        <a:pt x="15" y="1221"/>
                      </a:lnTo>
                      <a:lnTo>
                        <a:pt x="7" y="1184"/>
                      </a:lnTo>
                      <a:lnTo>
                        <a:pt x="2" y="1143"/>
                      </a:lnTo>
                      <a:lnTo>
                        <a:pt x="0" y="1104"/>
                      </a:lnTo>
                      <a:lnTo>
                        <a:pt x="1" y="1068"/>
                      </a:lnTo>
                      <a:lnTo>
                        <a:pt x="4" y="1038"/>
                      </a:lnTo>
                      <a:lnTo>
                        <a:pt x="9" y="1009"/>
                      </a:lnTo>
                      <a:lnTo>
                        <a:pt x="17" y="985"/>
                      </a:lnTo>
                      <a:lnTo>
                        <a:pt x="27" y="964"/>
                      </a:lnTo>
                      <a:lnTo>
                        <a:pt x="38" y="946"/>
                      </a:lnTo>
                      <a:lnTo>
                        <a:pt x="50" y="930"/>
                      </a:lnTo>
                      <a:lnTo>
                        <a:pt x="65" y="916"/>
                      </a:lnTo>
                      <a:lnTo>
                        <a:pt x="80" y="906"/>
                      </a:lnTo>
                      <a:lnTo>
                        <a:pt x="96" y="897"/>
                      </a:lnTo>
                      <a:lnTo>
                        <a:pt x="98" y="851"/>
                      </a:lnTo>
                      <a:lnTo>
                        <a:pt x="89" y="794"/>
                      </a:lnTo>
                      <a:lnTo>
                        <a:pt x="85" y="740"/>
                      </a:lnTo>
                      <a:lnTo>
                        <a:pt x="83" y="690"/>
                      </a:lnTo>
                      <a:lnTo>
                        <a:pt x="85" y="643"/>
                      </a:lnTo>
                      <a:lnTo>
                        <a:pt x="90" y="599"/>
                      </a:lnTo>
                      <a:lnTo>
                        <a:pt x="98" y="559"/>
                      </a:lnTo>
                      <a:lnTo>
                        <a:pt x="108" y="522"/>
                      </a:lnTo>
                      <a:lnTo>
                        <a:pt x="120" y="487"/>
                      </a:lnTo>
                      <a:lnTo>
                        <a:pt x="134" y="455"/>
                      </a:lnTo>
                      <a:lnTo>
                        <a:pt x="149" y="427"/>
                      </a:lnTo>
                      <a:lnTo>
                        <a:pt x="166" y="400"/>
                      </a:lnTo>
                      <a:lnTo>
                        <a:pt x="183" y="377"/>
                      </a:lnTo>
                      <a:lnTo>
                        <a:pt x="202" y="355"/>
                      </a:lnTo>
                      <a:lnTo>
                        <a:pt x="220" y="337"/>
                      </a:lnTo>
                      <a:lnTo>
                        <a:pt x="239" y="320"/>
                      </a:lnTo>
                      <a:lnTo>
                        <a:pt x="257" y="305"/>
                      </a:lnTo>
                      <a:lnTo>
                        <a:pt x="274" y="293"/>
                      </a:lnTo>
                      <a:lnTo>
                        <a:pt x="290" y="282"/>
                      </a:lnTo>
                      <a:lnTo>
                        <a:pt x="305" y="273"/>
                      </a:lnTo>
                      <a:lnTo>
                        <a:pt x="319" y="266"/>
                      </a:lnTo>
                      <a:lnTo>
                        <a:pt x="331" y="260"/>
                      </a:lnTo>
                      <a:lnTo>
                        <a:pt x="341" y="255"/>
                      </a:lnTo>
                      <a:lnTo>
                        <a:pt x="348" y="253"/>
                      </a:lnTo>
                      <a:lnTo>
                        <a:pt x="352" y="246"/>
                      </a:lnTo>
                      <a:lnTo>
                        <a:pt x="359" y="237"/>
                      </a:lnTo>
                      <a:lnTo>
                        <a:pt x="367" y="225"/>
                      </a:lnTo>
                      <a:lnTo>
                        <a:pt x="377" y="212"/>
                      </a:lnTo>
                      <a:lnTo>
                        <a:pt x="390" y="196"/>
                      </a:lnTo>
                      <a:lnTo>
                        <a:pt x="404" y="180"/>
                      </a:lnTo>
                      <a:lnTo>
                        <a:pt x="421" y="163"/>
                      </a:lnTo>
                      <a:lnTo>
                        <a:pt x="439" y="145"/>
                      </a:lnTo>
                      <a:lnTo>
                        <a:pt x="459" y="127"/>
                      </a:lnTo>
                      <a:lnTo>
                        <a:pt x="481" y="108"/>
                      </a:lnTo>
                      <a:lnTo>
                        <a:pt x="505" y="91"/>
                      </a:lnTo>
                      <a:lnTo>
                        <a:pt x="531" y="74"/>
                      </a:lnTo>
                      <a:lnTo>
                        <a:pt x="559" y="57"/>
                      </a:lnTo>
                      <a:lnTo>
                        <a:pt x="589" y="43"/>
                      </a:lnTo>
                      <a:lnTo>
                        <a:pt x="620" y="30"/>
                      </a:lnTo>
                      <a:lnTo>
                        <a:pt x="655" y="19"/>
                      </a:lnTo>
                      <a:lnTo>
                        <a:pt x="690" y="10"/>
                      </a:lnTo>
                      <a:lnTo>
                        <a:pt x="728" y="3"/>
                      </a:lnTo>
                      <a:lnTo>
                        <a:pt x="767" y="0"/>
                      </a:lnTo>
                      <a:lnTo>
                        <a:pt x="808"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8" name="Freeform 23"/>
                <p:cNvSpPr>
                  <a:spLocks noEditPoints="1"/>
                </p:cNvSpPr>
                <p:nvPr/>
              </p:nvSpPr>
              <p:spPr bwMode="auto">
                <a:xfrm>
                  <a:off x="2664" y="4250"/>
                  <a:ext cx="83" cy="27"/>
                </a:xfrm>
                <a:custGeom>
                  <a:avLst/>
                  <a:gdLst>
                    <a:gd name="T0" fmla="*/ 613 w 916"/>
                    <a:gd name="T1" fmla="*/ 78 h 300"/>
                    <a:gd name="T2" fmla="*/ 561 w 916"/>
                    <a:gd name="T3" fmla="*/ 109 h 300"/>
                    <a:gd name="T4" fmla="*/ 554 w 916"/>
                    <a:gd name="T5" fmla="*/ 165 h 300"/>
                    <a:gd name="T6" fmla="*/ 579 w 916"/>
                    <a:gd name="T7" fmla="*/ 210 h 300"/>
                    <a:gd name="T8" fmla="*/ 665 w 916"/>
                    <a:gd name="T9" fmla="*/ 229 h 300"/>
                    <a:gd name="T10" fmla="*/ 787 w 916"/>
                    <a:gd name="T11" fmla="*/ 223 h 300"/>
                    <a:gd name="T12" fmla="*/ 839 w 916"/>
                    <a:gd name="T13" fmla="*/ 191 h 300"/>
                    <a:gd name="T14" fmla="*/ 846 w 916"/>
                    <a:gd name="T15" fmla="*/ 135 h 300"/>
                    <a:gd name="T16" fmla="*/ 820 w 916"/>
                    <a:gd name="T17" fmla="*/ 90 h 300"/>
                    <a:gd name="T18" fmla="*/ 734 w 916"/>
                    <a:gd name="T19" fmla="*/ 72 h 300"/>
                    <a:gd name="T20" fmla="*/ 153 w 916"/>
                    <a:gd name="T21" fmla="*/ 74 h 300"/>
                    <a:gd name="T22" fmla="*/ 85 w 916"/>
                    <a:gd name="T23" fmla="*/ 99 h 300"/>
                    <a:gd name="T24" fmla="*/ 70 w 916"/>
                    <a:gd name="T25" fmla="*/ 150 h 300"/>
                    <a:gd name="T26" fmla="*/ 85 w 916"/>
                    <a:gd name="T27" fmla="*/ 201 h 300"/>
                    <a:gd name="T28" fmla="*/ 153 w 916"/>
                    <a:gd name="T29" fmla="*/ 227 h 300"/>
                    <a:gd name="T30" fmla="*/ 280 w 916"/>
                    <a:gd name="T31" fmla="*/ 227 h 300"/>
                    <a:gd name="T32" fmla="*/ 348 w 916"/>
                    <a:gd name="T33" fmla="*/ 201 h 300"/>
                    <a:gd name="T34" fmla="*/ 363 w 916"/>
                    <a:gd name="T35" fmla="*/ 150 h 300"/>
                    <a:gd name="T36" fmla="*/ 348 w 916"/>
                    <a:gd name="T37" fmla="*/ 99 h 300"/>
                    <a:gd name="T38" fmla="*/ 280 w 916"/>
                    <a:gd name="T39" fmla="*/ 74 h 300"/>
                    <a:gd name="T40" fmla="*/ 234 w 916"/>
                    <a:gd name="T41" fmla="*/ 0 h 300"/>
                    <a:gd name="T42" fmla="*/ 321 w 916"/>
                    <a:gd name="T43" fmla="*/ 9 h 300"/>
                    <a:gd name="T44" fmla="*/ 400 w 916"/>
                    <a:gd name="T45" fmla="*/ 53 h 300"/>
                    <a:gd name="T46" fmla="*/ 574 w 916"/>
                    <a:gd name="T47" fmla="*/ 17 h 300"/>
                    <a:gd name="T48" fmla="*/ 662 w 916"/>
                    <a:gd name="T49" fmla="*/ 1 h 300"/>
                    <a:gd name="T50" fmla="*/ 732 w 916"/>
                    <a:gd name="T51" fmla="*/ 0 h 300"/>
                    <a:gd name="T52" fmla="*/ 806 w 916"/>
                    <a:gd name="T53" fmla="*/ 10 h 300"/>
                    <a:gd name="T54" fmla="*/ 875 w 916"/>
                    <a:gd name="T55" fmla="*/ 45 h 300"/>
                    <a:gd name="T56" fmla="*/ 914 w 916"/>
                    <a:gd name="T57" fmla="*/ 123 h 300"/>
                    <a:gd name="T58" fmla="*/ 900 w 916"/>
                    <a:gd name="T59" fmla="*/ 223 h 300"/>
                    <a:gd name="T60" fmla="*/ 843 w 916"/>
                    <a:gd name="T61" fmla="*/ 277 h 300"/>
                    <a:gd name="T62" fmla="*/ 768 w 916"/>
                    <a:gd name="T63" fmla="*/ 297 h 300"/>
                    <a:gd name="T64" fmla="*/ 699 w 916"/>
                    <a:gd name="T65" fmla="*/ 300 h 300"/>
                    <a:gd name="T66" fmla="*/ 632 w 916"/>
                    <a:gd name="T67" fmla="*/ 297 h 300"/>
                    <a:gd name="T68" fmla="*/ 557 w 916"/>
                    <a:gd name="T69" fmla="*/ 277 h 300"/>
                    <a:gd name="T70" fmla="*/ 500 w 916"/>
                    <a:gd name="T71" fmla="*/ 224 h 300"/>
                    <a:gd name="T72" fmla="*/ 485 w 916"/>
                    <a:gd name="T73" fmla="*/ 137 h 300"/>
                    <a:gd name="T74" fmla="*/ 432 w 916"/>
                    <a:gd name="T75" fmla="*/ 150 h 300"/>
                    <a:gd name="T76" fmla="*/ 405 w 916"/>
                    <a:gd name="T77" fmla="*/ 241 h 300"/>
                    <a:gd name="T78" fmla="*/ 342 w 916"/>
                    <a:gd name="T79" fmla="*/ 284 h 300"/>
                    <a:gd name="T80" fmla="*/ 266 w 916"/>
                    <a:gd name="T81" fmla="*/ 298 h 300"/>
                    <a:gd name="T82" fmla="*/ 201 w 916"/>
                    <a:gd name="T83" fmla="*/ 299 h 300"/>
                    <a:gd name="T84" fmla="*/ 129 w 916"/>
                    <a:gd name="T85" fmla="*/ 294 h 300"/>
                    <a:gd name="T86" fmla="*/ 57 w 916"/>
                    <a:gd name="T87" fmla="*/ 267 h 300"/>
                    <a:gd name="T88" fmla="*/ 7 w 916"/>
                    <a:gd name="T89" fmla="*/ 202 h 300"/>
                    <a:gd name="T90" fmla="*/ 7 w 916"/>
                    <a:gd name="T91" fmla="*/ 98 h 300"/>
                    <a:gd name="T92" fmla="*/ 57 w 916"/>
                    <a:gd name="T93" fmla="*/ 33 h 300"/>
                    <a:gd name="T94" fmla="*/ 129 w 916"/>
                    <a:gd name="T95" fmla="*/ 6 h 300"/>
                    <a:gd name="T96" fmla="*/ 201 w 916"/>
                    <a:gd name="T97"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16" h="300">
                      <a:moveTo>
                        <a:pt x="699" y="71"/>
                      </a:moveTo>
                      <a:lnTo>
                        <a:pt x="665" y="72"/>
                      </a:lnTo>
                      <a:lnTo>
                        <a:pt x="636" y="74"/>
                      </a:lnTo>
                      <a:lnTo>
                        <a:pt x="613" y="78"/>
                      </a:lnTo>
                      <a:lnTo>
                        <a:pt x="594" y="83"/>
                      </a:lnTo>
                      <a:lnTo>
                        <a:pt x="579" y="90"/>
                      </a:lnTo>
                      <a:lnTo>
                        <a:pt x="569" y="99"/>
                      </a:lnTo>
                      <a:lnTo>
                        <a:pt x="561" y="109"/>
                      </a:lnTo>
                      <a:lnTo>
                        <a:pt x="556" y="122"/>
                      </a:lnTo>
                      <a:lnTo>
                        <a:pt x="554" y="135"/>
                      </a:lnTo>
                      <a:lnTo>
                        <a:pt x="553" y="150"/>
                      </a:lnTo>
                      <a:lnTo>
                        <a:pt x="554" y="165"/>
                      </a:lnTo>
                      <a:lnTo>
                        <a:pt x="556" y="179"/>
                      </a:lnTo>
                      <a:lnTo>
                        <a:pt x="561" y="191"/>
                      </a:lnTo>
                      <a:lnTo>
                        <a:pt x="569" y="201"/>
                      </a:lnTo>
                      <a:lnTo>
                        <a:pt x="579" y="210"/>
                      </a:lnTo>
                      <a:lnTo>
                        <a:pt x="594" y="216"/>
                      </a:lnTo>
                      <a:lnTo>
                        <a:pt x="613" y="223"/>
                      </a:lnTo>
                      <a:lnTo>
                        <a:pt x="636" y="227"/>
                      </a:lnTo>
                      <a:lnTo>
                        <a:pt x="665" y="229"/>
                      </a:lnTo>
                      <a:lnTo>
                        <a:pt x="699" y="230"/>
                      </a:lnTo>
                      <a:lnTo>
                        <a:pt x="734" y="229"/>
                      </a:lnTo>
                      <a:lnTo>
                        <a:pt x="763" y="227"/>
                      </a:lnTo>
                      <a:lnTo>
                        <a:pt x="787" y="223"/>
                      </a:lnTo>
                      <a:lnTo>
                        <a:pt x="805" y="216"/>
                      </a:lnTo>
                      <a:lnTo>
                        <a:pt x="820" y="210"/>
                      </a:lnTo>
                      <a:lnTo>
                        <a:pt x="831" y="201"/>
                      </a:lnTo>
                      <a:lnTo>
                        <a:pt x="839" y="191"/>
                      </a:lnTo>
                      <a:lnTo>
                        <a:pt x="843" y="179"/>
                      </a:lnTo>
                      <a:lnTo>
                        <a:pt x="846" y="165"/>
                      </a:lnTo>
                      <a:lnTo>
                        <a:pt x="847" y="150"/>
                      </a:lnTo>
                      <a:lnTo>
                        <a:pt x="846" y="135"/>
                      </a:lnTo>
                      <a:lnTo>
                        <a:pt x="843" y="122"/>
                      </a:lnTo>
                      <a:lnTo>
                        <a:pt x="839" y="109"/>
                      </a:lnTo>
                      <a:lnTo>
                        <a:pt x="831" y="99"/>
                      </a:lnTo>
                      <a:lnTo>
                        <a:pt x="820" y="90"/>
                      </a:lnTo>
                      <a:lnTo>
                        <a:pt x="805" y="83"/>
                      </a:lnTo>
                      <a:lnTo>
                        <a:pt x="787" y="78"/>
                      </a:lnTo>
                      <a:lnTo>
                        <a:pt x="763" y="74"/>
                      </a:lnTo>
                      <a:lnTo>
                        <a:pt x="734" y="72"/>
                      </a:lnTo>
                      <a:lnTo>
                        <a:pt x="699" y="71"/>
                      </a:lnTo>
                      <a:close/>
                      <a:moveTo>
                        <a:pt x="216" y="71"/>
                      </a:moveTo>
                      <a:lnTo>
                        <a:pt x="182" y="72"/>
                      </a:lnTo>
                      <a:lnTo>
                        <a:pt x="153" y="74"/>
                      </a:lnTo>
                      <a:lnTo>
                        <a:pt x="130" y="78"/>
                      </a:lnTo>
                      <a:lnTo>
                        <a:pt x="111" y="83"/>
                      </a:lnTo>
                      <a:lnTo>
                        <a:pt x="96" y="90"/>
                      </a:lnTo>
                      <a:lnTo>
                        <a:pt x="85" y="99"/>
                      </a:lnTo>
                      <a:lnTo>
                        <a:pt x="78" y="109"/>
                      </a:lnTo>
                      <a:lnTo>
                        <a:pt x="73" y="122"/>
                      </a:lnTo>
                      <a:lnTo>
                        <a:pt x="70" y="135"/>
                      </a:lnTo>
                      <a:lnTo>
                        <a:pt x="70" y="150"/>
                      </a:lnTo>
                      <a:lnTo>
                        <a:pt x="70" y="165"/>
                      </a:lnTo>
                      <a:lnTo>
                        <a:pt x="73" y="179"/>
                      </a:lnTo>
                      <a:lnTo>
                        <a:pt x="78" y="191"/>
                      </a:lnTo>
                      <a:lnTo>
                        <a:pt x="85" y="201"/>
                      </a:lnTo>
                      <a:lnTo>
                        <a:pt x="96" y="210"/>
                      </a:lnTo>
                      <a:lnTo>
                        <a:pt x="111" y="216"/>
                      </a:lnTo>
                      <a:lnTo>
                        <a:pt x="130" y="223"/>
                      </a:lnTo>
                      <a:lnTo>
                        <a:pt x="153" y="227"/>
                      </a:lnTo>
                      <a:lnTo>
                        <a:pt x="182" y="229"/>
                      </a:lnTo>
                      <a:lnTo>
                        <a:pt x="216" y="230"/>
                      </a:lnTo>
                      <a:lnTo>
                        <a:pt x="250" y="229"/>
                      </a:lnTo>
                      <a:lnTo>
                        <a:pt x="280" y="227"/>
                      </a:lnTo>
                      <a:lnTo>
                        <a:pt x="304" y="223"/>
                      </a:lnTo>
                      <a:lnTo>
                        <a:pt x="322" y="216"/>
                      </a:lnTo>
                      <a:lnTo>
                        <a:pt x="337" y="210"/>
                      </a:lnTo>
                      <a:lnTo>
                        <a:pt x="348" y="201"/>
                      </a:lnTo>
                      <a:lnTo>
                        <a:pt x="355" y="191"/>
                      </a:lnTo>
                      <a:lnTo>
                        <a:pt x="360" y="179"/>
                      </a:lnTo>
                      <a:lnTo>
                        <a:pt x="363" y="165"/>
                      </a:lnTo>
                      <a:lnTo>
                        <a:pt x="363" y="150"/>
                      </a:lnTo>
                      <a:lnTo>
                        <a:pt x="363" y="135"/>
                      </a:lnTo>
                      <a:lnTo>
                        <a:pt x="360" y="122"/>
                      </a:lnTo>
                      <a:lnTo>
                        <a:pt x="355" y="109"/>
                      </a:lnTo>
                      <a:lnTo>
                        <a:pt x="348" y="99"/>
                      </a:lnTo>
                      <a:lnTo>
                        <a:pt x="337" y="90"/>
                      </a:lnTo>
                      <a:lnTo>
                        <a:pt x="322" y="83"/>
                      </a:lnTo>
                      <a:lnTo>
                        <a:pt x="304" y="78"/>
                      </a:lnTo>
                      <a:lnTo>
                        <a:pt x="280" y="74"/>
                      </a:lnTo>
                      <a:lnTo>
                        <a:pt x="250" y="72"/>
                      </a:lnTo>
                      <a:lnTo>
                        <a:pt x="216" y="71"/>
                      </a:lnTo>
                      <a:close/>
                      <a:moveTo>
                        <a:pt x="216" y="0"/>
                      </a:moveTo>
                      <a:lnTo>
                        <a:pt x="234" y="0"/>
                      </a:lnTo>
                      <a:lnTo>
                        <a:pt x="254" y="1"/>
                      </a:lnTo>
                      <a:lnTo>
                        <a:pt x="276" y="2"/>
                      </a:lnTo>
                      <a:lnTo>
                        <a:pt x="298" y="5"/>
                      </a:lnTo>
                      <a:lnTo>
                        <a:pt x="321" y="9"/>
                      </a:lnTo>
                      <a:lnTo>
                        <a:pt x="343" y="17"/>
                      </a:lnTo>
                      <a:lnTo>
                        <a:pt x="364" y="26"/>
                      </a:lnTo>
                      <a:lnTo>
                        <a:pt x="383" y="37"/>
                      </a:lnTo>
                      <a:lnTo>
                        <a:pt x="400" y="53"/>
                      </a:lnTo>
                      <a:lnTo>
                        <a:pt x="516" y="53"/>
                      </a:lnTo>
                      <a:lnTo>
                        <a:pt x="533" y="37"/>
                      </a:lnTo>
                      <a:lnTo>
                        <a:pt x="553" y="26"/>
                      </a:lnTo>
                      <a:lnTo>
                        <a:pt x="574" y="17"/>
                      </a:lnTo>
                      <a:lnTo>
                        <a:pt x="596" y="9"/>
                      </a:lnTo>
                      <a:lnTo>
                        <a:pt x="618" y="5"/>
                      </a:lnTo>
                      <a:lnTo>
                        <a:pt x="640" y="2"/>
                      </a:lnTo>
                      <a:lnTo>
                        <a:pt x="662" y="1"/>
                      </a:lnTo>
                      <a:lnTo>
                        <a:pt x="682" y="0"/>
                      </a:lnTo>
                      <a:lnTo>
                        <a:pt x="699" y="0"/>
                      </a:lnTo>
                      <a:lnTo>
                        <a:pt x="715" y="0"/>
                      </a:lnTo>
                      <a:lnTo>
                        <a:pt x="732" y="0"/>
                      </a:lnTo>
                      <a:lnTo>
                        <a:pt x="749" y="1"/>
                      </a:lnTo>
                      <a:lnTo>
                        <a:pt x="768" y="3"/>
                      </a:lnTo>
                      <a:lnTo>
                        <a:pt x="787" y="6"/>
                      </a:lnTo>
                      <a:lnTo>
                        <a:pt x="806" y="10"/>
                      </a:lnTo>
                      <a:lnTo>
                        <a:pt x="825" y="16"/>
                      </a:lnTo>
                      <a:lnTo>
                        <a:pt x="843" y="24"/>
                      </a:lnTo>
                      <a:lnTo>
                        <a:pt x="860" y="33"/>
                      </a:lnTo>
                      <a:lnTo>
                        <a:pt x="875" y="45"/>
                      </a:lnTo>
                      <a:lnTo>
                        <a:pt x="889" y="59"/>
                      </a:lnTo>
                      <a:lnTo>
                        <a:pt x="900" y="77"/>
                      </a:lnTo>
                      <a:lnTo>
                        <a:pt x="908" y="98"/>
                      </a:lnTo>
                      <a:lnTo>
                        <a:pt x="914" y="123"/>
                      </a:lnTo>
                      <a:lnTo>
                        <a:pt x="916" y="150"/>
                      </a:lnTo>
                      <a:lnTo>
                        <a:pt x="914" y="178"/>
                      </a:lnTo>
                      <a:lnTo>
                        <a:pt x="908" y="202"/>
                      </a:lnTo>
                      <a:lnTo>
                        <a:pt x="900" y="223"/>
                      </a:lnTo>
                      <a:lnTo>
                        <a:pt x="889" y="241"/>
                      </a:lnTo>
                      <a:lnTo>
                        <a:pt x="875" y="255"/>
                      </a:lnTo>
                      <a:lnTo>
                        <a:pt x="860" y="267"/>
                      </a:lnTo>
                      <a:lnTo>
                        <a:pt x="843" y="277"/>
                      </a:lnTo>
                      <a:lnTo>
                        <a:pt x="825" y="285"/>
                      </a:lnTo>
                      <a:lnTo>
                        <a:pt x="806" y="290"/>
                      </a:lnTo>
                      <a:lnTo>
                        <a:pt x="787" y="294"/>
                      </a:lnTo>
                      <a:lnTo>
                        <a:pt x="768" y="297"/>
                      </a:lnTo>
                      <a:lnTo>
                        <a:pt x="749" y="298"/>
                      </a:lnTo>
                      <a:lnTo>
                        <a:pt x="732" y="299"/>
                      </a:lnTo>
                      <a:lnTo>
                        <a:pt x="715" y="299"/>
                      </a:lnTo>
                      <a:lnTo>
                        <a:pt x="699" y="300"/>
                      </a:lnTo>
                      <a:lnTo>
                        <a:pt x="685" y="299"/>
                      </a:lnTo>
                      <a:lnTo>
                        <a:pt x="668" y="299"/>
                      </a:lnTo>
                      <a:lnTo>
                        <a:pt x="650" y="298"/>
                      </a:lnTo>
                      <a:lnTo>
                        <a:pt x="632" y="297"/>
                      </a:lnTo>
                      <a:lnTo>
                        <a:pt x="613" y="294"/>
                      </a:lnTo>
                      <a:lnTo>
                        <a:pt x="593" y="290"/>
                      </a:lnTo>
                      <a:lnTo>
                        <a:pt x="575" y="285"/>
                      </a:lnTo>
                      <a:lnTo>
                        <a:pt x="557" y="277"/>
                      </a:lnTo>
                      <a:lnTo>
                        <a:pt x="540" y="267"/>
                      </a:lnTo>
                      <a:lnTo>
                        <a:pt x="524" y="255"/>
                      </a:lnTo>
                      <a:lnTo>
                        <a:pt x="511" y="241"/>
                      </a:lnTo>
                      <a:lnTo>
                        <a:pt x="500" y="224"/>
                      </a:lnTo>
                      <a:lnTo>
                        <a:pt x="491" y="202"/>
                      </a:lnTo>
                      <a:lnTo>
                        <a:pt x="486" y="179"/>
                      </a:lnTo>
                      <a:lnTo>
                        <a:pt x="484" y="150"/>
                      </a:lnTo>
                      <a:lnTo>
                        <a:pt x="485" y="137"/>
                      </a:lnTo>
                      <a:lnTo>
                        <a:pt x="486" y="125"/>
                      </a:lnTo>
                      <a:lnTo>
                        <a:pt x="430" y="125"/>
                      </a:lnTo>
                      <a:lnTo>
                        <a:pt x="432" y="137"/>
                      </a:lnTo>
                      <a:lnTo>
                        <a:pt x="432" y="150"/>
                      </a:lnTo>
                      <a:lnTo>
                        <a:pt x="430" y="179"/>
                      </a:lnTo>
                      <a:lnTo>
                        <a:pt x="425" y="202"/>
                      </a:lnTo>
                      <a:lnTo>
                        <a:pt x="416" y="224"/>
                      </a:lnTo>
                      <a:lnTo>
                        <a:pt x="405" y="241"/>
                      </a:lnTo>
                      <a:lnTo>
                        <a:pt x="392" y="255"/>
                      </a:lnTo>
                      <a:lnTo>
                        <a:pt x="377" y="267"/>
                      </a:lnTo>
                      <a:lnTo>
                        <a:pt x="360" y="277"/>
                      </a:lnTo>
                      <a:lnTo>
                        <a:pt x="342" y="284"/>
                      </a:lnTo>
                      <a:lnTo>
                        <a:pt x="323" y="290"/>
                      </a:lnTo>
                      <a:lnTo>
                        <a:pt x="304" y="294"/>
                      </a:lnTo>
                      <a:lnTo>
                        <a:pt x="285" y="296"/>
                      </a:lnTo>
                      <a:lnTo>
                        <a:pt x="266" y="298"/>
                      </a:lnTo>
                      <a:lnTo>
                        <a:pt x="248" y="299"/>
                      </a:lnTo>
                      <a:lnTo>
                        <a:pt x="231" y="299"/>
                      </a:lnTo>
                      <a:lnTo>
                        <a:pt x="216" y="299"/>
                      </a:lnTo>
                      <a:lnTo>
                        <a:pt x="201" y="299"/>
                      </a:lnTo>
                      <a:lnTo>
                        <a:pt x="185" y="299"/>
                      </a:lnTo>
                      <a:lnTo>
                        <a:pt x="167" y="298"/>
                      </a:lnTo>
                      <a:lnTo>
                        <a:pt x="148" y="296"/>
                      </a:lnTo>
                      <a:lnTo>
                        <a:pt x="129" y="294"/>
                      </a:lnTo>
                      <a:lnTo>
                        <a:pt x="110" y="290"/>
                      </a:lnTo>
                      <a:lnTo>
                        <a:pt x="91" y="284"/>
                      </a:lnTo>
                      <a:lnTo>
                        <a:pt x="73" y="277"/>
                      </a:lnTo>
                      <a:lnTo>
                        <a:pt x="57" y="267"/>
                      </a:lnTo>
                      <a:lnTo>
                        <a:pt x="41" y="255"/>
                      </a:lnTo>
                      <a:lnTo>
                        <a:pt x="27" y="240"/>
                      </a:lnTo>
                      <a:lnTo>
                        <a:pt x="16" y="223"/>
                      </a:lnTo>
                      <a:lnTo>
                        <a:pt x="7" y="202"/>
                      </a:lnTo>
                      <a:lnTo>
                        <a:pt x="2" y="178"/>
                      </a:lnTo>
                      <a:lnTo>
                        <a:pt x="0" y="150"/>
                      </a:lnTo>
                      <a:lnTo>
                        <a:pt x="2" y="122"/>
                      </a:lnTo>
                      <a:lnTo>
                        <a:pt x="7" y="98"/>
                      </a:lnTo>
                      <a:lnTo>
                        <a:pt x="16" y="77"/>
                      </a:lnTo>
                      <a:lnTo>
                        <a:pt x="27" y="59"/>
                      </a:lnTo>
                      <a:lnTo>
                        <a:pt x="41" y="45"/>
                      </a:lnTo>
                      <a:lnTo>
                        <a:pt x="57" y="33"/>
                      </a:lnTo>
                      <a:lnTo>
                        <a:pt x="73" y="23"/>
                      </a:lnTo>
                      <a:lnTo>
                        <a:pt x="91" y="16"/>
                      </a:lnTo>
                      <a:lnTo>
                        <a:pt x="110" y="10"/>
                      </a:lnTo>
                      <a:lnTo>
                        <a:pt x="129" y="6"/>
                      </a:lnTo>
                      <a:lnTo>
                        <a:pt x="148" y="3"/>
                      </a:lnTo>
                      <a:lnTo>
                        <a:pt x="167" y="1"/>
                      </a:lnTo>
                      <a:lnTo>
                        <a:pt x="185" y="0"/>
                      </a:lnTo>
                      <a:lnTo>
                        <a:pt x="201" y="0"/>
                      </a:lnTo>
                      <a:lnTo>
                        <a:pt x="216"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9" name="Freeform 24"/>
                <p:cNvSpPr>
                  <a:spLocks noEditPoints="1"/>
                </p:cNvSpPr>
                <p:nvPr/>
              </p:nvSpPr>
              <p:spPr bwMode="auto">
                <a:xfrm>
                  <a:off x="2597" y="4335"/>
                  <a:ext cx="217" cy="124"/>
                </a:xfrm>
                <a:custGeom>
                  <a:avLst/>
                  <a:gdLst>
                    <a:gd name="T0" fmla="*/ 1796 w 2393"/>
                    <a:gd name="T1" fmla="*/ 704 h 1360"/>
                    <a:gd name="T2" fmla="*/ 1761 w 2393"/>
                    <a:gd name="T3" fmla="*/ 720 h 1360"/>
                    <a:gd name="T4" fmla="*/ 1590 w 2393"/>
                    <a:gd name="T5" fmla="*/ 904 h 1360"/>
                    <a:gd name="T6" fmla="*/ 1882 w 2393"/>
                    <a:gd name="T7" fmla="*/ 733 h 1360"/>
                    <a:gd name="T8" fmla="*/ 1851 w 2393"/>
                    <a:gd name="T9" fmla="*/ 709 h 1360"/>
                    <a:gd name="T10" fmla="*/ 1814 w 2393"/>
                    <a:gd name="T11" fmla="*/ 702 h 1360"/>
                    <a:gd name="T12" fmla="*/ 1831 w 2393"/>
                    <a:gd name="T13" fmla="*/ 20 h 1360"/>
                    <a:gd name="T14" fmla="*/ 1950 w 2393"/>
                    <a:gd name="T15" fmla="*/ 61 h 1360"/>
                    <a:gd name="T16" fmla="*/ 2057 w 2393"/>
                    <a:gd name="T17" fmla="*/ 121 h 1360"/>
                    <a:gd name="T18" fmla="*/ 2154 w 2393"/>
                    <a:gd name="T19" fmla="*/ 196 h 1360"/>
                    <a:gd name="T20" fmla="*/ 2235 w 2393"/>
                    <a:gd name="T21" fmla="*/ 286 h 1360"/>
                    <a:gd name="T22" fmla="*/ 2301 w 2393"/>
                    <a:gd name="T23" fmla="*/ 388 h 1360"/>
                    <a:gd name="T24" fmla="*/ 2352 w 2393"/>
                    <a:gd name="T25" fmla="*/ 501 h 1360"/>
                    <a:gd name="T26" fmla="*/ 2382 w 2393"/>
                    <a:gd name="T27" fmla="*/ 622 h 1360"/>
                    <a:gd name="T28" fmla="*/ 2393 w 2393"/>
                    <a:gd name="T29" fmla="*/ 748 h 1360"/>
                    <a:gd name="T30" fmla="*/ 2390 w 2393"/>
                    <a:gd name="T31" fmla="*/ 1230 h 1360"/>
                    <a:gd name="T32" fmla="*/ 2370 w 2393"/>
                    <a:gd name="T33" fmla="*/ 1282 h 1360"/>
                    <a:gd name="T34" fmla="*/ 2335 w 2393"/>
                    <a:gd name="T35" fmla="*/ 1324 h 1360"/>
                    <a:gd name="T36" fmla="*/ 2286 w 2393"/>
                    <a:gd name="T37" fmla="*/ 1351 h 1360"/>
                    <a:gd name="T38" fmla="*/ 2230 w 2393"/>
                    <a:gd name="T39" fmla="*/ 1360 h 1360"/>
                    <a:gd name="T40" fmla="*/ 129 w 2393"/>
                    <a:gd name="T41" fmla="*/ 1358 h 1360"/>
                    <a:gd name="T42" fmla="*/ 77 w 2393"/>
                    <a:gd name="T43" fmla="*/ 1339 h 1360"/>
                    <a:gd name="T44" fmla="*/ 36 w 2393"/>
                    <a:gd name="T45" fmla="*/ 1304 h 1360"/>
                    <a:gd name="T46" fmla="*/ 10 w 2393"/>
                    <a:gd name="T47" fmla="*/ 1256 h 1360"/>
                    <a:gd name="T48" fmla="*/ 0 w 2393"/>
                    <a:gd name="T49" fmla="*/ 1200 h 1360"/>
                    <a:gd name="T50" fmla="*/ 3 w 2393"/>
                    <a:gd name="T51" fmla="*/ 684 h 1360"/>
                    <a:gd name="T52" fmla="*/ 23 w 2393"/>
                    <a:gd name="T53" fmla="*/ 561 h 1360"/>
                    <a:gd name="T54" fmla="*/ 63 w 2393"/>
                    <a:gd name="T55" fmla="*/ 443 h 1360"/>
                    <a:gd name="T56" fmla="*/ 122 w 2393"/>
                    <a:gd name="T57" fmla="*/ 336 h 1360"/>
                    <a:gd name="T58" fmla="*/ 195 w 2393"/>
                    <a:gd name="T59" fmla="*/ 240 h 1360"/>
                    <a:gd name="T60" fmla="*/ 283 w 2393"/>
                    <a:gd name="T61" fmla="*/ 157 h 1360"/>
                    <a:gd name="T62" fmla="*/ 385 w 2393"/>
                    <a:gd name="T63" fmla="*/ 89 h 1360"/>
                    <a:gd name="T64" fmla="*/ 498 w 2393"/>
                    <a:gd name="T65" fmla="*/ 38 h 1360"/>
                    <a:gd name="T66" fmla="*/ 640 w 2393"/>
                    <a:gd name="T67" fmla="*/ 0 h 1360"/>
                    <a:gd name="T68" fmla="*/ 1748 w 2393"/>
                    <a:gd name="T69" fmla="*/ 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93" h="1360">
                      <a:moveTo>
                        <a:pt x="1814" y="702"/>
                      </a:moveTo>
                      <a:lnTo>
                        <a:pt x="1796" y="704"/>
                      </a:lnTo>
                      <a:lnTo>
                        <a:pt x="1778" y="709"/>
                      </a:lnTo>
                      <a:lnTo>
                        <a:pt x="1761" y="720"/>
                      </a:lnTo>
                      <a:lnTo>
                        <a:pt x="1746" y="733"/>
                      </a:lnTo>
                      <a:lnTo>
                        <a:pt x="1590" y="904"/>
                      </a:lnTo>
                      <a:lnTo>
                        <a:pt x="2038" y="904"/>
                      </a:lnTo>
                      <a:lnTo>
                        <a:pt x="1882" y="733"/>
                      </a:lnTo>
                      <a:lnTo>
                        <a:pt x="1867" y="719"/>
                      </a:lnTo>
                      <a:lnTo>
                        <a:pt x="1851" y="709"/>
                      </a:lnTo>
                      <a:lnTo>
                        <a:pt x="1833" y="703"/>
                      </a:lnTo>
                      <a:lnTo>
                        <a:pt x="1814" y="702"/>
                      </a:lnTo>
                      <a:close/>
                      <a:moveTo>
                        <a:pt x="1748" y="0"/>
                      </a:moveTo>
                      <a:lnTo>
                        <a:pt x="1831" y="20"/>
                      </a:lnTo>
                      <a:lnTo>
                        <a:pt x="1892" y="38"/>
                      </a:lnTo>
                      <a:lnTo>
                        <a:pt x="1950" y="61"/>
                      </a:lnTo>
                      <a:lnTo>
                        <a:pt x="2005" y="88"/>
                      </a:lnTo>
                      <a:lnTo>
                        <a:pt x="2057" y="121"/>
                      </a:lnTo>
                      <a:lnTo>
                        <a:pt x="2107" y="157"/>
                      </a:lnTo>
                      <a:lnTo>
                        <a:pt x="2154" y="196"/>
                      </a:lnTo>
                      <a:lnTo>
                        <a:pt x="2196" y="239"/>
                      </a:lnTo>
                      <a:lnTo>
                        <a:pt x="2235" y="286"/>
                      </a:lnTo>
                      <a:lnTo>
                        <a:pt x="2270" y="336"/>
                      </a:lnTo>
                      <a:lnTo>
                        <a:pt x="2301" y="388"/>
                      </a:lnTo>
                      <a:lnTo>
                        <a:pt x="2328" y="443"/>
                      </a:lnTo>
                      <a:lnTo>
                        <a:pt x="2352" y="501"/>
                      </a:lnTo>
                      <a:lnTo>
                        <a:pt x="2369" y="561"/>
                      </a:lnTo>
                      <a:lnTo>
                        <a:pt x="2382" y="622"/>
                      </a:lnTo>
                      <a:lnTo>
                        <a:pt x="2390" y="684"/>
                      </a:lnTo>
                      <a:lnTo>
                        <a:pt x="2393" y="748"/>
                      </a:lnTo>
                      <a:lnTo>
                        <a:pt x="2393" y="1200"/>
                      </a:lnTo>
                      <a:lnTo>
                        <a:pt x="2390" y="1230"/>
                      </a:lnTo>
                      <a:lnTo>
                        <a:pt x="2383" y="1256"/>
                      </a:lnTo>
                      <a:lnTo>
                        <a:pt x="2370" y="1282"/>
                      </a:lnTo>
                      <a:lnTo>
                        <a:pt x="2354" y="1304"/>
                      </a:lnTo>
                      <a:lnTo>
                        <a:pt x="2335" y="1324"/>
                      </a:lnTo>
                      <a:lnTo>
                        <a:pt x="2311" y="1339"/>
                      </a:lnTo>
                      <a:lnTo>
                        <a:pt x="2286" y="1351"/>
                      </a:lnTo>
                      <a:lnTo>
                        <a:pt x="2259" y="1358"/>
                      </a:lnTo>
                      <a:lnTo>
                        <a:pt x="2230" y="1360"/>
                      </a:lnTo>
                      <a:lnTo>
                        <a:pt x="157" y="1360"/>
                      </a:lnTo>
                      <a:lnTo>
                        <a:pt x="129" y="1358"/>
                      </a:lnTo>
                      <a:lnTo>
                        <a:pt x="101" y="1351"/>
                      </a:lnTo>
                      <a:lnTo>
                        <a:pt x="77" y="1339"/>
                      </a:lnTo>
                      <a:lnTo>
                        <a:pt x="55" y="1324"/>
                      </a:lnTo>
                      <a:lnTo>
                        <a:pt x="36" y="1304"/>
                      </a:lnTo>
                      <a:lnTo>
                        <a:pt x="21" y="1282"/>
                      </a:lnTo>
                      <a:lnTo>
                        <a:pt x="10" y="1256"/>
                      </a:lnTo>
                      <a:lnTo>
                        <a:pt x="3" y="1230"/>
                      </a:lnTo>
                      <a:lnTo>
                        <a:pt x="0" y="1200"/>
                      </a:lnTo>
                      <a:lnTo>
                        <a:pt x="0" y="748"/>
                      </a:lnTo>
                      <a:lnTo>
                        <a:pt x="3" y="684"/>
                      </a:lnTo>
                      <a:lnTo>
                        <a:pt x="11" y="622"/>
                      </a:lnTo>
                      <a:lnTo>
                        <a:pt x="23" y="561"/>
                      </a:lnTo>
                      <a:lnTo>
                        <a:pt x="41" y="501"/>
                      </a:lnTo>
                      <a:lnTo>
                        <a:pt x="63" y="443"/>
                      </a:lnTo>
                      <a:lnTo>
                        <a:pt x="90" y="389"/>
                      </a:lnTo>
                      <a:lnTo>
                        <a:pt x="122" y="336"/>
                      </a:lnTo>
                      <a:lnTo>
                        <a:pt x="156" y="286"/>
                      </a:lnTo>
                      <a:lnTo>
                        <a:pt x="195" y="240"/>
                      </a:lnTo>
                      <a:lnTo>
                        <a:pt x="237" y="196"/>
                      </a:lnTo>
                      <a:lnTo>
                        <a:pt x="283" y="157"/>
                      </a:lnTo>
                      <a:lnTo>
                        <a:pt x="332" y="121"/>
                      </a:lnTo>
                      <a:lnTo>
                        <a:pt x="385" y="89"/>
                      </a:lnTo>
                      <a:lnTo>
                        <a:pt x="440" y="62"/>
                      </a:lnTo>
                      <a:lnTo>
                        <a:pt x="498" y="38"/>
                      </a:lnTo>
                      <a:lnTo>
                        <a:pt x="559" y="20"/>
                      </a:lnTo>
                      <a:lnTo>
                        <a:pt x="640" y="0"/>
                      </a:lnTo>
                      <a:lnTo>
                        <a:pt x="1193" y="1280"/>
                      </a:lnTo>
                      <a:lnTo>
                        <a:pt x="1748"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52" name="Freeform 25"/>
                <p:cNvSpPr/>
                <p:nvPr/>
              </p:nvSpPr>
              <p:spPr bwMode="auto">
                <a:xfrm>
                  <a:off x="2689" y="4347"/>
                  <a:ext cx="34" cy="83"/>
                </a:xfrm>
                <a:custGeom>
                  <a:avLst/>
                  <a:gdLst>
                    <a:gd name="T0" fmla="*/ 135 w 373"/>
                    <a:gd name="T1" fmla="*/ 0 h 915"/>
                    <a:gd name="T2" fmla="*/ 237 w 373"/>
                    <a:gd name="T3" fmla="*/ 0 h 915"/>
                    <a:gd name="T4" fmla="*/ 258 w 373"/>
                    <a:gd name="T5" fmla="*/ 2 h 915"/>
                    <a:gd name="T6" fmla="*/ 278 w 373"/>
                    <a:gd name="T7" fmla="*/ 9 h 915"/>
                    <a:gd name="T8" fmla="*/ 295 w 373"/>
                    <a:gd name="T9" fmla="*/ 21 h 915"/>
                    <a:gd name="T10" fmla="*/ 310 w 373"/>
                    <a:gd name="T11" fmla="*/ 36 h 915"/>
                    <a:gd name="T12" fmla="*/ 321 w 373"/>
                    <a:gd name="T13" fmla="*/ 53 h 915"/>
                    <a:gd name="T14" fmla="*/ 328 w 373"/>
                    <a:gd name="T15" fmla="*/ 74 h 915"/>
                    <a:gd name="T16" fmla="*/ 366 w 373"/>
                    <a:gd name="T17" fmla="*/ 234 h 915"/>
                    <a:gd name="T18" fmla="*/ 368 w 373"/>
                    <a:gd name="T19" fmla="*/ 257 h 915"/>
                    <a:gd name="T20" fmla="*/ 365 w 373"/>
                    <a:gd name="T21" fmla="*/ 281 h 915"/>
                    <a:gd name="T22" fmla="*/ 357 w 373"/>
                    <a:gd name="T23" fmla="*/ 301 h 915"/>
                    <a:gd name="T24" fmla="*/ 345 w 373"/>
                    <a:gd name="T25" fmla="*/ 319 h 915"/>
                    <a:gd name="T26" fmla="*/ 329 w 373"/>
                    <a:gd name="T27" fmla="*/ 334 h 915"/>
                    <a:gd name="T28" fmla="*/ 309 w 373"/>
                    <a:gd name="T29" fmla="*/ 345 h 915"/>
                    <a:gd name="T30" fmla="*/ 287 w 373"/>
                    <a:gd name="T31" fmla="*/ 351 h 915"/>
                    <a:gd name="T32" fmla="*/ 373 w 373"/>
                    <a:gd name="T33" fmla="*/ 438 h 915"/>
                    <a:gd name="T34" fmla="*/ 187 w 373"/>
                    <a:gd name="T35" fmla="*/ 915 h 915"/>
                    <a:gd name="T36" fmla="*/ 0 w 373"/>
                    <a:gd name="T37" fmla="*/ 438 h 915"/>
                    <a:gd name="T38" fmla="*/ 85 w 373"/>
                    <a:gd name="T39" fmla="*/ 351 h 915"/>
                    <a:gd name="T40" fmla="*/ 63 w 373"/>
                    <a:gd name="T41" fmla="*/ 345 h 915"/>
                    <a:gd name="T42" fmla="*/ 44 w 373"/>
                    <a:gd name="T43" fmla="*/ 334 h 915"/>
                    <a:gd name="T44" fmla="*/ 27 w 373"/>
                    <a:gd name="T45" fmla="*/ 319 h 915"/>
                    <a:gd name="T46" fmla="*/ 15 w 373"/>
                    <a:gd name="T47" fmla="*/ 301 h 915"/>
                    <a:gd name="T48" fmla="*/ 7 w 373"/>
                    <a:gd name="T49" fmla="*/ 281 h 915"/>
                    <a:gd name="T50" fmla="*/ 4 w 373"/>
                    <a:gd name="T51" fmla="*/ 257 h 915"/>
                    <a:gd name="T52" fmla="*/ 6 w 373"/>
                    <a:gd name="T53" fmla="*/ 234 h 915"/>
                    <a:gd name="T54" fmla="*/ 44 w 373"/>
                    <a:gd name="T55" fmla="*/ 74 h 915"/>
                    <a:gd name="T56" fmla="*/ 52 w 373"/>
                    <a:gd name="T57" fmla="*/ 53 h 915"/>
                    <a:gd name="T58" fmla="*/ 63 w 373"/>
                    <a:gd name="T59" fmla="*/ 36 h 915"/>
                    <a:gd name="T60" fmla="*/ 77 w 373"/>
                    <a:gd name="T61" fmla="*/ 21 h 915"/>
                    <a:gd name="T62" fmla="*/ 95 w 373"/>
                    <a:gd name="T63" fmla="*/ 9 h 915"/>
                    <a:gd name="T64" fmla="*/ 114 w 373"/>
                    <a:gd name="T65" fmla="*/ 2 h 915"/>
                    <a:gd name="T66" fmla="*/ 135 w 373"/>
                    <a:gd name="T67" fmla="*/ 0 h 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3" h="915">
                      <a:moveTo>
                        <a:pt x="135" y="0"/>
                      </a:moveTo>
                      <a:lnTo>
                        <a:pt x="237" y="0"/>
                      </a:lnTo>
                      <a:lnTo>
                        <a:pt x="258" y="2"/>
                      </a:lnTo>
                      <a:lnTo>
                        <a:pt x="278" y="9"/>
                      </a:lnTo>
                      <a:lnTo>
                        <a:pt x="295" y="21"/>
                      </a:lnTo>
                      <a:lnTo>
                        <a:pt x="310" y="36"/>
                      </a:lnTo>
                      <a:lnTo>
                        <a:pt x="321" y="53"/>
                      </a:lnTo>
                      <a:lnTo>
                        <a:pt x="328" y="74"/>
                      </a:lnTo>
                      <a:lnTo>
                        <a:pt x="366" y="234"/>
                      </a:lnTo>
                      <a:lnTo>
                        <a:pt x="368" y="257"/>
                      </a:lnTo>
                      <a:lnTo>
                        <a:pt x="365" y="281"/>
                      </a:lnTo>
                      <a:lnTo>
                        <a:pt x="357" y="301"/>
                      </a:lnTo>
                      <a:lnTo>
                        <a:pt x="345" y="319"/>
                      </a:lnTo>
                      <a:lnTo>
                        <a:pt x="329" y="334"/>
                      </a:lnTo>
                      <a:lnTo>
                        <a:pt x="309" y="345"/>
                      </a:lnTo>
                      <a:lnTo>
                        <a:pt x="287" y="351"/>
                      </a:lnTo>
                      <a:lnTo>
                        <a:pt x="373" y="438"/>
                      </a:lnTo>
                      <a:lnTo>
                        <a:pt x="187" y="915"/>
                      </a:lnTo>
                      <a:lnTo>
                        <a:pt x="0" y="438"/>
                      </a:lnTo>
                      <a:lnTo>
                        <a:pt x="85" y="351"/>
                      </a:lnTo>
                      <a:lnTo>
                        <a:pt x="63" y="345"/>
                      </a:lnTo>
                      <a:lnTo>
                        <a:pt x="44" y="334"/>
                      </a:lnTo>
                      <a:lnTo>
                        <a:pt x="27" y="319"/>
                      </a:lnTo>
                      <a:lnTo>
                        <a:pt x="15" y="301"/>
                      </a:lnTo>
                      <a:lnTo>
                        <a:pt x="7" y="281"/>
                      </a:lnTo>
                      <a:lnTo>
                        <a:pt x="4" y="257"/>
                      </a:lnTo>
                      <a:lnTo>
                        <a:pt x="6" y="234"/>
                      </a:lnTo>
                      <a:lnTo>
                        <a:pt x="44" y="74"/>
                      </a:lnTo>
                      <a:lnTo>
                        <a:pt x="52" y="53"/>
                      </a:lnTo>
                      <a:lnTo>
                        <a:pt x="63" y="36"/>
                      </a:lnTo>
                      <a:lnTo>
                        <a:pt x="77" y="21"/>
                      </a:lnTo>
                      <a:lnTo>
                        <a:pt x="95" y="9"/>
                      </a:lnTo>
                      <a:lnTo>
                        <a:pt x="114" y="2"/>
                      </a:lnTo>
                      <a:lnTo>
                        <a:pt x="135"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grpSp>
          <p:sp>
            <p:nvSpPr>
              <p:cNvPr id="44" name="椭圆 43"/>
              <p:cNvSpPr/>
              <p:nvPr/>
            </p:nvSpPr>
            <p:spPr>
              <a:xfrm>
                <a:off x="809944" y="4637862"/>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nvGrpSpPr>
            <p:cNvPr id="37" name="组合 36"/>
            <p:cNvGrpSpPr/>
            <p:nvPr/>
          </p:nvGrpSpPr>
          <p:grpSpPr>
            <a:xfrm>
              <a:off x="1865189" y="4782240"/>
              <a:ext cx="848538" cy="848538"/>
              <a:chOff x="2418701" y="4675290"/>
              <a:chExt cx="848538" cy="848538"/>
            </a:xfrm>
          </p:grpSpPr>
          <p:sp>
            <p:nvSpPr>
              <p:cNvPr id="41" name="Freeform 11"/>
              <p:cNvSpPr>
                <a:spLocks noEditPoints="1"/>
              </p:cNvSpPr>
              <p:nvPr/>
            </p:nvSpPr>
            <p:spPr bwMode="auto">
              <a:xfrm flipH="1">
                <a:off x="2635681" y="4884457"/>
                <a:ext cx="350410" cy="430205"/>
              </a:xfrm>
              <a:custGeom>
                <a:avLst/>
                <a:gdLst>
                  <a:gd name="T0" fmla="*/ 1930 w 2831"/>
                  <a:gd name="T1" fmla="*/ 2787 h 3472"/>
                  <a:gd name="T2" fmla="*/ 1791 w 2831"/>
                  <a:gd name="T3" fmla="*/ 2855 h 3472"/>
                  <a:gd name="T4" fmla="*/ 2114 w 2831"/>
                  <a:gd name="T5" fmla="*/ 3172 h 3472"/>
                  <a:gd name="T6" fmla="*/ 2628 w 2831"/>
                  <a:gd name="T7" fmla="*/ 2656 h 3472"/>
                  <a:gd name="T8" fmla="*/ 2538 w 2831"/>
                  <a:gd name="T9" fmla="*/ 2529 h 3472"/>
                  <a:gd name="T10" fmla="*/ 1440 w 2831"/>
                  <a:gd name="T11" fmla="*/ 2529 h 3472"/>
                  <a:gd name="T12" fmla="*/ 914 w 2831"/>
                  <a:gd name="T13" fmla="*/ 2569 h 3472"/>
                  <a:gd name="T14" fmla="*/ 928 w 2831"/>
                  <a:gd name="T15" fmla="*/ 2433 h 3472"/>
                  <a:gd name="T16" fmla="*/ 807 w 2831"/>
                  <a:gd name="T17" fmla="*/ 2382 h 3472"/>
                  <a:gd name="T18" fmla="*/ 439 w 2831"/>
                  <a:gd name="T19" fmla="*/ 2514 h 3472"/>
                  <a:gd name="T20" fmla="*/ 470 w 2831"/>
                  <a:gd name="T21" fmla="*/ 2433 h 3472"/>
                  <a:gd name="T22" fmla="*/ 2186 w 2831"/>
                  <a:gd name="T23" fmla="*/ 2182 h 3472"/>
                  <a:gd name="T24" fmla="*/ 2642 w 2831"/>
                  <a:gd name="T25" fmla="*/ 2371 h 3472"/>
                  <a:gd name="T26" fmla="*/ 2831 w 2831"/>
                  <a:gd name="T27" fmla="*/ 2827 h 3472"/>
                  <a:gd name="T28" fmla="*/ 2642 w 2831"/>
                  <a:gd name="T29" fmla="*/ 3283 h 3472"/>
                  <a:gd name="T30" fmla="*/ 2186 w 2831"/>
                  <a:gd name="T31" fmla="*/ 3472 h 3472"/>
                  <a:gd name="T32" fmla="*/ 1729 w 2831"/>
                  <a:gd name="T33" fmla="*/ 3283 h 3472"/>
                  <a:gd name="T34" fmla="*/ 1540 w 2831"/>
                  <a:gd name="T35" fmla="*/ 2827 h 3472"/>
                  <a:gd name="T36" fmla="*/ 1729 w 2831"/>
                  <a:gd name="T37" fmla="*/ 2371 h 3472"/>
                  <a:gd name="T38" fmla="*/ 2186 w 2831"/>
                  <a:gd name="T39" fmla="*/ 2182 h 3472"/>
                  <a:gd name="T40" fmla="*/ 1540 w 2831"/>
                  <a:gd name="T41" fmla="*/ 2083 h 3472"/>
                  <a:gd name="T42" fmla="*/ 914 w 2831"/>
                  <a:gd name="T43" fmla="*/ 2123 h 3472"/>
                  <a:gd name="T44" fmla="*/ 928 w 2831"/>
                  <a:gd name="T45" fmla="*/ 1986 h 3472"/>
                  <a:gd name="T46" fmla="*/ 807 w 2831"/>
                  <a:gd name="T47" fmla="*/ 1957 h 3472"/>
                  <a:gd name="T48" fmla="*/ 439 w 2831"/>
                  <a:gd name="T49" fmla="*/ 2088 h 3472"/>
                  <a:gd name="T50" fmla="*/ 470 w 2831"/>
                  <a:gd name="T51" fmla="*/ 2007 h 3472"/>
                  <a:gd name="T52" fmla="*/ 944 w 2831"/>
                  <a:gd name="T53" fmla="*/ 1588 h 3472"/>
                  <a:gd name="T54" fmla="*/ 1786 w 2831"/>
                  <a:gd name="T55" fmla="*/ 1702 h 3472"/>
                  <a:gd name="T56" fmla="*/ 904 w 2831"/>
                  <a:gd name="T57" fmla="*/ 1716 h 3472"/>
                  <a:gd name="T58" fmla="*/ 944 w 2831"/>
                  <a:gd name="T59" fmla="*/ 1588 h 3472"/>
                  <a:gd name="T60" fmla="*/ 800 w 2831"/>
                  <a:gd name="T61" fmla="*/ 1548 h 3472"/>
                  <a:gd name="T62" fmla="*/ 430 w 2831"/>
                  <a:gd name="T63" fmla="*/ 1656 h 3472"/>
                  <a:gd name="T64" fmla="*/ 484 w 2831"/>
                  <a:gd name="T65" fmla="*/ 1589 h 3472"/>
                  <a:gd name="T66" fmla="*/ 1738 w 2831"/>
                  <a:gd name="T67" fmla="*/ 1140 h 3472"/>
                  <a:gd name="T68" fmla="*/ 1778 w 2831"/>
                  <a:gd name="T69" fmla="*/ 1269 h 3472"/>
                  <a:gd name="T70" fmla="*/ 896 w 2831"/>
                  <a:gd name="T71" fmla="*/ 1255 h 3472"/>
                  <a:gd name="T72" fmla="*/ 769 w 2831"/>
                  <a:gd name="T73" fmla="*/ 1030 h 3472"/>
                  <a:gd name="T74" fmla="*/ 616 w 2831"/>
                  <a:gd name="T75" fmla="*/ 1312 h 3472"/>
                  <a:gd name="T76" fmla="*/ 423 w 2831"/>
                  <a:gd name="T77" fmla="*/ 1202 h 3472"/>
                  <a:gd name="T78" fmla="*/ 496 w 2831"/>
                  <a:gd name="T79" fmla="*/ 1154 h 3472"/>
                  <a:gd name="T80" fmla="*/ 548 w 2831"/>
                  <a:gd name="T81" fmla="*/ 372 h 3472"/>
                  <a:gd name="T82" fmla="*/ 681 w 2831"/>
                  <a:gd name="T83" fmla="*/ 618 h 3472"/>
                  <a:gd name="T84" fmla="*/ 1588 w 2831"/>
                  <a:gd name="T85" fmla="*/ 597 h 3472"/>
                  <a:gd name="T86" fmla="*/ 1683 w 2831"/>
                  <a:gd name="T87" fmla="*/ 347 h 3472"/>
                  <a:gd name="T88" fmla="*/ 2201 w 2831"/>
                  <a:gd name="T89" fmla="*/ 438 h 3472"/>
                  <a:gd name="T90" fmla="*/ 2118 w 2831"/>
                  <a:gd name="T91" fmla="*/ 2037 h 3472"/>
                  <a:gd name="T92" fmla="*/ 1412 w 2831"/>
                  <a:gd name="T93" fmla="*/ 3005 h 3472"/>
                  <a:gd name="T94" fmla="*/ 47 w 2831"/>
                  <a:gd name="T95" fmla="*/ 3054 h 3472"/>
                  <a:gd name="T96" fmla="*/ 21 w 2831"/>
                  <a:gd name="T97" fmla="*/ 455 h 3472"/>
                  <a:gd name="T98" fmla="*/ 1118 w 2831"/>
                  <a:gd name="T99" fmla="*/ 99 h 3472"/>
                  <a:gd name="T100" fmla="*/ 1053 w 2831"/>
                  <a:gd name="T101" fmla="*/ 211 h 3472"/>
                  <a:gd name="T102" fmla="*/ 1182 w 2831"/>
                  <a:gd name="T103" fmla="*/ 211 h 3472"/>
                  <a:gd name="T104" fmla="*/ 1118 w 2831"/>
                  <a:gd name="T105" fmla="*/ 99 h 3472"/>
                  <a:gd name="T106" fmla="*/ 1268 w 2831"/>
                  <a:gd name="T107" fmla="*/ 85 h 3472"/>
                  <a:gd name="T108" fmla="*/ 1328 w 2831"/>
                  <a:gd name="T109" fmla="*/ 238 h 3472"/>
                  <a:gd name="T110" fmla="*/ 1564 w 2831"/>
                  <a:gd name="T111" fmla="*/ 312 h 3472"/>
                  <a:gd name="T112" fmla="*/ 1547 w 2831"/>
                  <a:gd name="T113" fmla="*/ 503 h 3472"/>
                  <a:gd name="T114" fmla="*/ 711 w 2831"/>
                  <a:gd name="T115" fmla="*/ 521 h 3472"/>
                  <a:gd name="T116" fmla="*/ 657 w 2831"/>
                  <a:gd name="T117" fmla="*/ 338 h 3472"/>
                  <a:gd name="T118" fmla="*/ 889 w 2831"/>
                  <a:gd name="T119" fmla="*/ 245 h 3472"/>
                  <a:gd name="T120" fmla="*/ 954 w 2831"/>
                  <a:gd name="T121" fmla="*/ 112 h 3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31" h="3471">
                    <a:moveTo>
                      <a:pt x="2538" y="2529"/>
                    </a:moveTo>
                    <a:lnTo>
                      <a:pt x="2517" y="2531"/>
                    </a:lnTo>
                    <a:lnTo>
                      <a:pt x="2496" y="2537"/>
                    </a:lnTo>
                    <a:lnTo>
                      <a:pt x="2476" y="2547"/>
                    </a:lnTo>
                    <a:lnTo>
                      <a:pt x="2459" y="2563"/>
                    </a:lnTo>
                    <a:lnTo>
                      <a:pt x="2124" y="2939"/>
                    </a:lnTo>
                    <a:lnTo>
                      <a:pt x="1950" y="2800"/>
                    </a:lnTo>
                    <a:lnTo>
                      <a:pt x="1930" y="2787"/>
                    </a:lnTo>
                    <a:lnTo>
                      <a:pt x="1909" y="2780"/>
                    </a:lnTo>
                    <a:lnTo>
                      <a:pt x="1888" y="2778"/>
                    </a:lnTo>
                    <a:lnTo>
                      <a:pt x="1866" y="2780"/>
                    </a:lnTo>
                    <a:lnTo>
                      <a:pt x="1845" y="2787"/>
                    </a:lnTo>
                    <a:lnTo>
                      <a:pt x="1826" y="2799"/>
                    </a:lnTo>
                    <a:lnTo>
                      <a:pt x="1810" y="2814"/>
                    </a:lnTo>
                    <a:lnTo>
                      <a:pt x="1797" y="2834"/>
                    </a:lnTo>
                    <a:lnTo>
                      <a:pt x="1791" y="2855"/>
                    </a:lnTo>
                    <a:lnTo>
                      <a:pt x="1788" y="2876"/>
                    </a:lnTo>
                    <a:lnTo>
                      <a:pt x="1791" y="2899"/>
                    </a:lnTo>
                    <a:lnTo>
                      <a:pt x="1797" y="2920"/>
                    </a:lnTo>
                    <a:lnTo>
                      <a:pt x="1809" y="2938"/>
                    </a:lnTo>
                    <a:lnTo>
                      <a:pt x="1826" y="2954"/>
                    </a:lnTo>
                    <a:lnTo>
                      <a:pt x="2073" y="3152"/>
                    </a:lnTo>
                    <a:lnTo>
                      <a:pt x="2093" y="3165"/>
                    </a:lnTo>
                    <a:lnTo>
                      <a:pt x="2114" y="3172"/>
                    </a:lnTo>
                    <a:lnTo>
                      <a:pt x="2135" y="3174"/>
                    </a:lnTo>
                    <a:lnTo>
                      <a:pt x="2156" y="3172"/>
                    </a:lnTo>
                    <a:lnTo>
                      <a:pt x="2175" y="3166"/>
                    </a:lnTo>
                    <a:lnTo>
                      <a:pt x="2194" y="3155"/>
                    </a:lnTo>
                    <a:lnTo>
                      <a:pt x="2210" y="3142"/>
                    </a:lnTo>
                    <a:lnTo>
                      <a:pt x="2607" y="2694"/>
                    </a:lnTo>
                    <a:lnTo>
                      <a:pt x="2620" y="2676"/>
                    </a:lnTo>
                    <a:lnTo>
                      <a:pt x="2628" y="2656"/>
                    </a:lnTo>
                    <a:lnTo>
                      <a:pt x="2633" y="2633"/>
                    </a:lnTo>
                    <a:lnTo>
                      <a:pt x="2631" y="2612"/>
                    </a:lnTo>
                    <a:lnTo>
                      <a:pt x="2625" y="2591"/>
                    </a:lnTo>
                    <a:lnTo>
                      <a:pt x="2615" y="2571"/>
                    </a:lnTo>
                    <a:lnTo>
                      <a:pt x="2599" y="2555"/>
                    </a:lnTo>
                    <a:lnTo>
                      <a:pt x="2580" y="2542"/>
                    </a:lnTo>
                    <a:lnTo>
                      <a:pt x="2560" y="2534"/>
                    </a:lnTo>
                    <a:lnTo>
                      <a:pt x="2538" y="2529"/>
                    </a:lnTo>
                    <a:close/>
                    <a:moveTo>
                      <a:pt x="944" y="2430"/>
                    </a:moveTo>
                    <a:lnTo>
                      <a:pt x="1391" y="2430"/>
                    </a:lnTo>
                    <a:lnTo>
                      <a:pt x="1406" y="2433"/>
                    </a:lnTo>
                    <a:lnTo>
                      <a:pt x="1420" y="2440"/>
                    </a:lnTo>
                    <a:lnTo>
                      <a:pt x="1431" y="2450"/>
                    </a:lnTo>
                    <a:lnTo>
                      <a:pt x="1438" y="2464"/>
                    </a:lnTo>
                    <a:lnTo>
                      <a:pt x="1440" y="2480"/>
                    </a:lnTo>
                    <a:lnTo>
                      <a:pt x="1440" y="2529"/>
                    </a:lnTo>
                    <a:lnTo>
                      <a:pt x="1438" y="2545"/>
                    </a:lnTo>
                    <a:lnTo>
                      <a:pt x="1431" y="2559"/>
                    </a:lnTo>
                    <a:lnTo>
                      <a:pt x="1420" y="2569"/>
                    </a:lnTo>
                    <a:lnTo>
                      <a:pt x="1406" y="2577"/>
                    </a:lnTo>
                    <a:lnTo>
                      <a:pt x="1391" y="2579"/>
                    </a:lnTo>
                    <a:lnTo>
                      <a:pt x="944" y="2579"/>
                    </a:lnTo>
                    <a:lnTo>
                      <a:pt x="928" y="2577"/>
                    </a:lnTo>
                    <a:lnTo>
                      <a:pt x="914" y="2569"/>
                    </a:lnTo>
                    <a:lnTo>
                      <a:pt x="904" y="2559"/>
                    </a:lnTo>
                    <a:lnTo>
                      <a:pt x="896" y="2545"/>
                    </a:lnTo>
                    <a:lnTo>
                      <a:pt x="894" y="2529"/>
                    </a:lnTo>
                    <a:lnTo>
                      <a:pt x="894" y="2480"/>
                    </a:lnTo>
                    <a:lnTo>
                      <a:pt x="896" y="2464"/>
                    </a:lnTo>
                    <a:lnTo>
                      <a:pt x="904" y="2450"/>
                    </a:lnTo>
                    <a:lnTo>
                      <a:pt x="914" y="2440"/>
                    </a:lnTo>
                    <a:lnTo>
                      <a:pt x="928" y="2433"/>
                    </a:lnTo>
                    <a:lnTo>
                      <a:pt x="944" y="2430"/>
                    </a:lnTo>
                    <a:close/>
                    <a:moveTo>
                      <a:pt x="769" y="2319"/>
                    </a:moveTo>
                    <a:lnTo>
                      <a:pt x="783" y="2322"/>
                    </a:lnTo>
                    <a:lnTo>
                      <a:pt x="795" y="2330"/>
                    </a:lnTo>
                    <a:lnTo>
                      <a:pt x="805" y="2341"/>
                    </a:lnTo>
                    <a:lnTo>
                      <a:pt x="810" y="2355"/>
                    </a:lnTo>
                    <a:lnTo>
                      <a:pt x="810" y="2368"/>
                    </a:lnTo>
                    <a:lnTo>
                      <a:pt x="807" y="2382"/>
                    </a:lnTo>
                    <a:lnTo>
                      <a:pt x="800" y="2395"/>
                    </a:lnTo>
                    <a:lnTo>
                      <a:pt x="616" y="2600"/>
                    </a:lnTo>
                    <a:lnTo>
                      <a:pt x="606" y="2608"/>
                    </a:lnTo>
                    <a:lnTo>
                      <a:pt x="594" y="2613"/>
                    </a:lnTo>
                    <a:lnTo>
                      <a:pt x="581" y="2616"/>
                    </a:lnTo>
                    <a:lnTo>
                      <a:pt x="567" y="2612"/>
                    </a:lnTo>
                    <a:lnTo>
                      <a:pt x="553" y="2605"/>
                    </a:lnTo>
                    <a:lnTo>
                      <a:pt x="439" y="2514"/>
                    </a:lnTo>
                    <a:lnTo>
                      <a:pt x="430" y="2503"/>
                    </a:lnTo>
                    <a:lnTo>
                      <a:pt x="423" y="2490"/>
                    </a:lnTo>
                    <a:lnTo>
                      <a:pt x="422" y="2477"/>
                    </a:lnTo>
                    <a:lnTo>
                      <a:pt x="425" y="2463"/>
                    </a:lnTo>
                    <a:lnTo>
                      <a:pt x="432" y="2449"/>
                    </a:lnTo>
                    <a:lnTo>
                      <a:pt x="442" y="2440"/>
                    </a:lnTo>
                    <a:lnTo>
                      <a:pt x="456" y="2435"/>
                    </a:lnTo>
                    <a:lnTo>
                      <a:pt x="470" y="2433"/>
                    </a:lnTo>
                    <a:lnTo>
                      <a:pt x="484" y="2436"/>
                    </a:lnTo>
                    <a:lnTo>
                      <a:pt x="496" y="2443"/>
                    </a:lnTo>
                    <a:lnTo>
                      <a:pt x="576" y="2507"/>
                    </a:lnTo>
                    <a:lnTo>
                      <a:pt x="731" y="2334"/>
                    </a:lnTo>
                    <a:lnTo>
                      <a:pt x="742" y="2324"/>
                    </a:lnTo>
                    <a:lnTo>
                      <a:pt x="755" y="2320"/>
                    </a:lnTo>
                    <a:lnTo>
                      <a:pt x="769" y="2319"/>
                    </a:lnTo>
                    <a:close/>
                    <a:moveTo>
                      <a:pt x="2186" y="2182"/>
                    </a:moveTo>
                    <a:lnTo>
                      <a:pt x="2251" y="2185"/>
                    </a:lnTo>
                    <a:lnTo>
                      <a:pt x="2316" y="2196"/>
                    </a:lnTo>
                    <a:lnTo>
                      <a:pt x="2378" y="2212"/>
                    </a:lnTo>
                    <a:lnTo>
                      <a:pt x="2437" y="2233"/>
                    </a:lnTo>
                    <a:lnTo>
                      <a:pt x="2494" y="2260"/>
                    </a:lnTo>
                    <a:lnTo>
                      <a:pt x="2546" y="2293"/>
                    </a:lnTo>
                    <a:lnTo>
                      <a:pt x="2596" y="2329"/>
                    </a:lnTo>
                    <a:lnTo>
                      <a:pt x="2642" y="2371"/>
                    </a:lnTo>
                    <a:lnTo>
                      <a:pt x="2683" y="2417"/>
                    </a:lnTo>
                    <a:lnTo>
                      <a:pt x="2721" y="2466"/>
                    </a:lnTo>
                    <a:lnTo>
                      <a:pt x="2753" y="2520"/>
                    </a:lnTo>
                    <a:lnTo>
                      <a:pt x="2780" y="2577"/>
                    </a:lnTo>
                    <a:lnTo>
                      <a:pt x="2802" y="2636"/>
                    </a:lnTo>
                    <a:lnTo>
                      <a:pt x="2818" y="2698"/>
                    </a:lnTo>
                    <a:lnTo>
                      <a:pt x="2828" y="2761"/>
                    </a:lnTo>
                    <a:lnTo>
                      <a:pt x="2831" y="2827"/>
                    </a:lnTo>
                    <a:lnTo>
                      <a:pt x="2828" y="2893"/>
                    </a:lnTo>
                    <a:lnTo>
                      <a:pt x="2818" y="2958"/>
                    </a:lnTo>
                    <a:lnTo>
                      <a:pt x="2802" y="3019"/>
                    </a:lnTo>
                    <a:lnTo>
                      <a:pt x="2780" y="3079"/>
                    </a:lnTo>
                    <a:lnTo>
                      <a:pt x="2753" y="3134"/>
                    </a:lnTo>
                    <a:lnTo>
                      <a:pt x="2721" y="3188"/>
                    </a:lnTo>
                    <a:lnTo>
                      <a:pt x="2683" y="3237"/>
                    </a:lnTo>
                    <a:lnTo>
                      <a:pt x="2642" y="3283"/>
                    </a:lnTo>
                    <a:lnTo>
                      <a:pt x="2596" y="3325"/>
                    </a:lnTo>
                    <a:lnTo>
                      <a:pt x="2546" y="3362"/>
                    </a:lnTo>
                    <a:lnTo>
                      <a:pt x="2494" y="3394"/>
                    </a:lnTo>
                    <a:lnTo>
                      <a:pt x="2437" y="3421"/>
                    </a:lnTo>
                    <a:lnTo>
                      <a:pt x="2378" y="3443"/>
                    </a:lnTo>
                    <a:lnTo>
                      <a:pt x="2316" y="3459"/>
                    </a:lnTo>
                    <a:lnTo>
                      <a:pt x="2251" y="3469"/>
                    </a:lnTo>
                    <a:lnTo>
                      <a:pt x="2186" y="3472"/>
                    </a:lnTo>
                    <a:lnTo>
                      <a:pt x="2120" y="3469"/>
                    </a:lnTo>
                    <a:lnTo>
                      <a:pt x="2055" y="3459"/>
                    </a:lnTo>
                    <a:lnTo>
                      <a:pt x="1993" y="3443"/>
                    </a:lnTo>
                    <a:lnTo>
                      <a:pt x="1934" y="3421"/>
                    </a:lnTo>
                    <a:lnTo>
                      <a:pt x="1877" y="3394"/>
                    </a:lnTo>
                    <a:lnTo>
                      <a:pt x="1825" y="3362"/>
                    </a:lnTo>
                    <a:lnTo>
                      <a:pt x="1775" y="3325"/>
                    </a:lnTo>
                    <a:lnTo>
                      <a:pt x="1729" y="3283"/>
                    </a:lnTo>
                    <a:lnTo>
                      <a:pt x="1688" y="3237"/>
                    </a:lnTo>
                    <a:lnTo>
                      <a:pt x="1650" y="3188"/>
                    </a:lnTo>
                    <a:lnTo>
                      <a:pt x="1618" y="3134"/>
                    </a:lnTo>
                    <a:lnTo>
                      <a:pt x="1591" y="3079"/>
                    </a:lnTo>
                    <a:lnTo>
                      <a:pt x="1569" y="3019"/>
                    </a:lnTo>
                    <a:lnTo>
                      <a:pt x="1553" y="2958"/>
                    </a:lnTo>
                    <a:lnTo>
                      <a:pt x="1543" y="2893"/>
                    </a:lnTo>
                    <a:lnTo>
                      <a:pt x="1540" y="2827"/>
                    </a:lnTo>
                    <a:lnTo>
                      <a:pt x="1543" y="2761"/>
                    </a:lnTo>
                    <a:lnTo>
                      <a:pt x="1553" y="2698"/>
                    </a:lnTo>
                    <a:lnTo>
                      <a:pt x="1569" y="2636"/>
                    </a:lnTo>
                    <a:lnTo>
                      <a:pt x="1591" y="2577"/>
                    </a:lnTo>
                    <a:lnTo>
                      <a:pt x="1618" y="2520"/>
                    </a:lnTo>
                    <a:lnTo>
                      <a:pt x="1650" y="2466"/>
                    </a:lnTo>
                    <a:lnTo>
                      <a:pt x="1688" y="2417"/>
                    </a:lnTo>
                    <a:lnTo>
                      <a:pt x="1729" y="2371"/>
                    </a:lnTo>
                    <a:lnTo>
                      <a:pt x="1775" y="2329"/>
                    </a:lnTo>
                    <a:lnTo>
                      <a:pt x="1825" y="2293"/>
                    </a:lnTo>
                    <a:lnTo>
                      <a:pt x="1877" y="2260"/>
                    </a:lnTo>
                    <a:lnTo>
                      <a:pt x="1934" y="2233"/>
                    </a:lnTo>
                    <a:lnTo>
                      <a:pt x="1993" y="2212"/>
                    </a:lnTo>
                    <a:lnTo>
                      <a:pt x="2055" y="2196"/>
                    </a:lnTo>
                    <a:lnTo>
                      <a:pt x="2120" y="2185"/>
                    </a:lnTo>
                    <a:lnTo>
                      <a:pt x="2186" y="2182"/>
                    </a:lnTo>
                    <a:close/>
                    <a:moveTo>
                      <a:pt x="944" y="1984"/>
                    </a:moveTo>
                    <a:lnTo>
                      <a:pt x="1491" y="1984"/>
                    </a:lnTo>
                    <a:lnTo>
                      <a:pt x="1505" y="1986"/>
                    </a:lnTo>
                    <a:lnTo>
                      <a:pt x="1519" y="1994"/>
                    </a:lnTo>
                    <a:lnTo>
                      <a:pt x="1531" y="2004"/>
                    </a:lnTo>
                    <a:lnTo>
                      <a:pt x="1537" y="2018"/>
                    </a:lnTo>
                    <a:lnTo>
                      <a:pt x="1540" y="2034"/>
                    </a:lnTo>
                    <a:lnTo>
                      <a:pt x="1540" y="2083"/>
                    </a:lnTo>
                    <a:lnTo>
                      <a:pt x="1537" y="2099"/>
                    </a:lnTo>
                    <a:lnTo>
                      <a:pt x="1531" y="2113"/>
                    </a:lnTo>
                    <a:lnTo>
                      <a:pt x="1519" y="2123"/>
                    </a:lnTo>
                    <a:lnTo>
                      <a:pt x="1505" y="2131"/>
                    </a:lnTo>
                    <a:lnTo>
                      <a:pt x="1491" y="2133"/>
                    </a:lnTo>
                    <a:lnTo>
                      <a:pt x="944" y="2133"/>
                    </a:lnTo>
                    <a:lnTo>
                      <a:pt x="928" y="2131"/>
                    </a:lnTo>
                    <a:lnTo>
                      <a:pt x="914" y="2123"/>
                    </a:lnTo>
                    <a:lnTo>
                      <a:pt x="904" y="2113"/>
                    </a:lnTo>
                    <a:lnTo>
                      <a:pt x="896" y="2099"/>
                    </a:lnTo>
                    <a:lnTo>
                      <a:pt x="894" y="2083"/>
                    </a:lnTo>
                    <a:lnTo>
                      <a:pt x="894" y="2034"/>
                    </a:lnTo>
                    <a:lnTo>
                      <a:pt x="896" y="2018"/>
                    </a:lnTo>
                    <a:lnTo>
                      <a:pt x="904" y="2004"/>
                    </a:lnTo>
                    <a:lnTo>
                      <a:pt x="914" y="1994"/>
                    </a:lnTo>
                    <a:lnTo>
                      <a:pt x="928" y="1986"/>
                    </a:lnTo>
                    <a:lnTo>
                      <a:pt x="944" y="1984"/>
                    </a:lnTo>
                    <a:close/>
                    <a:moveTo>
                      <a:pt x="769" y="1894"/>
                    </a:moveTo>
                    <a:lnTo>
                      <a:pt x="783" y="1897"/>
                    </a:lnTo>
                    <a:lnTo>
                      <a:pt x="795" y="1905"/>
                    </a:lnTo>
                    <a:lnTo>
                      <a:pt x="805" y="1916"/>
                    </a:lnTo>
                    <a:lnTo>
                      <a:pt x="810" y="1930"/>
                    </a:lnTo>
                    <a:lnTo>
                      <a:pt x="810" y="1943"/>
                    </a:lnTo>
                    <a:lnTo>
                      <a:pt x="807" y="1957"/>
                    </a:lnTo>
                    <a:lnTo>
                      <a:pt x="800" y="1970"/>
                    </a:lnTo>
                    <a:lnTo>
                      <a:pt x="616" y="2175"/>
                    </a:lnTo>
                    <a:lnTo>
                      <a:pt x="606" y="2183"/>
                    </a:lnTo>
                    <a:lnTo>
                      <a:pt x="594" y="2188"/>
                    </a:lnTo>
                    <a:lnTo>
                      <a:pt x="581" y="2191"/>
                    </a:lnTo>
                    <a:lnTo>
                      <a:pt x="567" y="2187"/>
                    </a:lnTo>
                    <a:lnTo>
                      <a:pt x="553" y="2180"/>
                    </a:lnTo>
                    <a:lnTo>
                      <a:pt x="439" y="2088"/>
                    </a:lnTo>
                    <a:lnTo>
                      <a:pt x="430" y="2078"/>
                    </a:lnTo>
                    <a:lnTo>
                      <a:pt x="423" y="2065"/>
                    </a:lnTo>
                    <a:lnTo>
                      <a:pt x="422" y="2052"/>
                    </a:lnTo>
                    <a:lnTo>
                      <a:pt x="425" y="2038"/>
                    </a:lnTo>
                    <a:lnTo>
                      <a:pt x="432" y="2024"/>
                    </a:lnTo>
                    <a:lnTo>
                      <a:pt x="442" y="2015"/>
                    </a:lnTo>
                    <a:lnTo>
                      <a:pt x="456" y="2010"/>
                    </a:lnTo>
                    <a:lnTo>
                      <a:pt x="470" y="2007"/>
                    </a:lnTo>
                    <a:lnTo>
                      <a:pt x="484" y="2011"/>
                    </a:lnTo>
                    <a:lnTo>
                      <a:pt x="496" y="2018"/>
                    </a:lnTo>
                    <a:lnTo>
                      <a:pt x="576" y="2082"/>
                    </a:lnTo>
                    <a:lnTo>
                      <a:pt x="731" y="1909"/>
                    </a:lnTo>
                    <a:lnTo>
                      <a:pt x="742" y="1899"/>
                    </a:lnTo>
                    <a:lnTo>
                      <a:pt x="755" y="1895"/>
                    </a:lnTo>
                    <a:lnTo>
                      <a:pt x="769" y="1894"/>
                    </a:lnTo>
                    <a:close/>
                    <a:moveTo>
                      <a:pt x="944" y="1588"/>
                    </a:moveTo>
                    <a:lnTo>
                      <a:pt x="1738" y="1588"/>
                    </a:lnTo>
                    <a:lnTo>
                      <a:pt x="1754" y="1590"/>
                    </a:lnTo>
                    <a:lnTo>
                      <a:pt x="1768" y="1597"/>
                    </a:lnTo>
                    <a:lnTo>
                      <a:pt x="1778" y="1608"/>
                    </a:lnTo>
                    <a:lnTo>
                      <a:pt x="1786" y="1621"/>
                    </a:lnTo>
                    <a:lnTo>
                      <a:pt x="1788" y="1637"/>
                    </a:lnTo>
                    <a:lnTo>
                      <a:pt x="1788" y="1687"/>
                    </a:lnTo>
                    <a:lnTo>
                      <a:pt x="1786" y="1702"/>
                    </a:lnTo>
                    <a:lnTo>
                      <a:pt x="1778" y="1716"/>
                    </a:lnTo>
                    <a:lnTo>
                      <a:pt x="1768" y="1727"/>
                    </a:lnTo>
                    <a:lnTo>
                      <a:pt x="1754" y="1734"/>
                    </a:lnTo>
                    <a:lnTo>
                      <a:pt x="1738" y="1736"/>
                    </a:lnTo>
                    <a:lnTo>
                      <a:pt x="944" y="1736"/>
                    </a:lnTo>
                    <a:lnTo>
                      <a:pt x="928" y="1734"/>
                    </a:lnTo>
                    <a:lnTo>
                      <a:pt x="914" y="1727"/>
                    </a:lnTo>
                    <a:lnTo>
                      <a:pt x="904" y="1716"/>
                    </a:lnTo>
                    <a:lnTo>
                      <a:pt x="896" y="1702"/>
                    </a:lnTo>
                    <a:lnTo>
                      <a:pt x="894" y="1687"/>
                    </a:lnTo>
                    <a:lnTo>
                      <a:pt x="894" y="1637"/>
                    </a:lnTo>
                    <a:lnTo>
                      <a:pt x="896" y="1621"/>
                    </a:lnTo>
                    <a:lnTo>
                      <a:pt x="904" y="1608"/>
                    </a:lnTo>
                    <a:lnTo>
                      <a:pt x="914" y="1597"/>
                    </a:lnTo>
                    <a:lnTo>
                      <a:pt x="928" y="1590"/>
                    </a:lnTo>
                    <a:lnTo>
                      <a:pt x="944" y="1588"/>
                    </a:lnTo>
                    <a:close/>
                    <a:moveTo>
                      <a:pt x="769" y="1472"/>
                    </a:moveTo>
                    <a:lnTo>
                      <a:pt x="783" y="1475"/>
                    </a:lnTo>
                    <a:lnTo>
                      <a:pt x="795" y="1483"/>
                    </a:lnTo>
                    <a:lnTo>
                      <a:pt x="805" y="1494"/>
                    </a:lnTo>
                    <a:lnTo>
                      <a:pt x="810" y="1508"/>
                    </a:lnTo>
                    <a:lnTo>
                      <a:pt x="810" y="1521"/>
                    </a:lnTo>
                    <a:lnTo>
                      <a:pt x="807" y="1535"/>
                    </a:lnTo>
                    <a:lnTo>
                      <a:pt x="800" y="1548"/>
                    </a:lnTo>
                    <a:lnTo>
                      <a:pt x="616" y="1753"/>
                    </a:lnTo>
                    <a:lnTo>
                      <a:pt x="606" y="1761"/>
                    </a:lnTo>
                    <a:lnTo>
                      <a:pt x="594" y="1767"/>
                    </a:lnTo>
                    <a:lnTo>
                      <a:pt x="581" y="1769"/>
                    </a:lnTo>
                    <a:lnTo>
                      <a:pt x="567" y="1765"/>
                    </a:lnTo>
                    <a:lnTo>
                      <a:pt x="553" y="1758"/>
                    </a:lnTo>
                    <a:lnTo>
                      <a:pt x="439" y="1667"/>
                    </a:lnTo>
                    <a:lnTo>
                      <a:pt x="430" y="1656"/>
                    </a:lnTo>
                    <a:lnTo>
                      <a:pt x="423" y="1643"/>
                    </a:lnTo>
                    <a:lnTo>
                      <a:pt x="422" y="1630"/>
                    </a:lnTo>
                    <a:lnTo>
                      <a:pt x="425" y="1615"/>
                    </a:lnTo>
                    <a:lnTo>
                      <a:pt x="432" y="1602"/>
                    </a:lnTo>
                    <a:lnTo>
                      <a:pt x="442" y="1593"/>
                    </a:lnTo>
                    <a:lnTo>
                      <a:pt x="456" y="1588"/>
                    </a:lnTo>
                    <a:lnTo>
                      <a:pt x="470" y="1586"/>
                    </a:lnTo>
                    <a:lnTo>
                      <a:pt x="484" y="1589"/>
                    </a:lnTo>
                    <a:lnTo>
                      <a:pt x="496" y="1596"/>
                    </a:lnTo>
                    <a:lnTo>
                      <a:pt x="576" y="1660"/>
                    </a:lnTo>
                    <a:lnTo>
                      <a:pt x="731" y="1487"/>
                    </a:lnTo>
                    <a:lnTo>
                      <a:pt x="742" y="1477"/>
                    </a:lnTo>
                    <a:lnTo>
                      <a:pt x="755" y="1473"/>
                    </a:lnTo>
                    <a:lnTo>
                      <a:pt x="769" y="1472"/>
                    </a:lnTo>
                    <a:close/>
                    <a:moveTo>
                      <a:pt x="944" y="1140"/>
                    </a:moveTo>
                    <a:lnTo>
                      <a:pt x="1738" y="1140"/>
                    </a:lnTo>
                    <a:lnTo>
                      <a:pt x="1754" y="1144"/>
                    </a:lnTo>
                    <a:lnTo>
                      <a:pt x="1768" y="1150"/>
                    </a:lnTo>
                    <a:lnTo>
                      <a:pt x="1778" y="1162"/>
                    </a:lnTo>
                    <a:lnTo>
                      <a:pt x="1786" y="1175"/>
                    </a:lnTo>
                    <a:lnTo>
                      <a:pt x="1788" y="1190"/>
                    </a:lnTo>
                    <a:lnTo>
                      <a:pt x="1788" y="1240"/>
                    </a:lnTo>
                    <a:lnTo>
                      <a:pt x="1786" y="1255"/>
                    </a:lnTo>
                    <a:lnTo>
                      <a:pt x="1778" y="1269"/>
                    </a:lnTo>
                    <a:lnTo>
                      <a:pt x="1768" y="1280"/>
                    </a:lnTo>
                    <a:lnTo>
                      <a:pt x="1754" y="1287"/>
                    </a:lnTo>
                    <a:lnTo>
                      <a:pt x="1738" y="1290"/>
                    </a:lnTo>
                    <a:lnTo>
                      <a:pt x="944" y="1290"/>
                    </a:lnTo>
                    <a:lnTo>
                      <a:pt x="928" y="1287"/>
                    </a:lnTo>
                    <a:lnTo>
                      <a:pt x="914" y="1280"/>
                    </a:lnTo>
                    <a:lnTo>
                      <a:pt x="904" y="1269"/>
                    </a:lnTo>
                    <a:lnTo>
                      <a:pt x="896" y="1255"/>
                    </a:lnTo>
                    <a:lnTo>
                      <a:pt x="894" y="1240"/>
                    </a:lnTo>
                    <a:lnTo>
                      <a:pt x="894" y="1190"/>
                    </a:lnTo>
                    <a:lnTo>
                      <a:pt x="896" y="1175"/>
                    </a:lnTo>
                    <a:lnTo>
                      <a:pt x="904" y="1162"/>
                    </a:lnTo>
                    <a:lnTo>
                      <a:pt x="914" y="1150"/>
                    </a:lnTo>
                    <a:lnTo>
                      <a:pt x="928" y="1144"/>
                    </a:lnTo>
                    <a:lnTo>
                      <a:pt x="944" y="1140"/>
                    </a:lnTo>
                    <a:close/>
                    <a:moveTo>
                      <a:pt x="769" y="1030"/>
                    </a:moveTo>
                    <a:lnTo>
                      <a:pt x="783" y="1034"/>
                    </a:lnTo>
                    <a:lnTo>
                      <a:pt x="795" y="1042"/>
                    </a:lnTo>
                    <a:lnTo>
                      <a:pt x="805" y="1053"/>
                    </a:lnTo>
                    <a:lnTo>
                      <a:pt x="810" y="1066"/>
                    </a:lnTo>
                    <a:lnTo>
                      <a:pt x="810" y="1081"/>
                    </a:lnTo>
                    <a:lnTo>
                      <a:pt x="807" y="1094"/>
                    </a:lnTo>
                    <a:lnTo>
                      <a:pt x="800" y="1106"/>
                    </a:lnTo>
                    <a:lnTo>
                      <a:pt x="616" y="1312"/>
                    </a:lnTo>
                    <a:lnTo>
                      <a:pt x="606" y="1320"/>
                    </a:lnTo>
                    <a:lnTo>
                      <a:pt x="594" y="1326"/>
                    </a:lnTo>
                    <a:lnTo>
                      <a:pt x="581" y="1327"/>
                    </a:lnTo>
                    <a:lnTo>
                      <a:pt x="567" y="1325"/>
                    </a:lnTo>
                    <a:lnTo>
                      <a:pt x="553" y="1317"/>
                    </a:lnTo>
                    <a:lnTo>
                      <a:pt x="439" y="1226"/>
                    </a:lnTo>
                    <a:lnTo>
                      <a:pt x="430" y="1215"/>
                    </a:lnTo>
                    <a:lnTo>
                      <a:pt x="423" y="1202"/>
                    </a:lnTo>
                    <a:lnTo>
                      <a:pt x="422" y="1188"/>
                    </a:lnTo>
                    <a:lnTo>
                      <a:pt x="425" y="1174"/>
                    </a:lnTo>
                    <a:lnTo>
                      <a:pt x="432" y="1162"/>
                    </a:lnTo>
                    <a:lnTo>
                      <a:pt x="442" y="1152"/>
                    </a:lnTo>
                    <a:lnTo>
                      <a:pt x="456" y="1146"/>
                    </a:lnTo>
                    <a:lnTo>
                      <a:pt x="470" y="1145"/>
                    </a:lnTo>
                    <a:lnTo>
                      <a:pt x="484" y="1147"/>
                    </a:lnTo>
                    <a:lnTo>
                      <a:pt x="496" y="1154"/>
                    </a:lnTo>
                    <a:lnTo>
                      <a:pt x="576" y="1218"/>
                    </a:lnTo>
                    <a:lnTo>
                      <a:pt x="731" y="1046"/>
                    </a:lnTo>
                    <a:lnTo>
                      <a:pt x="742" y="1036"/>
                    </a:lnTo>
                    <a:lnTo>
                      <a:pt x="755" y="1031"/>
                    </a:lnTo>
                    <a:lnTo>
                      <a:pt x="769" y="1030"/>
                    </a:lnTo>
                    <a:close/>
                    <a:moveTo>
                      <a:pt x="150" y="347"/>
                    </a:moveTo>
                    <a:lnTo>
                      <a:pt x="552" y="347"/>
                    </a:lnTo>
                    <a:lnTo>
                      <a:pt x="548" y="372"/>
                    </a:lnTo>
                    <a:lnTo>
                      <a:pt x="547" y="399"/>
                    </a:lnTo>
                    <a:lnTo>
                      <a:pt x="550" y="439"/>
                    </a:lnTo>
                    <a:lnTo>
                      <a:pt x="559" y="477"/>
                    </a:lnTo>
                    <a:lnTo>
                      <a:pt x="574" y="511"/>
                    </a:lnTo>
                    <a:lnTo>
                      <a:pt x="594" y="544"/>
                    </a:lnTo>
                    <a:lnTo>
                      <a:pt x="618" y="572"/>
                    </a:lnTo>
                    <a:lnTo>
                      <a:pt x="648" y="598"/>
                    </a:lnTo>
                    <a:lnTo>
                      <a:pt x="681" y="618"/>
                    </a:lnTo>
                    <a:lnTo>
                      <a:pt x="715" y="632"/>
                    </a:lnTo>
                    <a:lnTo>
                      <a:pt x="753" y="642"/>
                    </a:lnTo>
                    <a:lnTo>
                      <a:pt x="793" y="645"/>
                    </a:lnTo>
                    <a:lnTo>
                      <a:pt x="1442" y="645"/>
                    </a:lnTo>
                    <a:lnTo>
                      <a:pt x="1482" y="642"/>
                    </a:lnTo>
                    <a:lnTo>
                      <a:pt x="1520" y="632"/>
                    </a:lnTo>
                    <a:lnTo>
                      <a:pt x="1555" y="618"/>
                    </a:lnTo>
                    <a:lnTo>
                      <a:pt x="1588" y="597"/>
                    </a:lnTo>
                    <a:lnTo>
                      <a:pt x="1616" y="572"/>
                    </a:lnTo>
                    <a:lnTo>
                      <a:pt x="1641" y="543"/>
                    </a:lnTo>
                    <a:lnTo>
                      <a:pt x="1661" y="510"/>
                    </a:lnTo>
                    <a:lnTo>
                      <a:pt x="1676" y="475"/>
                    </a:lnTo>
                    <a:lnTo>
                      <a:pt x="1686" y="436"/>
                    </a:lnTo>
                    <a:lnTo>
                      <a:pt x="1689" y="396"/>
                    </a:lnTo>
                    <a:lnTo>
                      <a:pt x="1688" y="371"/>
                    </a:lnTo>
                    <a:lnTo>
                      <a:pt x="1683" y="347"/>
                    </a:lnTo>
                    <a:lnTo>
                      <a:pt x="1987" y="347"/>
                    </a:lnTo>
                    <a:lnTo>
                      <a:pt x="2029" y="349"/>
                    </a:lnTo>
                    <a:lnTo>
                      <a:pt x="2067" y="356"/>
                    </a:lnTo>
                    <a:lnTo>
                      <a:pt x="2101" y="366"/>
                    </a:lnTo>
                    <a:lnTo>
                      <a:pt x="2132" y="379"/>
                    </a:lnTo>
                    <a:lnTo>
                      <a:pt x="2159" y="396"/>
                    </a:lnTo>
                    <a:lnTo>
                      <a:pt x="2182" y="416"/>
                    </a:lnTo>
                    <a:lnTo>
                      <a:pt x="2201" y="438"/>
                    </a:lnTo>
                    <a:lnTo>
                      <a:pt x="2215" y="462"/>
                    </a:lnTo>
                    <a:lnTo>
                      <a:pt x="2226" y="488"/>
                    </a:lnTo>
                    <a:lnTo>
                      <a:pt x="2233" y="517"/>
                    </a:lnTo>
                    <a:lnTo>
                      <a:pt x="2235" y="546"/>
                    </a:lnTo>
                    <a:lnTo>
                      <a:pt x="2235" y="2036"/>
                    </a:lnTo>
                    <a:lnTo>
                      <a:pt x="2210" y="2035"/>
                    </a:lnTo>
                    <a:lnTo>
                      <a:pt x="2186" y="2034"/>
                    </a:lnTo>
                    <a:lnTo>
                      <a:pt x="2118" y="2037"/>
                    </a:lnTo>
                    <a:lnTo>
                      <a:pt x="2051" y="2045"/>
                    </a:lnTo>
                    <a:lnTo>
                      <a:pt x="1987" y="2060"/>
                    </a:lnTo>
                    <a:lnTo>
                      <a:pt x="1987" y="893"/>
                    </a:lnTo>
                    <a:lnTo>
                      <a:pt x="249" y="893"/>
                    </a:lnTo>
                    <a:lnTo>
                      <a:pt x="249" y="2876"/>
                    </a:lnTo>
                    <a:lnTo>
                      <a:pt x="1394" y="2876"/>
                    </a:lnTo>
                    <a:lnTo>
                      <a:pt x="1400" y="2942"/>
                    </a:lnTo>
                    <a:lnTo>
                      <a:pt x="1412" y="3005"/>
                    </a:lnTo>
                    <a:lnTo>
                      <a:pt x="1429" y="3066"/>
                    </a:lnTo>
                    <a:lnTo>
                      <a:pt x="1450" y="3125"/>
                    </a:lnTo>
                    <a:lnTo>
                      <a:pt x="199" y="3125"/>
                    </a:lnTo>
                    <a:lnTo>
                      <a:pt x="163" y="3122"/>
                    </a:lnTo>
                    <a:lnTo>
                      <a:pt x="130" y="3112"/>
                    </a:lnTo>
                    <a:lnTo>
                      <a:pt x="99" y="3097"/>
                    </a:lnTo>
                    <a:lnTo>
                      <a:pt x="71" y="3079"/>
                    </a:lnTo>
                    <a:lnTo>
                      <a:pt x="47" y="3054"/>
                    </a:lnTo>
                    <a:lnTo>
                      <a:pt x="27" y="3027"/>
                    </a:lnTo>
                    <a:lnTo>
                      <a:pt x="13" y="2995"/>
                    </a:lnTo>
                    <a:lnTo>
                      <a:pt x="3" y="2962"/>
                    </a:lnTo>
                    <a:lnTo>
                      <a:pt x="0" y="2926"/>
                    </a:lnTo>
                    <a:lnTo>
                      <a:pt x="0" y="546"/>
                    </a:lnTo>
                    <a:lnTo>
                      <a:pt x="3" y="513"/>
                    </a:lnTo>
                    <a:lnTo>
                      <a:pt x="9" y="483"/>
                    </a:lnTo>
                    <a:lnTo>
                      <a:pt x="21" y="455"/>
                    </a:lnTo>
                    <a:lnTo>
                      <a:pt x="36" y="428"/>
                    </a:lnTo>
                    <a:lnTo>
                      <a:pt x="53" y="405"/>
                    </a:lnTo>
                    <a:lnTo>
                      <a:pt x="71" y="385"/>
                    </a:lnTo>
                    <a:lnTo>
                      <a:pt x="91" y="369"/>
                    </a:lnTo>
                    <a:lnTo>
                      <a:pt x="111" y="358"/>
                    </a:lnTo>
                    <a:lnTo>
                      <a:pt x="131" y="349"/>
                    </a:lnTo>
                    <a:lnTo>
                      <a:pt x="150" y="347"/>
                    </a:lnTo>
                    <a:close/>
                    <a:moveTo>
                      <a:pt x="1118" y="99"/>
                    </a:moveTo>
                    <a:lnTo>
                      <a:pt x="1098" y="102"/>
                    </a:lnTo>
                    <a:lnTo>
                      <a:pt x="1080" y="109"/>
                    </a:lnTo>
                    <a:lnTo>
                      <a:pt x="1065" y="121"/>
                    </a:lnTo>
                    <a:lnTo>
                      <a:pt x="1053" y="136"/>
                    </a:lnTo>
                    <a:lnTo>
                      <a:pt x="1046" y="154"/>
                    </a:lnTo>
                    <a:lnTo>
                      <a:pt x="1043" y="174"/>
                    </a:lnTo>
                    <a:lnTo>
                      <a:pt x="1046" y="194"/>
                    </a:lnTo>
                    <a:lnTo>
                      <a:pt x="1053" y="211"/>
                    </a:lnTo>
                    <a:lnTo>
                      <a:pt x="1065" y="226"/>
                    </a:lnTo>
                    <a:lnTo>
                      <a:pt x="1080" y="238"/>
                    </a:lnTo>
                    <a:lnTo>
                      <a:pt x="1098" y="245"/>
                    </a:lnTo>
                    <a:lnTo>
                      <a:pt x="1118" y="248"/>
                    </a:lnTo>
                    <a:lnTo>
                      <a:pt x="1138" y="245"/>
                    </a:lnTo>
                    <a:lnTo>
                      <a:pt x="1156" y="238"/>
                    </a:lnTo>
                    <a:lnTo>
                      <a:pt x="1170" y="226"/>
                    </a:lnTo>
                    <a:lnTo>
                      <a:pt x="1182" y="211"/>
                    </a:lnTo>
                    <a:lnTo>
                      <a:pt x="1189" y="194"/>
                    </a:lnTo>
                    <a:lnTo>
                      <a:pt x="1193" y="174"/>
                    </a:lnTo>
                    <a:lnTo>
                      <a:pt x="1189" y="154"/>
                    </a:lnTo>
                    <a:lnTo>
                      <a:pt x="1182" y="136"/>
                    </a:lnTo>
                    <a:lnTo>
                      <a:pt x="1170" y="121"/>
                    </a:lnTo>
                    <a:lnTo>
                      <a:pt x="1156" y="109"/>
                    </a:lnTo>
                    <a:lnTo>
                      <a:pt x="1138" y="102"/>
                    </a:lnTo>
                    <a:lnTo>
                      <a:pt x="1118" y="99"/>
                    </a:lnTo>
                    <a:close/>
                    <a:moveTo>
                      <a:pt x="1116" y="0"/>
                    </a:moveTo>
                    <a:lnTo>
                      <a:pt x="1120" y="0"/>
                    </a:lnTo>
                    <a:lnTo>
                      <a:pt x="1150" y="3"/>
                    </a:lnTo>
                    <a:lnTo>
                      <a:pt x="1180" y="11"/>
                    </a:lnTo>
                    <a:lnTo>
                      <a:pt x="1206" y="23"/>
                    </a:lnTo>
                    <a:lnTo>
                      <a:pt x="1230" y="40"/>
                    </a:lnTo>
                    <a:lnTo>
                      <a:pt x="1252" y="61"/>
                    </a:lnTo>
                    <a:lnTo>
                      <a:pt x="1268" y="85"/>
                    </a:lnTo>
                    <a:lnTo>
                      <a:pt x="1281" y="112"/>
                    </a:lnTo>
                    <a:lnTo>
                      <a:pt x="1288" y="141"/>
                    </a:lnTo>
                    <a:lnTo>
                      <a:pt x="1292" y="171"/>
                    </a:lnTo>
                    <a:lnTo>
                      <a:pt x="1292" y="174"/>
                    </a:lnTo>
                    <a:lnTo>
                      <a:pt x="1294" y="194"/>
                    </a:lnTo>
                    <a:lnTo>
                      <a:pt x="1302" y="211"/>
                    </a:lnTo>
                    <a:lnTo>
                      <a:pt x="1314" y="226"/>
                    </a:lnTo>
                    <a:lnTo>
                      <a:pt x="1328" y="238"/>
                    </a:lnTo>
                    <a:lnTo>
                      <a:pt x="1345" y="245"/>
                    </a:lnTo>
                    <a:lnTo>
                      <a:pt x="1365" y="248"/>
                    </a:lnTo>
                    <a:lnTo>
                      <a:pt x="1442" y="248"/>
                    </a:lnTo>
                    <a:lnTo>
                      <a:pt x="1472" y="251"/>
                    </a:lnTo>
                    <a:lnTo>
                      <a:pt x="1499" y="260"/>
                    </a:lnTo>
                    <a:lnTo>
                      <a:pt x="1524" y="274"/>
                    </a:lnTo>
                    <a:lnTo>
                      <a:pt x="1547" y="291"/>
                    </a:lnTo>
                    <a:lnTo>
                      <a:pt x="1564" y="312"/>
                    </a:lnTo>
                    <a:lnTo>
                      <a:pt x="1578" y="338"/>
                    </a:lnTo>
                    <a:lnTo>
                      <a:pt x="1587" y="366"/>
                    </a:lnTo>
                    <a:lnTo>
                      <a:pt x="1590" y="396"/>
                    </a:lnTo>
                    <a:lnTo>
                      <a:pt x="1590" y="399"/>
                    </a:lnTo>
                    <a:lnTo>
                      <a:pt x="1587" y="428"/>
                    </a:lnTo>
                    <a:lnTo>
                      <a:pt x="1578" y="456"/>
                    </a:lnTo>
                    <a:lnTo>
                      <a:pt x="1564" y="481"/>
                    </a:lnTo>
                    <a:lnTo>
                      <a:pt x="1547" y="503"/>
                    </a:lnTo>
                    <a:lnTo>
                      <a:pt x="1524" y="521"/>
                    </a:lnTo>
                    <a:lnTo>
                      <a:pt x="1499" y="534"/>
                    </a:lnTo>
                    <a:lnTo>
                      <a:pt x="1472" y="543"/>
                    </a:lnTo>
                    <a:lnTo>
                      <a:pt x="1442" y="546"/>
                    </a:lnTo>
                    <a:lnTo>
                      <a:pt x="793" y="546"/>
                    </a:lnTo>
                    <a:lnTo>
                      <a:pt x="764" y="543"/>
                    </a:lnTo>
                    <a:lnTo>
                      <a:pt x="736" y="534"/>
                    </a:lnTo>
                    <a:lnTo>
                      <a:pt x="711" y="521"/>
                    </a:lnTo>
                    <a:lnTo>
                      <a:pt x="689" y="503"/>
                    </a:lnTo>
                    <a:lnTo>
                      <a:pt x="671" y="481"/>
                    </a:lnTo>
                    <a:lnTo>
                      <a:pt x="657" y="456"/>
                    </a:lnTo>
                    <a:lnTo>
                      <a:pt x="649" y="428"/>
                    </a:lnTo>
                    <a:lnTo>
                      <a:pt x="646" y="399"/>
                    </a:lnTo>
                    <a:lnTo>
                      <a:pt x="646" y="396"/>
                    </a:lnTo>
                    <a:lnTo>
                      <a:pt x="649" y="366"/>
                    </a:lnTo>
                    <a:lnTo>
                      <a:pt x="657" y="338"/>
                    </a:lnTo>
                    <a:lnTo>
                      <a:pt x="671" y="312"/>
                    </a:lnTo>
                    <a:lnTo>
                      <a:pt x="689" y="291"/>
                    </a:lnTo>
                    <a:lnTo>
                      <a:pt x="711" y="274"/>
                    </a:lnTo>
                    <a:lnTo>
                      <a:pt x="736" y="260"/>
                    </a:lnTo>
                    <a:lnTo>
                      <a:pt x="764" y="251"/>
                    </a:lnTo>
                    <a:lnTo>
                      <a:pt x="793" y="248"/>
                    </a:lnTo>
                    <a:lnTo>
                      <a:pt x="870" y="248"/>
                    </a:lnTo>
                    <a:lnTo>
                      <a:pt x="889" y="245"/>
                    </a:lnTo>
                    <a:lnTo>
                      <a:pt x="907" y="238"/>
                    </a:lnTo>
                    <a:lnTo>
                      <a:pt x="922" y="226"/>
                    </a:lnTo>
                    <a:lnTo>
                      <a:pt x="933" y="211"/>
                    </a:lnTo>
                    <a:lnTo>
                      <a:pt x="941" y="194"/>
                    </a:lnTo>
                    <a:lnTo>
                      <a:pt x="944" y="174"/>
                    </a:lnTo>
                    <a:lnTo>
                      <a:pt x="944" y="171"/>
                    </a:lnTo>
                    <a:lnTo>
                      <a:pt x="947" y="141"/>
                    </a:lnTo>
                    <a:lnTo>
                      <a:pt x="954" y="112"/>
                    </a:lnTo>
                    <a:lnTo>
                      <a:pt x="967" y="85"/>
                    </a:lnTo>
                    <a:lnTo>
                      <a:pt x="984" y="61"/>
                    </a:lnTo>
                    <a:lnTo>
                      <a:pt x="1005" y="40"/>
                    </a:lnTo>
                    <a:lnTo>
                      <a:pt x="1029" y="23"/>
                    </a:lnTo>
                    <a:lnTo>
                      <a:pt x="1056" y="11"/>
                    </a:lnTo>
                    <a:lnTo>
                      <a:pt x="1085" y="3"/>
                    </a:lnTo>
                    <a:lnTo>
                      <a:pt x="1116"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2" name="椭圆 41"/>
              <p:cNvSpPr/>
              <p:nvPr/>
            </p:nvSpPr>
            <p:spPr>
              <a:xfrm>
                <a:off x="2418701" y="4675290"/>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nvGrpSpPr>
            <p:cNvPr id="38" name="组合 37"/>
            <p:cNvGrpSpPr/>
            <p:nvPr/>
          </p:nvGrpSpPr>
          <p:grpSpPr>
            <a:xfrm>
              <a:off x="3064811" y="4782240"/>
              <a:ext cx="848538" cy="848538"/>
              <a:chOff x="3601296" y="4737148"/>
              <a:chExt cx="848538" cy="848538"/>
            </a:xfrm>
          </p:grpSpPr>
          <p:sp>
            <p:nvSpPr>
              <p:cNvPr id="39" name="자유형 60"/>
              <p:cNvSpPr/>
              <p:nvPr/>
            </p:nvSpPr>
            <p:spPr bwMode="auto">
              <a:xfrm flipV="1">
                <a:off x="3843099" y="5001724"/>
                <a:ext cx="364932" cy="319387"/>
              </a:xfrm>
              <a:custGeom>
                <a:avLst/>
                <a:gdLst>
                  <a:gd name="connsiteX0" fmla="*/ 149021 w 448462"/>
                  <a:gd name="connsiteY0" fmla="*/ 328125 h 392491"/>
                  <a:gd name="connsiteX1" fmla="*/ 210588 w 448462"/>
                  <a:gd name="connsiteY1" fmla="*/ 357224 h 392491"/>
                  <a:gd name="connsiteX2" fmla="*/ 160375 w 448462"/>
                  <a:gd name="connsiteY2" fmla="*/ 391211 h 392491"/>
                  <a:gd name="connsiteX3" fmla="*/ 158502 w 448462"/>
                  <a:gd name="connsiteY3" fmla="*/ 392025 h 392491"/>
                  <a:gd name="connsiteX4" fmla="*/ 156629 w 448462"/>
                  <a:gd name="connsiteY4" fmla="*/ 392491 h 392491"/>
                  <a:gd name="connsiteX5" fmla="*/ 154757 w 448462"/>
                  <a:gd name="connsiteY5" fmla="*/ 392375 h 392491"/>
                  <a:gd name="connsiteX6" fmla="*/ 153001 w 448462"/>
                  <a:gd name="connsiteY6" fmla="*/ 391676 h 392491"/>
                  <a:gd name="connsiteX7" fmla="*/ 151362 w 448462"/>
                  <a:gd name="connsiteY7" fmla="*/ 390396 h 392491"/>
                  <a:gd name="connsiteX8" fmla="*/ 150075 w 448462"/>
                  <a:gd name="connsiteY8" fmla="*/ 388883 h 392491"/>
                  <a:gd name="connsiteX9" fmla="*/ 149255 w 448462"/>
                  <a:gd name="connsiteY9" fmla="*/ 387137 h 392491"/>
                  <a:gd name="connsiteX10" fmla="*/ 149021 w 448462"/>
                  <a:gd name="connsiteY10" fmla="*/ 385158 h 392491"/>
                  <a:gd name="connsiteX11" fmla="*/ 441235 w 448462"/>
                  <a:gd name="connsiteY11" fmla="*/ 0 h 392491"/>
                  <a:gd name="connsiteX12" fmla="*/ 442983 w 448462"/>
                  <a:gd name="connsiteY12" fmla="*/ 233 h 392491"/>
                  <a:gd name="connsiteX13" fmla="*/ 444615 w 448462"/>
                  <a:gd name="connsiteY13" fmla="*/ 816 h 392491"/>
                  <a:gd name="connsiteX14" fmla="*/ 446131 w 448462"/>
                  <a:gd name="connsiteY14" fmla="*/ 1866 h 392491"/>
                  <a:gd name="connsiteX15" fmla="*/ 447530 w 448462"/>
                  <a:gd name="connsiteY15" fmla="*/ 3615 h 392491"/>
                  <a:gd name="connsiteX16" fmla="*/ 448346 w 448462"/>
                  <a:gd name="connsiteY16" fmla="*/ 5714 h 392491"/>
                  <a:gd name="connsiteX17" fmla="*/ 448462 w 448462"/>
                  <a:gd name="connsiteY17" fmla="*/ 7696 h 392491"/>
                  <a:gd name="connsiteX18" fmla="*/ 447879 w 448462"/>
                  <a:gd name="connsiteY18" fmla="*/ 9911 h 392491"/>
                  <a:gd name="connsiteX19" fmla="*/ 307990 w 448462"/>
                  <a:gd name="connsiteY19" fmla="*/ 362641 h 392491"/>
                  <a:gd name="connsiteX20" fmla="*/ 306708 w 448462"/>
                  <a:gd name="connsiteY20" fmla="*/ 364973 h 392491"/>
                  <a:gd name="connsiteX21" fmla="*/ 305076 w 448462"/>
                  <a:gd name="connsiteY21" fmla="*/ 366955 h 392491"/>
                  <a:gd name="connsiteX22" fmla="*/ 303094 w 448462"/>
                  <a:gd name="connsiteY22" fmla="*/ 368588 h 392491"/>
                  <a:gd name="connsiteX23" fmla="*/ 300646 w 448462"/>
                  <a:gd name="connsiteY23" fmla="*/ 369870 h 392491"/>
                  <a:gd name="connsiteX24" fmla="*/ 298314 w 448462"/>
                  <a:gd name="connsiteY24" fmla="*/ 370570 h 392491"/>
                  <a:gd name="connsiteX25" fmla="*/ 295983 w 448462"/>
                  <a:gd name="connsiteY25" fmla="*/ 370803 h 392491"/>
                  <a:gd name="connsiteX26" fmla="*/ 293068 w 448462"/>
                  <a:gd name="connsiteY26" fmla="*/ 370453 h 392491"/>
                  <a:gd name="connsiteX27" fmla="*/ 290387 w 448462"/>
                  <a:gd name="connsiteY27" fmla="*/ 369404 h 392491"/>
                  <a:gd name="connsiteX28" fmla="*/ 148982 w 448462"/>
                  <a:gd name="connsiteY28" fmla="*/ 302123 h 392491"/>
                  <a:gd name="connsiteX29" fmla="*/ 347858 w 448462"/>
                  <a:gd name="connsiteY29" fmla="*/ 102379 h 392491"/>
                  <a:gd name="connsiteX30" fmla="*/ 120771 w 448462"/>
                  <a:gd name="connsiteY30" fmla="*/ 288830 h 392491"/>
                  <a:gd name="connsiteX31" fmla="*/ 7344 w 448462"/>
                  <a:gd name="connsiteY31" fmla="*/ 234842 h 392491"/>
                  <a:gd name="connsiteX32" fmla="*/ 4896 w 448462"/>
                  <a:gd name="connsiteY32" fmla="*/ 233209 h 392491"/>
                  <a:gd name="connsiteX33" fmla="*/ 2798 w 448462"/>
                  <a:gd name="connsiteY33" fmla="*/ 231227 h 392491"/>
                  <a:gd name="connsiteX34" fmla="*/ 1282 w 448462"/>
                  <a:gd name="connsiteY34" fmla="*/ 228895 h 392491"/>
                  <a:gd name="connsiteX35" fmla="*/ 349 w 448462"/>
                  <a:gd name="connsiteY35" fmla="*/ 226213 h 392491"/>
                  <a:gd name="connsiteX36" fmla="*/ 0 w 448462"/>
                  <a:gd name="connsiteY36" fmla="*/ 223298 h 392491"/>
                  <a:gd name="connsiteX37" fmla="*/ 233 w 448462"/>
                  <a:gd name="connsiteY37" fmla="*/ 220499 h 392491"/>
                  <a:gd name="connsiteX38" fmla="*/ 1165 w 448462"/>
                  <a:gd name="connsiteY38" fmla="*/ 217701 h 392491"/>
                  <a:gd name="connsiteX39" fmla="*/ 2681 w 448462"/>
                  <a:gd name="connsiteY39" fmla="*/ 215252 h 392491"/>
                  <a:gd name="connsiteX40" fmla="*/ 4779 w 448462"/>
                  <a:gd name="connsiteY40" fmla="*/ 213270 h 392491"/>
                  <a:gd name="connsiteX41" fmla="*/ 7227 w 448462"/>
                  <a:gd name="connsiteY41" fmla="*/ 211754 h 392491"/>
                  <a:gd name="connsiteX42" fmla="*/ 437971 w 448462"/>
                  <a:gd name="connsiteY42" fmla="*/ 583 h 392491"/>
                  <a:gd name="connsiteX43" fmla="*/ 439603 w 448462"/>
                  <a:gd name="connsiteY43" fmla="*/ 117 h 392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48462" h="392491">
                    <a:moveTo>
                      <a:pt x="149021" y="328125"/>
                    </a:moveTo>
                    <a:lnTo>
                      <a:pt x="210588" y="357224"/>
                    </a:lnTo>
                    <a:lnTo>
                      <a:pt x="160375" y="391211"/>
                    </a:lnTo>
                    <a:lnTo>
                      <a:pt x="158502" y="392025"/>
                    </a:lnTo>
                    <a:lnTo>
                      <a:pt x="156629" y="392491"/>
                    </a:lnTo>
                    <a:lnTo>
                      <a:pt x="154757" y="392375"/>
                    </a:lnTo>
                    <a:lnTo>
                      <a:pt x="153001" y="391676"/>
                    </a:lnTo>
                    <a:lnTo>
                      <a:pt x="151362" y="390396"/>
                    </a:lnTo>
                    <a:lnTo>
                      <a:pt x="150075" y="388883"/>
                    </a:lnTo>
                    <a:lnTo>
                      <a:pt x="149255" y="387137"/>
                    </a:lnTo>
                    <a:lnTo>
                      <a:pt x="149021" y="385158"/>
                    </a:lnTo>
                    <a:close/>
                    <a:moveTo>
                      <a:pt x="441235" y="0"/>
                    </a:moveTo>
                    <a:lnTo>
                      <a:pt x="442983" y="233"/>
                    </a:lnTo>
                    <a:lnTo>
                      <a:pt x="444615" y="816"/>
                    </a:lnTo>
                    <a:lnTo>
                      <a:pt x="446131" y="1866"/>
                    </a:lnTo>
                    <a:lnTo>
                      <a:pt x="447530" y="3615"/>
                    </a:lnTo>
                    <a:lnTo>
                      <a:pt x="448346" y="5714"/>
                    </a:lnTo>
                    <a:lnTo>
                      <a:pt x="448462" y="7696"/>
                    </a:lnTo>
                    <a:lnTo>
                      <a:pt x="447879" y="9911"/>
                    </a:lnTo>
                    <a:lnTo>
                      <a:pt x="307990" y="362641"/>
                    </a:lnTo>
                    <a:lnTo>
                      <a:pt x="306708" y="364973"/>
                    </a:lnTo>
                    <a:lnTo>
                      <a:pt x="305076" y="366955"/>
                    </a:lnTo>
                    <a:lnTo>
                      <a:pt x="303094" y="368588"/>
                    </a:lnTo>
                    <a:lnTo>
                      <a:pt x="300646" y="369870"/>
                    </a:lnTo>
                    <a:lnTo>
                      <a:pt x="298314" y="370570"/>
                    </a:lnTo>
                    <a:lnTo>
                      <a:pt x="295983" y="370803"/>
                    </a:lnTo>
                    <a:lnTo>
                      <a:pt x="293068" y="370453"/>
                    </a:lnTo>
                    <a:lnTo>
                      <a:pt x="290387" y="369404"/>
                    </a:lnTo>
                    <a:lnTo>
                      <a:pt x="148982" y="302123"/>
                    </a:lnTo>
                    <a:lnTo>
                      <a:pt x="347858" y="102379"/>
                    </a:lnTo>
                    <a:lnTo>
                      <a:pt x="120771" y="288830"/>
                    </a:lnTo>
                    <a:lnTo>
                      <a:pt x="7344" y="234842"/>
                    </a:lnTo>
                    <a:lnTo>
                      <a:pt x="4896" y="233209"/>
                    </a:lnTo>
                    <a:lnTo>
                      <a:pt x="2798" y="231227"/>
                    </a:lnTo>
                    <a:lnTo>
                      <a:pt x="1282" y="228895"/>
                    </a:lnTo>
                    <a:lnTo>
                      <a:pt x="349" y="226213"/>
                    </a:lnTo>
                    <a:lnTo>
                      <a:pt x="0" y="223298"/>
                    </a:lnTo>
                    <a:lnTo>
                      <a:pt x="233" y="220499"/>
                    </a:lnTo>
                    <a:lnTo>
                      <a:pt x="1165" y="217701"/>
                    </a:lnTo>
                    <a:lnTo>
                      <a:pt x="2681" y="215252"/>
                    </a:lnTo>
                    <a:lnTo>
                      <a:pt x="4779" y="213270"/>
                    </a:lnTo>
                    <a:lnTo>
                      <a:pt x="7227" y="211754"/>
                    </a:lnTo>
                    <a:lnTo>
                      <a:pt x="437971" y="583"/>
                    </a:lnTo>
                    <a:lnTo>
                      <a:pt x="439603" y="117"/>
                    </a:lnTo>
                    <a:close/>
                  </a:path>
                </a:pathLst>
              </a:custGeom>
              <a:solidFill>
                <a:schemeClr val="accent2"/>
              </a:solidFill>
              <a:ln w="0">
                <a:noFill/>
                <a:prstDash val="solid"/>
                <a:round/>
              </a:ln>
            </p:spPr>
            <p:txBody>
              <a:bodyPr vert="horz" wrap="square" lIns="91440" tIns="45720" rIns="91440" bIns="45720" numCol="1" anchor="t" anchorCtr="0" compatLnSpc="1">
                <a:noAutofit/>
              </a:bodyPr>
              <a:lstStyle/>
              <a:p>
                <a:endParaRPr lang="ko-KR" altLang="en-US">
                  <a:solidFill>
                    <a:schemeClr val="accent2"/>
                  </a:solidFill>
                </a:endParaRPr>
              </a:p>
            </p:txBody>
          </p:sp>
          <p:sp>
            <p:nvSpPr>
              <p:cNvPr id="40" name="椭圆 39"/>
              <p:cNvSpPr/>
              <p:nvPr/>
            </p:nvSpPr>
            <p:spPr>
              <a:xfrm>
                <a:off x="3601296" y="4737148"/>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sp>
        <p:nvSpPr>
          <p:cNvPr id="53" name="PA-文本框 14"/>
          <p:cNvSpPr txBox="1"/>
          <p:nvPr>
            <p:custDataLst>
              <p:tags r:id="rId2"/>
            </p:custDataLst>
          </p:nvPr>
        </p:nvSpPr>
        <p:spPr>
          <a:xfrm>
            <a:off x="3841782" y="3830495"/>
            <a:ext cx="4497922" cy="307777"/>
          </a:xfrm>
          <a:prstGeom prst="rect">
            <a:avLst/>
          </a:prstGeom>
          <a:solidFill>
            <a:schemeClr val="accent2"/>
          </a:solidFill>
        </p:spPr>
        <p:txBody>
          <a:bodyPr wrap="square" rtlCol="0">
            <a:spAutoFit/>
          </a:bodyPr>
          <a:lstStyle/>
          <a:p>
            <a:pPr algn="dist"/>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开题报告</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论文答辩</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毕业答辩</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毕业论文</a:t>
            </a:r>
          </a:p>
        </p:txBody>
      </p:sp>
      <p:sp>
        <p:nvSpPr>
          <p:cNvPr id="2" name="矩形 1"/>
          <p:cNvSpPr/>
          <p:nvPr/>
        </p:nvSpPr>
        <p:spPr>
          <a:xfrm>
            <a:off x="404420" y="457200"/>
            <a:ext cx="11413067" cy="594359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rcRect r="46593" b="59420"/>
          <a:stretch>
            <a:fillRect/>
          </a:stretch>
        </p:blipFill>
        <p:spPr>
          <a:xfrm>
            <a:off x="834" y="3586"/>
            <a:ext cx="5192671" cy="2782957"/>
          </a:xfrm>
          <a:prstGeom prst="rect">
            <a:avLst/>
          </a:prstGeom>
        </p:spPr>
      </p:pic>
      <p:pic>
        <p:nvPicPr>
          <p:cNvPr id="4" name="图片 3"/>
          <p:cNvPicPr>
            <a:picLocks noChangeAspect="1"/>
          </p:cNvPicPr>
          <p:nvPr/>
        </p:nvPicPr>
        <p:blipFill>
          <a:blip r:embed="rId6" cstate="print">
            <a:extLst>
              <a:ext uri="{28A0092B-C50C-407E-A947-70E740481C1C}">
                <a14:useLocalDpi xmlns:a14="http://schemas.microsoft.com/office/drawing/2010/main" val="0"/>
              </a:ext>
            </a:extLst>
          </a:blip>
          <a:srcRect l="59291" t="67288"/>
          <a:stretch>
            <a:fillRect/>
          </a:stretch>
        </p:blipFill>
        <p:spPr>
          <a:xfrm>
            <a:off x="8241542" y="4614597"/>
            <a:ext cx="3958038" cy="2243403"/>
          </a:xfrm>
          <a:prstGeom prst="rect">
            <a:avLst/>
          </a:prstGeom>
        </p:spPr>
      </p:pic>
      <p:sp>
        <p:nvSpPr>
          <p:cNvPr id="5" name="PA_矩形 29"/>
          <p:cNvSpPr/>
          <p:nvPr>
            <p:custDataLst>
              <p:tags r:id="rId3"/>
            </p:custDataLst>
          </p:nvPr>
        </p:nvSpPr>
        <p:spPr>
          <a:xfrm>
            <a:off x="10464786" y="735133"/>
            <a:ext cx="1134533" cy="461665"/>
          </a:xfrm>
          <a:prstGeom prst="rect">
            <a:avLst/>
          </a:prstGeom>
          <a:ln>
            <a:noFill/>
          </a:ln>
          <a:effectLst/>
        </p:spPr>
        <p:txBody>
          <a:bodyPr wrap="square">
            <a:spAutoFit/>
          </a:bodyPr>
          <a:lstStyle/>
          <a:p>
            <a:pPr algn="dist"/>
            <a:r>
              <a:rPr lang="en-US" altLang="zh-CN" sz="2400" b="1" dirty="0">
                <a:latin typeface="思源宋体 CN Heavy" panose="02020900000000000000" pitchFamily="18" charset="-122"/>
                <a:ea typeface="思源宋体 CN Heavy" panose="02020900000000000000" pitchFamily="18" charset="-122"/>
                <a:cs typeface="Open Sans" panose="020B0606030504020204" pitchFamily="34" charset="0"/>
                <a:sym typeface="Arial" panose="020B0604020202020204"/>
              </a:rPr>
              <a:t>LOGO</a:t>
            </a:r>
            <a:endParaRPr lang="zh-CN" altLang="en-US" sz="2400" b="1" dirty="0">
              <a:latin typeface="思源宋体 CN Heavy" panose="02020900000000000000" pitchFamily="18" charset="-122"/>
              <a:ea typeface="思源宋体 CN Heavy" panose="02020900000000000000" pitchFamily="18" charset="-122"/>
              <a:cs typeface="Open Sans" panose="020B0606030504020204" pitchFamily="34" charset="0"/>
              <a:sym typeface="Arial" panose="020B0604020202020204"/>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left)">
                                      <p:cBhvr>
                                        <p:cTn id="7" dur="500"/>
                                        <p:tgtEl>
                                          <p:spTgt spid="53"/>
                                        </p:tgtEl>
                                      </p:cBhvr>
                                    </p:animEffect>
                                  </p:childTnLst>
                                </p:cTn>
                              </p:par>
                            </p:childTnLst>
                          </p:cTn>
                        </p:par>
                        <p:par>
                          <p:cTn id="8" fill="hold">
                            <p:stCondLst>
                              <p:cond delay="500"/>
                            </p:stCondLst>
                            <p:childTnLst>
                              <p:par>
                                <p:cTn id="9" presetID="0" presetClass="entr" presetSubtype="0" fill="hold" grpId="0" nodeType="afterEffect">
                                  <p:stCondLst>
                                    <p:cond delay="0"/>
                                  </p:stCondLst>
                                  <p:iterate type="lt">
                                    <p:tmPct val="10000"/>
                                  </p:iterate>
                                  <p:childTnLst>
                                    <p:set>
                                      <p:cBhvr>
                                        <p:cTn id="10" dur="1" fill="hold">
                                          <p:stCondLst>
                                            <p:cond delay="0"/>
                                          </p:stCondLst>
                                        </p:cTn>
                                        <p:tgtEl>
                                          <p:spTgt spid="5"/>
                                        </p:tgtEl>
                                        <p:attrNameLst>
                                          <p:attrName>style.visibility</p:attrName>
                                        </p:attrNameLst>
                                      </p:cBhvr>
                                      <p:to>
                                        <p:strVal val="visible"/>
                                      </p:to>
                                    </p:set>
                                    <p:anim to="" calcmode="lin" valueType="num">
                                      <p:cBhvr>
                                        <p:cTn id="11" dur="700" fill="hold">
                                          <p:stCondLst>
                                            <p:cond delay="0"/>
                                          </p:stCondLst>
                                        </p:cTn>
                                        <p:tgtEl>
                                          <p:spTgt spid="5"/>
                                        </p:tgtEl>
                                        <p:attrNameLst>
                                          <p:attrName>ppt_y</p:attrName>
                                        </p:attrNameLst>
                                      </p:cBhvr>
                                      <p:tavLst>
                                        <p:tav tm="0" fmla="#ppt_y+#ppt_h/2*((1.5-1.5*$)^3-(1.5-1.5*$)^2)*8/9">
                                          <p:val>
                                            <p:fltVal val="0"/>
                                          </p:val>
                                        </p:tav>
                                        <p:tav tm="100000">
                                          <p:val>
                                            <p:fltVal val="1"/>
                                          </p:val>
                                        </p:tav>
                                      </p:tavLst>
                                    </p:anim>
                                    <p:anim to="" calcmode="lin" valueType="num">
                                      <p:cBhvr>
                                        <p:cTn id="12" dur="700" fill="hold">
                                          <p:stCondLst>
                                            <p:cond delay="0"/>
                                          </p:stCondLst>
                                        </p:cTn>
                                        <p:tgtEl>
                                          <p:spTgt spid="5"/>
                                        </p:tgtEl>
                                        <p:attrNameLst>
                                          <p:attrName>ppt_h</p:attrName>
                                        </p:attrNameLst>
                                      </p:cBhvr>
                                      <p:tavLst>
                                        <p:tav tm="0" fmla="#ppt_h-#ppt_h*((1.5-1.5*$)^3-(1.5-1.5*$)^2)">
                                          <p:val>
                                            <p:fltVal val="0"/>
                                          </p:val>
                                        </p:tav>
                                        <p:tav tm="100000">
                                          <p:val>
                                            <p:fltVal val="1"/>
                                          </p:val>
                                        </p:tav>
                                      </p:tavLst>
                                    </p:anim>
                                    <p:animEffect filter="fade">
                                      <p:cBhvr>
                                        <p:cTn id="13" dur="700">
                                          <p:stCondLst>
                                            <p:cond delay="0"/>
                                          </p:stCondLst>
                                        </p:cTn>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4279345" y="2278182"/>
            <a:ext cx="3633306" cy="3489263"/>
            <a:chOff x="4279345" y="1987898"/>
            <a:chExt cx="3633306" cy="3489263"/>
          </a:xfrm>
        </p:grpSpPr>
        <p:sp>
          <p:nvSpPr>
            <p:cNvPr id="5" name="Freeform 6"/>
            <p:cNvSpPr/>
            <p:nvPr/>
          </p:nvSpPr>
          <p:spPr bwMode="auto">
            <a:xfrm>
              <a:off x="6730633" y="3053229"/>
              <a:ext cx="1182018" cy="1364059"/>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accent2"/>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lnSpc>
                  <a:spcPct val="130000"/>
                </a:lnSpc>
              </a:pPr>
              <a:endParaRPr lang="zh-CN" altLang="en-US" sz="16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6" name="Freeform 7"/>
            <p:cNvSpPr/>
            <p:nvPr/>
          </p:nvSpPr>
          <p:spPr bwMode="auto">
            <a:xfrm>
              <a:off x="4279345" y="3053229"/>
              <a:ext cx="1180655" cy="1364059"/>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accent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lnSpc>
                  <a:spcPct val="130000"/>
                </a:lnSpc>
              </a:pPr>
              <a:endParaRPr lang="zh-CN" altLang="en-US" sz="16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7" name="Freeform 8"/>
            <p:cNvSpPr/>
            <p:nvPr/>
          </p:nvSpPr>
          <p:spPr bwMode="auto">
            <a:xfrm>
              <a:off x="4891486" y="1987898"/>
              <a:ext cx="1180655" cy="1365423"/>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accent2"/>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lnSpc>
                  <a:spcPct val="130000"/>
                </a:lnSpc>
              </a:pPr>
              <a:endParaRPr lang="zh-CN" altLang="en-US" sz="16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8" name="Freeform 9"/>
            <p:cNvSpPr/>
            <p:nvPr/>
          </p:nvSpPr>
          <p:spPr bwMode="auto">
            <a:xfrm>
              <a:off x="6119857" y="1987898"/>
              <a:ext cx="1180655" cy="1365423"/>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accent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lnSpc>
                  <a:spcPct val="130000"/>
                </a:lnSpc>
              </a:pPr>
              <a:endParaRPr lang="zh-CN" altLang="en-US" sz="16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9" name="Freeform 10"/>
            <p:cNvSpPr/>
            <p:nvPr/>
          </p:nvSpPr>
          <p:spPr bwMode="auto">
            <a:xfrm>
              <a:off x="4891486" y="4111738"/>
              <a:ext cx="1180655" cy="1365423"/>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chemeClr val="accent2"/>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lnSpc>
                  <a:spcPct val="130000"/>
                </a:lnSpc>
              </a:pPr>
              <a:endParaRPr lang="zh-CN" altLang="en-US" sz="16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0" name="Freeform 11"/>
            <p:cNvSpPr/>
            <p:nvPr/>
          </p:nvSpPr>
          <p:spPr bwMode="auto">
            <a:xfrm>
              <a:off x="6119857" y="4111738"/>
              <a:ext cx="1180655" cy="1365423"/>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chemeClr val="accent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lnSpc>
                  <a:spcPct val="130000"/>
                </a:lnSpc>
              </a:pPr>
              <a:endParaRPr lang="zh-CN" altLang="en-US" sz="16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1" name="Freeform 13"/>
            <p:cNvSpPr>
              <a:spLocks noEditPoints="1"/>
            </p:cNvSpPr>
            <p:nvPr/>
          </p:nvSpPr>
          <p:spPr bwMode="auto">
            <a:xfrm>
              <a:off x="4628361" y="3477450"/>
              <a:ext cx="526251" cy="519707"/>
            </a:xfrm>
            <a:custGeom>
              <a:avLst/>
              <a:gdLst>
                <a:gd name="T0" fmla="*/ 909 w 1006"/>
                <a:gd name="T1" fmla="*/ 858 h 995"/>
                <a:gd name="T2" fmla="*/ 805 w 1006"/>
                <a:gd name="T3" fmla="*/ 858 h 995"/>
                <a:gd name="T4" fmla="*/ 969 w 1006"/>
                <a:gd name="T5" fmla="*/ 97 h 995"/>
                <a:gd name="T6" fmla="*/ 834 w 1006"/>
                <a:gd name="T7" fmla="*/ 0 h 995"/>
                <a:gd name="T8" fmla="*/ 472 w 1006"/>
                <a:gd name="T9" fmla="*/ 323 h 995"/>
                <a:gd name="T10" fmla="*/ 421 w 1006"/>
                <a:gd name="T11" fmla="*/ 397 h 995"/>
                <a:gd name="T12" fmla="*/ 376 w 1006"/>
                <a:gd name="T13" fmla="*/ 419 h 995"/>
                <a:gd name="T14" fmla="*/ 381 w 1006"/>
                <a:gd name="T15" fmla="*/ 556 h 995"/>
                <a:gd name="T16" fmla="*/ 89 w 1006"/>
                <a:gd name="T17" fmla="*/ 810 h 995"/>
                <a:gd name="T18" fmla="*/ 57 w 1006"/>
                <a:gd name="T19" fmla="*/ 995 h 995"/>
                <a:gd name="T20" fmla="*/ 208 w 1006"/>
                <a:gd name="T21" fmla="*/ 844 h 995"/>
                <a:gd name="T22" fmla="*/ 445 w 1006"/>
                <a:gd name="T23" fmla="*/ 621 h 995"/>
                <a:gd name="T24" fmla="*/ 578 w 1006"/>
                <a:gd name="T25" fmla="*/ 621 h 995"/>
                <a:gd name="T26" fmla="*/ 616 w 1006"/>
                <a:gd name="T27" fmla="*/ 537 h 995"/>
                <a:gd name="T28" fmla="*/ 674 w 1006"/>
                <a:gd name="T29" fmla="*/ 525 h 995"/>
                <a:gd name="T30" fmla="*/ 969 w 1006"/>
                <a:gd name="T31" fmla="*/ 97 h 995"/>
                <a:gd name="T32" fmla="*/ 392 w 1006"/>
                <a:gd name="T33" fmla="*/ 325 h 995"/>
                <a:gd name="T34" fmla="*/ 404 w 1006"/>
                <a:gd name="T35" fmla="*/ 312 h 995"/>
                <a:gd name="T36" fmla="*/ 436 w 1006"/>
                <a:gd name="T37" fmla="*/ 281 h 995"/>
                <a:gd name="T38" fmla="*/ 215 w 1006"/>
                <a:gd name="T39" fmla="*/ 1 h 995"/>
                <a:gd name="T40" fmla="*/ 280 w 1006"/>
                <a:gd name="T41" fmla="*/ 160 h 995"/>
                <a:gd name="T42" fmla="*/ 21 w 1006"/>
                <a:gd name="T43" fmla="*/ 195 h 995"/>
                <a:gd name="T44" fmla="*/ 232 w 1006"/>
                <a:gd name="T45" fmla="*/ 447 h 995"/>
                <a:gd name="T46" fmla="*/ 303 w 1006"/>
                <a:gd name="T47" fmla="*/ 433 h 995"/>
                <a:gd name="T48" fmla="*/ 363 w 1006"/>
                <a:gd name="T49" fmla="*/ 354 h 995"/>
                <a:gd name="T50" fmla="*/ 672 w 1006"/>
                <a:gd name="T51" fmla="*/ 606 h 995"/>
                <a:gd name="T52" fmla="*/ 617 w 1006"/>
                <a:gd name="T53" fmla="*/ 660 h 995"/>
                <a:gd name="T54" fmla="*/ 741 w 1006"/>
                <a:gd name="T55" fmla="*/ 871 h 995"/>
                <a:gd name="T56" fmla="*/ 869 w 1006"/>
                <a:gd name="T57" fmla="*/ 995 h 995"/>
                <a:gd name="T58" fmla="*/ 980 w 1006"/>
                <a:gd name="T59" fmla="*/ 825 h 995"/>
                <a:gd name="T60" fmla="*/ 702 w 1006"/>
                <a:gd name="T61" fmla="*/ 576 h 995"/>
                <a:gd name="T62" fmla="*/ 658 w 1006"/>
                <a:gd name="T63" fmla="*/ 579 h 9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04" h="995">
                  <a:moveTo>
                    <a:pt x="857" y="806"/>
                  </a:moveTo>
                  <a:cubicBezTo>
                    <a:pt x="886" y="806"/>
                    <a:pt x="909" y="829"/>
                    <a:pt x="909" y="858"/>
                  </a:cubicBezTo>
                  <a:cubicBezTo>
                    <a:pt x="909" y="887"/>
                    <a:pt x="886" y="910"/>
                    <a:pt x="857" y="910"/>
                  </a:cubicBezTo>
                  <a:cubicBezTo>
                    <a:pt x="828" y="910"/>
                    <a:pt x="805" y="887"/>
                    <a:pt x="805" y="858"/>
                  </a:cubicBezTo>
                  <a:cubicBezTo>
                    <a:pt x="805" y="829"/>
                    <a:pt x="828" y="806"/>
                    <a:pt x="857" y="806"/>
                  </a:cubicBezTo>
                  <a:close/>
                  <a:moveTo>
                    <a:pt x="969" y="97"/>
                  </a:moveTo>
                  <a:lnTo>
                    <a:pt x="900" y="28"/>
                  </a:lnTo>
                  <a:cubicBezTo>
                    <a:pt x="882" y="9"/>
                    <a:pt x="858" y="0"/>
                    <a:pt x="834" y="0"/>
                  </a:cubicBezTo>
                  <a:cubicBezTo>
                    <a:pt x="810" y="0"/>
                    <a:pt x="786" y="9"/>
                    <a:pt x="767" y="28"/>
                  </a:cubicBezTo>
                  <a:lnTo>
                    <a:pt x="472" y="323"/>
                  </a:lnTo>
                  <a:cubicBezTo>
                    <a:pt x="481" y="340"/>
                    <a:pt x="475" y="367"/>
                    <a:pt x="460" y="381"/>
                  </a:cubicBezTo>
                  <a:cubicBezTo>
                    <a:pt x="451" y="391"/>
                    <a:pt x="435" y="397"/>
                    <a:pt x="421" y="397"/>
                  </a:cubicBezTo>
                  <a:cubicBezTo>
                    <a:pt x="414" y="397"/>
                    <a:pt x="408" y="396"/>
                    <a:pt x="402" y="393"/>
                  </a:cubicBezTo>
                  <a:lnTo>
                    <a:pt x="376" y="419"/>
                  </a:lnTo>
                  <a:cubicBezTo>
                    <a:pt x="340" y="455"/>
                    <a:pt x="340" y="515"/>
                    <a:pt x="376" y="552"/>
                  </a:cubicBezTo>
                  <a:lnTo>
                    <a:pt x="381" y="556"/>
                  </a:lnTo>
                  <a:lnTo>
                    <a:pt x="151" y="787"/>
                  </a:lnTo>
                  <a:lnTo>
                    <a:pt x="89" y="810"/>
                  </a:lnTo>
                  <a:lnTo>
                    <a:pt x="0" y="938"/>
                  </a:lnTo>
                  <a:lnTo>
                    <a:pt x="57" y="995"/>
                  </a:lnTo>
                  <a:lnTo>
                    <a:pt x="185" y="906"/>
                  </a:lnTo>
                  <a:lnTo>
                    <a:pt x="208" y="844"/>
                  </a:lnTo>
                  <a:lnTo>
                    <a:pt x="439" y="614"/>
                  </a:lnTo>
                  <a:lnTo>
                    <a:pt x="445" y="621"/>
                  </a:lnTo>
                  <a:cubicBezTo>
                    <a:pt x="464" y="639"/>
                    <a:pt x="488" y="648"/>
                    <a:pt x="512" y="648"/>
                  </a:cubicBezTo>
                  <a:cubicBezTo>
                    <a:pt x="536" y="648"/>
                    <a:pt x="560" y="639"/>
                    <a:pt x="578" y="621"/>
                  </a:cubicBezTo>
                  <a:lnTo>
                    <a:pt x="604" y="595"/>
                  </a:lnTo>
                  <a:cubicBezTo>
                    <a:pt x="596" y="577"/>
                    <a:pt x="602" y="551"/>
                    <a:pt x="616" y="537"/>
                  </a:cubicBezTo>
                  <a:cubicBezTo>
                    <a:pt x="626" y="527"/>
                    <a:pt x="642" y="521"/>
                    <a:pt x="656" y="521"/>
                  </a:cubicBezTo>
                  <a:cubicBezTo>
                    <a:pt x="662" y="521"/>
                    <a:pt x="669" y="522"/>
                    <a:pt x="674" y="525"/>
                  </a:cubicBezTo>
                  <a:lnTo>
                    <a:pt x="969" y="230"/>
                  </a:lnTo>
                  <a:cubicBezTo>
                    <a:pt x="1006" y="193"/>
                    <a:pt x="1006" y="133"/>
                    <a:pt x="969" y="97"/>
                  </a:cubicBezTo>
                  <a:close/>
                  <a:moveTo>
                    <a:pt x="363" y="354"/>
                  </a:moveTo>
                  <a:lnTo>
                    <a:pt x="392" y="325"/>
                  </a:lnTo>
                  <a:lnTo>
                    <a:pt x="418" y="338"/>
                  </a:lnTo>
                  <a:lnTo>
                    <a:pt x="404" y="312"/>
                  </a:lnTo>
                  <a:lnTo>
                    <a:pt x="433" y="284"/>
                  </a:lnTo>
                  <a:lnTo>
                    <a:pt x="436" y="281"/>
                  </a:lnTo>
                  <a:cubicBezTo>
                    <a:pt x="442" y="264"/>
                    <a:pt x="446" y="248"/>
                    <a:pt x="446" y="233"/>
                  </a:cubicBezTo>
                  <a:cubicBezTo>
                    <a:pt x="446" y="115"/>
                    <a:pt x="333" y="0"/>
                    <a:pt x="215" y="1"/>
                  </a:cubicBezTo>
                  <a:cubicBezTo>
                    <a:pt x="214" y="1"/>
                    <a:pt x="201" y="15"/>
                    <a:pt x="193" y="22"/>
                  </a:cubicBezTo>
                  <a:cubicBezTo>
                    <a:pt x="288" y="117"/>
                    <a:pt x="280" y="102"/>
                    <a:pt x="280" y="160"/>
                  </a:cubicBezTo>
                  <a:cubicBezTo>
                    <a:pt x="280" y="207"/>
                    <a:pt x="205" y="282"/>
                    <a:pt x="159" y="282"/>
                  </a:cubicBezTo>
                  <a:cubicBezTo>
                    <a:pt x="99" y="282"/>
                    <a:pt x="118" y="291"/>
                    <a:pt x="21" y="195"/>
                  </a:cubicBezTo>
                  <a:cubicBezTo>
                    <a:pt x="14" y="202"/>
                    <a:pt x="0" y="215"/>
                    <a:pt x="0" y="216"/>
                  </a:cubicBezTo>
                  <a:cubicBezTo>
                    <a:pt x="2" y="334"/>
                    <a:pt x="113" y="447"/>
                    <a:pt x="232" y="447"/>
                  </a:cubicBezTo>
                  <a:cubicBezTo>
                    <a:pt x="253" y="447"/>
                    <a:pt x="276" y="440"/>
                    <a:pt x="299" y="429"/>
                  </a:cubicBezTo>
                  <a:lnTo>
                    <a:pt x="303" y="433"/>
                  </a:lnTo>
                  <a:cubicBezTo>
                    <a:pt x="310" y="414"/>
                    <a:pt x="322" y="395"/>
                    <a:pt x="337" y="380"/>
                  </a:cubicBezTo>
                  <a:lnTo>
                    <a:pt x="363" y="354"/>
                  </a:lnTo>
                  <a:close/>
                  <a:moveTo>
                    <a:pt x="658" y="579"/>
                  </a:moveTo>
                  <a:lnTo>
                    <a:pt x="672" y="606"/>
                  </a:lnTo>
                  <a:lnTo>
                    <a:pt x="644" y="634"/>
                  </a:lnTo>
                  <a:lnTo>
                    <a:pt x="617" y="660"/>
                  </a:lnTo>
                  <a:cubicBezTo>
                    <a:pt x="602" y="675"/>
                    <a:pt x="584" y="687"/>
                    <a:pt x="564" y="694"/>
                  </a:cubicBezTo>
                  <a:lnTo>
                    <a:pt x="741" y="871"/>
                  </a:lnTo>
                  <a:lnTo>
                    <a:pt x="824" y="983"/>
                  </a:lnTo>
                  <a:lnTo>
                    <a:pt x="869" y="995"/>
                  </a:lnTo>
                  <a:lnTo>
                    <a:pt x="992" y="871"/>
                  </a:lnTo>
                  <a:lnTo>
                    <a:pt x="980" y="825"/>
                  </a:lnTo>
                  <a:lnTo>
                    <a:pt x="869" y="743"/>
                  </a:lnTo>
                  <a:lnTo>
                    <a:pt x="702" y="576"/>
                  </a:lnTo>
                  <a:lnTo>
                    <a:pt x="685" y="592"/>
                  </a:lnTo>
                  <a:lnTo>
                    <a:pt x="658" y="579"/>
                  </a:lnTo>
                  <a:close/>
                </a:path>
              </a:pathLst>
            </a:custGeom>
            <a:solidFill>
              <a:schemeClr val="bg1">
                <a:lumMod val="95000"/>
              </a:schemeClr>
            </a:solidFill>
            <a:ln>
              <a:noFill/>
            </a:ln>
          </p:spPr>
          <p:txBody>
            <a:bodyPr vert="horz" wrap="square" lIns="68571" tIns="34285" rIns="68571" bIns="34285" numCol="1" anchor="t" anchorCtr="0" compatLnSpc="1"/>
            <a:lstStyle/>
            <a:p>
              <a:pPr>
                <a:lnSpc>
                  <a:spcPct val="130000"/>
                </a:lnSpc>
                <a:defRPr/>
              </a:pPr>
              <a:endParaRPr lang="zh-CN" altLang="en-US"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2" name="Freeform 14"/>
            <p:cNvSpPr>
              <a:spLocks noEditPoints="1"/>
            </p:cNvSpPr>
            <p:nvPr/>
          </p:nvSpPr>
          <p:spPr bwMode="auto">
            <a:xfrm>
              <a:off x="5311395" y="2357559"/>
              <a:ext cx="377646" cy="515614"/>
            </a:xfrm>
            <a:custGeom>
              <a:avLst/>
              <a:gdLst>
                <a:gd name="T0" fmla="*/ 95 w 723"/>
                <a:gd name="T1" fmla="*/ 160 h 986"/>
                <a:gd name="T2" fmla="*/ 80 w 723"/>
                <a:gd name="T3" fmla="*/ 986 h 986"/>
                <a:gd name="T4" fmla="*/ 723 w 723"/>
                <a:gd name="T5" fmla="*/ 242 h 986"/>
                <a:gd name="T6" fmla="*/ 668 w 723"/>
                <a:gd name="T7" fmla="*/ 260 h 986"/>
                <a:gd name="T8" fmla="*/ 83 w 723"/>
                <a:gd name="T9" fmla="*/ 929 h 986"/>
                <a:gd name="T10" fmla="*/ 313 w 723"/>
                <a:gd name="T11" fmla="*/ 105 h 986"/>
                <a:gd name="T12" fmla="*/ 410 w 723"/>
                <a:gd name="T13" fmla="*/ 105 h 986"/>
                <a:gd name="T14" fmla="*/ 360 w 723"/>
                <a:gd name="T15" fmla="*/ 157 h 986"/>
                <a:gd name="T16" fmla="*/ 253 w 723"/>
                <a:gd name="T17" fmla="*/ 107 h 986"/>
                <a:gd name="T18" fmla="*/ 133 w 723"/>
                <a:gd name="T19" fmla="*/ 250 h 986"/>
                <a:gd name="T20" fmla="*/ 590 w 723"/>
                <a:gd name="T21" fmla="*/ 250 h 986"/>
                <a:gd name="T22" fmla="*/ 470 w 723"/>
                <a:gd name="T23" fmla="*/ 107 h 986"/>
                <a:gd name="T24" fmla="*/ 253 w 723"/>
                <a:gd name="T25" fmla="*/ 107 h 986"/>
                <a:gd name="T26" fmla="*/ 255 w 723"/>
                <a:gd name="T27" fmla="*/ 749 h 986"/>
                <a:gd name="T28" fmla="*/ 175 w 723"/>
                <a:gd name="T29" fmla="*/ 771 h 986"/>
                <a:gd name="T30" fmla="*/ 158 w 723"/>
                <a:gd name="T31" fmla="*/ 789 h 986"/>
                <a:gd name="T32" fmla="*/ 255 w 723"/>
                <a:gd name="T33" fmla="*/ 796 h 986"/>
                <a:gd name="T34" fmla="*/ 153 w 723"/>
                <a:gd name="T35" fmla="*/ 846 h 986"/>
                <a:gd name="T36" fmla="*/ 280 w 723"/>
                <a:gd name="T37" fmla="*/ 784 h 986"/>
                <a:gd name="T38" fmla="*/ 280 w 723"/>
                <a:gd name="T39" fmla="*/ 744 h 986"/>
                <a:gd name="T40" fmla="*/ 128 w 723"/>
                <a:gd name="T41" fmla="*/ 751 h 986"/>
                <a:gd name="T42" fmla="*/ 248 w 723"/>
                <a:gd name="T43" fmla="*/ 879 h 986"/>
                <a:gd name="T44" fmla="*/ 248 w 723"/>
                <a:gd name="T45" fmla="*/ 387 h 986"/>
                <a:gd name="T46" fmla="*/ 175 w 723"/>
                <a:gd name="T47" fmla="*/ 409 h 986"/>
                <a:gd name="T48" fmla="*/ 200 w 723"/>
                <a:gd name="T49" fmla="*/ 474 h 986"/>
                <a:gd name="T50" fmla="*/ 153 w 723"/>
                <a:gd name="T51" fmla="*/ 492 h 986"/>
                <a:gd name="T52" fmla="*/ 248 w 723"/>
                <a:gd name="T53" fmla="*/ 362 h 986"/>
                <a:gd name="T54" fmla="*/ 128 w 723"/>
                <a:gd name="T55" fmla="*/ 489 h 986"/>
                <a:gd name="T56" fmla="*/ 279 w 723"/>
                <a:gd name="T57" fmla="*/ 416 h 986"/>
                <a:gd name="T58" fmla="*/ 278 w 723"/>
                <a:gd name="T59" fmla="*/ 382 h 986"/>
                <a:gd name="T60" fmla="*/ 255 w 723"/>
                <a:gd name="T61" fmla="*/ 582 h 986"/>
                <a:gd name="T62" fmla="*/ 158 w 723"/>
                <a:gd name="T63" fmla="*/ 607 h 986"/>
                <a:gd name="T64" fmla="*/ 255 w 723"/>
                <a:gd name="T65" fmla="*/ 672 h 986"/>
                <a:gd name="T66" fmla="*/ 280 w 723"/>
                <a:gd name="T67" fmla="*/ 563 h 986"/>
                <a:gd name="T68" fmla="*/ 128 w 723"/>
                <a:gd name="T69" fmla="*/ 569 h 986"/>
                <a:gd name="T70" fmla="*/ 255 w 723"/>
                <a:gd name="T71" fmla="*/ 696 h 986"/>
                <a:gd name="T72" fmla="*/ 334 w 723"/>
                <a:gd name="T73" fmla="*/ 538 h 986"/>
                <a:gd name="T74" fmla="*/ 378 w 723"/>
                <a:gd name="T75" fmla="*/ 836 h 986"/>
                <a:gd name="T76" fmla="*/ 580 w 723"/>
                <a:gd name="T77" fmla="*/ 774 h 986"/>
                <a:gd name="T78" fmla="*/ 370 w 723"/>
                <a:gd name="T79" fmla="*/ 829 h 986"/>
                <a:gd name="T80" fmla="*/ 580 w 723"/>
                <a:gd name="T81" fmla="*/ 587 h 986"/>
                <a:gd name="T82" fmla="*/ 370 w 723"/>
                <a:gd name="T83" fmla="*/ 474 h 986"/>
                <a:gd name="T84" fmla="*/ 370 w 723"/>
                <a:gd name="T85" fmla="*/ 407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3" h="984">
                  <a:moveTo>
                    <a:pt x="55" y="260"/>
                  </a:moveTo>
                  <a:cubicBezTo>
                    <a:pt x="55" y="232"/>
                    <a:pt x="68" y="218"/>
                    <a:pt x="95" y="217"/>
                  </a:cubicBezTo>
                  <a:lnTo>
                    <a:pt x="95" y="160"/>
                  </a:lnTo>
                  <a:cubicBezTo>
                    <a:pt x="45" y="161"/>
                    <a:pt x="0" y="193"/>
                    <a:pt x="0" y="242"/>
                  </a:cubicBezTo>
                  <a:lnTo>
                    <a:pt x="0" y="906"/>
                  </a:lnTo>
                  <a:cubicBezTo>
                    <a:pt x="0" y="947"/>
                    <a:pt x="40" y="986"/>
                    <a:pt x="80" y="986"/>
                  </a:cubicBezTo>
                  <a:lnTo>
                    <a:pt x="643" y="986"/>
                  </a:lnTo>
                  <a:cubicBezTo>
                    <a:pt x="683" y="986"/>
                    <a:pt x="723" y="947"/>
                    <a:pt x="723" y="906"/>
                  </a:cubicBezTo>
                  <a:lnTo>
                    <a:pt x="723" y="242"/>
                  </a:lnTo>
                  <a:cubicBezTo>
                    <a:pt x="723" y="193"/>
                    <a:pt x="678" y="161"/>
                    <a:pt x="628" y="160"/>
                  </a:cubicBezTo>
                  <a:lnTo>
                    <a:pt x="628" y="217"/>
                  </a:lnTo>
                  <a:cubicBezTo>
                    <a:pt x="655" y="218"/>
                    <a:pt x="668" y="232"/>
                    <a:pt x="668" y="260"/>
                  </a:cubicBezTo>
                  <a:lnTo>
                    <a:pt x="668" y="889"/>
                  </a:lnTo>
                  <a:cubicBezTo>
                    <a:pt x="668" y="908"/>
                    <a:pt x="659" y="929"/>
                    <a:pt x="640" y="929"/>
                  </a:cubicBezTo>
                  <a:lnTo>
                    <a:pt x="83" y="929"/>
                  </a:lnTo>
                  <a:cubicBezTo>
                    <a:pt x="61" y="929"/>
                    <a:pt x="55" y="906"/>
                    <a:pt x="55" y="884"/>
                  </a:cubicBezTo>
                  <a:lnTo>
                    <a:pt x="55" y="260"/>
                  </a:lnTo>
                  <a:close/>
                  <a:moveTo>
                    <a:pt x="313" y="105"/>
                  </a:moveTo>
                  <a:cubicBezTo>
                    <a:pt x="313" y="82"/>
                    <a:pt x="335" y="60"/>
                    <a:pt x="358" y="60"/>
                  </a:cubicBezTo>
                  <a:lnTo>
                    <a:pt x="365" y="60"/>
                  </a:lnTo>
                  <a:cubicBezTo>
                    <a:pt x="388" y="60"/>
                    <a:pt x="410" y="82"/>
                    <a:pt x="410" y="105"/>
                  </a:cubicBezTo>
                  <a:lnTo>
                    <a:pt x="410" y="110"/>
                  </a:lnTo>
                  <a:cubicBezTo>
                    <a:pt x="410" y="135"/>
                    <a:pt x="388" y="157"/>
                    <a:pt x="363" y="157"/>
                  </a:cubicBezTo>
                  <a:lnTo>
                    <a:pt x="360" y="157"/>
                  </a:lnTo>
                  <a:cubicBezTo>
                    <a:pt x="335" y="157"/>
                    <a:pt x="313" y="135"/>
                    <a:pt x="313" y="110"/>
                  </a:cubicBezTo>
                  <a:lnTo>
                    <a:pt x="313" y="105"/>
                  </a:lnTo>
                  <a:close/>
                  <a:moveTo>
                    <a:pt x="253" y="107"/>
                  </a:moveTo>
                  <a:lnTo>
                    <a:pt x="173" y="107"/>
                  </a:lnTo>
                  <a:cubicBezTo>
                    <a:pt x="145" y="107"/>
                    <a:pt x="133" y="120"/>
                    <a:pt x="133" y="147"/>
                  </a:cubicBezTo>
                  <a:lnTo>
                    <a:pt x="133" y="250"/>
                  </a:lnTo>
                  <a:cubicBezTo>
                    <a:pt x="133" y="267"/>
                    <a:pt x="144" y="285"/>
                    <a:pt x="160" y="285"/>
                  </a:cubicBezTo>
                  <a:lnTo>
                    <a:pt x="563" y="285"/>
                  </a:lnTo>
                  <a:cubicBezTo>
                    <a:pt x="579" y="285"/>
                    <a:pt x="590" y="267"/>
                    <a:pt x="590" y="250"/>
                  </a:cubicBezTo>
                  <a:lnTo>
                    <a:pt x="590" y="147"/>
                  </a:lnTo>
                  <a:cubicBezTo>
                    <a:pt x="590" y="120"/>
                    <a:pt x="578" y="107"/>
                    <a:pt x="550" y="107"/>
                  </a:cubicBezTo>
                  <a:lnTo>
                    <a:pt x="470" y="107"/>
                  </a:lnTo>
                  <a:cubicBezTo>
                    <a:pt x="470" y="52"/>
                    <a:pt x="423" y="0"/>
                    <a:pt x="370" y="0"/>
                  </a:cubicBezTo>
                  <a:lnTo>
                    <a:pt x="353" y="0"/>
                  </a:lnTo>
                  <a:cubicBezTo>
                    <a:pt x="300" y="0"/>
                    <a:pt x="253" y="52"/>
                    <a:pt x="253" y="107"/>
                  </a:cubicBezTo>
                  <a:close/>
                  <a:moveTo>
                    <a:pt x="153" y="756"/>
                  </a:moveTo>
                  <a:cubicBezTo>
                    <a:pt x="153" y="751"/>
                    <a:pt x="154" y="749"/>
                    <a:pt x="160" y="749"/>
                  </a:cubicBezTo>
                  <a:lnTo>
                    <a:pt x="255" y="749"/>
                  </a:lnTo>
                  <a:lnTo>
                    <a:pt x="255" y="756"/>
                  </a:lnTo>
                  <a:cubicBezTo>
                    <a:pt x="255" y="764"/>
                    <a:pt x="216" y="787"/>
                    <a:pt x="208" y="791"/>
                  </a:cubicBezTo>
                  <a:cubicBezTo>
                    <a:pt x="201" y="786"/>
                    <a:pt x="186" y="771"/>
                    <a:pt x="175" y="771"/>
                  </a:cubicBezTo>
                  <a:lnTo>
                    <a:pt x="173" y="771"/>
                  </a:lnTo>
                  <a:cubicBezTo>
                    <a:pt x="167" y="771"/>
                    <a:pt x="158" y="780"/>
                    <a:pt x="158" y="786"/>
                  </a:cubicBezTo>
                  <a:lnTo>
                    <a:pt x="158" y="789"/>
                  </a:lnTo>
                  <a:cubicBezTo>
                    <a:pt x="158" y="795"/>
                    <a:pt x="193" y="834"/>
                    <a:pt x="200" y="834"/>
                  </a:cubicBezTo>
                  <a:lnTo>
                    <a:pt x="203" y="834"/>
                  </a:lnTo>
                  <a:cubicBezTo>
                    <a:pt x="208" y="834"/>
                    <a:pt x="247" y="802"/>
                    <a:pt x="255" y="796"/>
                  </a:cubicBezTo>
                  <a:cubicBezTo>
                    <a:pt x="255" y="810"/>
                    <a:pt x="261" y="854"/>
                    <a:pt x="248" y="854"/>
                  </a:cubicBezTo>
                  <a:lnTo>
                    <a:pt x="160" y="854"/>
                  </a:lnTo>
                  <a:cubicBezTo>
                    <a:pt x="154" y="854"/>
                    <a:pt x="153" y="852"/>
                    <a:pt x="153" y="846"/>
                  </a:cubicBezTo>
                  <a:lnTo>
                    <a:pt x="153" y="756"/>
                  </a:lnTo>
                  <a:close/>
                  <a:moveTo>
                    <a:pt x="248" y="879"/>
                  </a:moveTo>
                  <a:cubicBezTo>
                    <a:pt x="295" y="879"/>
                    <a:pt x="277" y="827"/>
                    <a:pt x="280" y="784"/>
                  </a:cubicBezTo>
                  <a:cubicBezTo>
                    <a:pt x="282" y="762"/>
                    <a:pt x="337" y="742"/>
                    <a:pt x="343" y="721"/>
                  </a:cubicBezTo>
                  <a:lnTo>
                    <a:pt x="335" y="721"/>
                  </a:lnTo>
                  <a:cubicBezTo>
                    <a:pt x="318" y="721"/>
                    <a:pt x="293" y="737"/>
                    <a:pt x="280" y="744"/>
                  </a:cubicBezTo>
                  <a:cubicBezTo>
                    <a:pt x="274" y="735"/>
                    <a:pt x="268" y="724"/>
                    <a:pt x="253" y="724"/>
                  </a:cubicBezTo>
                  <a:lnTo>
                    <a:pt x="155" y="724"/>
                  </a:lnTo>
                  <a:cubicBezTo>
                    <a:pt x="141" y="724"/>
                    <a:pt x="128" y="737"/>
                    <a:pt x="128" y="751"/>
                  </a:cubicBezTo>
                  <a:lnTo>
                    <a:pt x="128" y="851"/>
                  </a:lnTo>
                  <a:cubicBezTo>
                    <a:pt x="128" y="868"/>
                    <a:pt x="143" y="879"/>
                    <a:pt x="160" y="879"/>
                  </a:cubicBezTo>
                  <a:lnTo>
                    <a:pt x="248" y="879"/>
                  </a:lnTo>
                  <a:close/>
                  <a:moveTo>
                    <a:pt x="153" y="394"/>
                  </a:moveTo>
                  <a:cubicBezTo>
                    <a:pt x="153" y="389"/>
                    <a:pt x="154" y="387"/>
                    <a:pt x="160" y="387"/>
                  </a:cubicBezTo>
                  <a:lnTo>
                    <a:pt x="248" y="387"/>
                  </a:lnTo>
                  <a:cubicBezTo>
                    <a:pt x="253" y="387"/>
                    <a:pt x="255" y="389"/>
                    <a:pt x="255" y="394"/>
                  </a:cubicBezTo>
                  <a:cubicBezTo>
                    <a:pt x="255" y="401"/>
                    <a:pt x="213" y="429"/>
                    <a:pt x="208" y="429"/>
                  </a:cubicBezTo>
                  <a:cubicBezTo>
                    <a:pt x="203" y="429"/>
                    <a:pt x="190" y="409"/>
                    <a:pt x="175" y="409"/>
                  </a:cubicBezTo>
                  <a:cubicBezTo>
                    <a:pt x="168" y="409"/>
                    <a:pt x="158" y="417"/>
                    <a:pt x="158" y="424"/>
                  </a:cubicBezTo>
                  <a:lnTo>
                    <a:pt x="158" y="427"/>
                  </a:lnTo>
                  <a:cubicBezTo>
                    <a:pt x="158" y="437"/>
                    <a:pt x="192" y="470"/>
                    <a:pt x="200" y="474"/>
                  </a:cubicBezTo>
                  <a:lnTo>
                    <a:pt x="255" y="434"/>
                  </a:lnTo>
                  <a:lnTo>
                    <a:pt x="255" y="492"/>
                  </a:lnTo>
                  <a:lnTo>
                    <a:pt x="153" y="492"/>
                  </a:lnTo>
                  <a:lnTo>
                    <a:pt x="153" y="394"/>
                  </a:lnTo>
                  <a:close/>
                  <a:moveTo>
                    <a:pt x="278" y="382"/>
                  </a:moveTo>
                  <a:cubicBezTo>
                    <a:pt x="275" y="369"/>
                    <a:pt x="264" y="362"/>
                    <a:pt x="248" y="362"/>
                  </a:cubicBezTo>
                  <a:lnTo>
                    <a:pt x="160" y="362"/>
                  </a:lnTo>
                  <a:cubicBezTo>
                    <a:pt x="143" y="362"/>
                    <a:pt x="128" y="373"/>
                    <a:pt x="128" y="390"/>
                  </a:cubicBezTo>
                  <a:lnTo>
                    <a:pt x="128" y="489"/>
                  </a:lnTo>
                  <a:cubicBezTo>
                    <a:pt x="128" y="504"/>
                    <a:pt x="141" y="517"/>
                    <a:pt x="155" y="517"/>
                  </a:cubicBezTo>
                  <a:lnTo>
                    <a:pt x="253" y="517"/>
                  </a:lnTo>
                  <a:cubicBezTo>
                    <a:pt x="292" y="517"/>
                    <a:pt x="280" y="455"/>
                    <a:pt x="279" y="416"/>
                  </a:cubicBezTo>
                  <a:lnTo>
                    <a:pt x="343" y="362"/>
                  </a:lnTo>
                  <a:cubicBezTo>
                    <a:pt x="343" y="362"/>
                    <a:pt x="338" y="360"/>
                    <a:pt x="338" y="360"/>
                  </a:cubicBezTo>
                  <a:cubicBezTo>
                    <a:pt x="313" y="360"/>
                    <a:pt x="293" y="381"/>
                    <a:pt x="278" y="382"/>
                  </a:cubicBezTo>
                  <a:close/>
                  <a:moveTo>
                    <a:pt x="153" y="569"/>
                  </a:moveTo>
                  <a:lnTo>
                    <a:pt x="255" y="569"/>
                  </a:lnTo>
                  <a:lnTo>
                    <a:pt x="255" y="582"/>
                  </a:lnTo>
                  <a:lnTo>
                    <a:pt x="208" y="612"/>
                  </a:lnTo>
                  <a:lnTo>
                    <a:pt x="176" y="588"/>
                  </a:lnTo>
                  <a:cubicBezTo>
                    <a:pt x="168" y="593"/>
                    <a:pt x="158" y="595"/>
                    <a:pt x="158" y="607"/>
                  </a:cubicBezTo>
                  <a:cubicBezTo>
                    <a:pt x="158" y="614"/>
                    <a:pt x="193" y="654"/>
                    <a:pt x="200" y="654"/>
                  </a:cubicBezTo>
                  <a:cubicBezTo>
                    <a:pt x="212" y="654"/>
                    <a:pt x="242" y="620"/>
                    <a:pt x="255" y="617"/>
                  </a:cubicBezTo>
                  <a:lnTo>
                    <a:pt x="255" y="672"/>
                  </a:lnTo>
                  <a:lnTo>
                    <a:pt x="153" y="672"/>
                  </a:lnTo>
                  <a:lnTo>
                    <a:pt x="153" y="569"/>
                  </a:lnTo>
                  <a:close/>
                  <a:moveTo>
                    <a:pt x="280" y="563"/>
                  </a:moveTo>
                  <a:cubicBezTo>
                    <a:pt x="275" y="555"/>
                    <a:pt x="269" y="544"/>
                    <a:pt x="255" y="544"/>
                  </a:cubicBezTo>
                  <a:lnTo>
                    <a:pt x="153" y="544"/>
                  </a:lnTo>
                  <a:cubicBezTo>
                    <a:pt x="140" y="544"/>
                    <a:pt x="128" y="557"/>
                    <a:pt x="128" y="569"/>
                  </a:cubicBezTo>
                  <a:lnTo>
                    <a:pt x="128" y="672"/>
                  </a:lnTo>
                  <a:cubicBezTo>
                    <a:pt x="128" y="684"/>
                    <a:pt x="140" y="696"/>
                    <a:pt x="153" y="696"/>
                  </a:cubicBezTo>
                  <a:lnTo>
                    <a:pt x="255" y="696"/>
                  </a:lnTo>
                  <a:cubicBezTo>
                    <a:pt x="291" y="696"/>
                    <a:pt x="280" y="632"/>
                    <a:pt x="279" y="596"/>
                  </a:cubicBezTo>
                  <a:lnTo>
                    <a:pt x="343" y="542"/>
                  </a:lnTo>
                  <a:lnTo>
                    <a:pt x="334" y="538"/>
                  </a:lnTo>
                  <a:lnTo>
                    <a:pt x="280" y="563"/>
                  </a:lnTo>
                  <a:close/>
                  <a:moveTo>
                    <a:pt x="370" y="829"/>
                  </a:moveTo>
                  <a:cubicBezTo>
                    <a:pt x="370" y="834"/>
                    <a:pt x="372" y="836"/>
                    <a:pt x="378" y="836"/>
                  </a:cubicBezTo>
                  <a:lnTo>
                    <a:pt x="573" y="836"/>
                  </a:lnTo>
                  <a:cubicBezTo>
                    <a:pt x="579" y="836"/>
                    <a:pt x="580" y="834"/>
                    <a:pt x="580" y="829"/>
                  </a:cubicBezTo>
                  <a:lnTo>
                    <a:pt x="580" y="774"/>
                  </a:lnTo>
                  <a:cubicBezTo>
                    <a:pt x="580" y="768"/>
                    <a:pt x="579" y="766"/>
                    <a:pt x="573" y="766"/>
                  </a:cubicBezTo>
                  <a:lnTo>
                    <a:pt x="370" y="766"/>
                  </a:lnTo>
                  <a:lnTo>
                    <a:pt x="370" y="829"/>
                  </a:lnTo>
                  <a:close/>
                  <a:moveTo>
                    <a:pt x="370" y="654"/>
                  </a:moveTo>
                  <a:lnTo>
                    <a:pt x="580" y="654"/>
                  </a:lnTo>
                  <a:lnTo>
                    <a:pt x="580" y="587"/>
                  </a:lnTo>
                  <a:lnTo>
                    <a:pt x="370" y="587"/>
                  </a:lnTo>
                  <a:lnTo>
                    <a:pt x="370" y="654"/>
                  </a:lnTo>
                  <a:close/>
                  <a:moveTo>
                    <a:pt x="370" y="474"/>
                  </a:moveTo>
                  <a:lnTo>
                    <a:pt x="523" y="474"/>
                  </a:lnTo>
                  <a:lnTo>
                    <a:pt x="523" y="407"/>
                  </a:lnTo>
                  <a:lnTo>
                    <a:pt x="370" y="407"/>
                  </a:lnTo>
                  <a:lnTo>
                    <a:pt x="370" y="474"/>
                  </a:lnTo>
                  <a:close/>
                </a:path>
              </a:pathLst>
            </a:custGeom>
            <a:solidFill>
              <a:schemeClr val="bg1"/>
            </a:solidFill>
            <a:ln>
              <a:noFill/>
            </a:ln>
          </p:spPr>
          <p:txBody>
            <a:bodyPr vert="horz" wrap="square" lIns="68571" tIns="34285" rIns="68571" bIns="34285" numCol="1" anchor="t" anchorCtr="0" compatLnSpc="1"/>
            <a:lstStyle/>
            <a:p>
              <a:pPr>
                <a:lnSpc>
                  <a:spcPct val="130000"/>
                </a:lnSpc>
                <a:defRPr/>
              </a:pPr>
              <a:endParaRPr lang="zh-CN" altLang="en-US"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3" name="Freeform 15"/>
            <p:cNvSpPr>
              <a:spLocks noEditPoints="1"/>
            </p:cNvSpPr>
            <p:nvPr/>
          </p:nvSpPr>
          <p:spPr bwMode="auto">
            <a:xfrm>
              <a:off x="6411612" y="2414849"/>
              <a:ext cx="599870" cy="514251"/>
            </a:xfrm>
            <a:custGeom>
              <a:avLst/>
              <a:gdLst>
                <a:gd name="T0" fmla="*/ 737 w 1149"/>
                <a:gd name="T1" fmla="*/ 427 h 983"/>
                <a:gd name="T2" fmla="*/ 640 w 1149"/>
                <a:gd name="T3" fmla="*/ 427 h 983"/>
                <a:gd name="T4" fmla="*/ 616 w 1149"/>
                <a:gd name="T5" fmla="*/ 502 h 983"/>
                <a:gd name="T6" fmla="*/ 640 w 1149"/>
                <a:gd name="T7" fmla="*/ 810 h 983"/>
                <a:gd name="T8" fmla="*/ 575 w 1149"/>
                <a:gd name="T9" fmla="*/ 921 h 983"/>
                <a:gd name="T10" fmla="*/ 514 w 1149"/>
                <a:gd name="T11" fmla="*/ 810 h 983"/>
                <a:gd name="T12" fmla="*/ 549 w 1149"/>
                <a:gd name="T13" fmla="*/ 503 h 983"/>
                <a:gd name="T14" fmla="*/ 524 w 1149"/>
                <a:gd name="T15" fmla="*/ 427 h 983"/>
                <a:gd name="T16" fmla="*/ 417 w 1149"/>
                <a:gd name="T17" fmla="*/ 427 h 983"/>
                <a:gd name="T18" fmla="*/ 417 w 1149"/>
                <a:gd name="T19" fmla="*/ 427 h 983"/>
                <a:gd name="T20" fmla="*/ 241 w 1149"/>
                <a:gd name="T21" fmla="*/ 612 h 983"/>
                <a:gd name="T22" fmla="*/ 266 w 1149"/>
                <a:gd name="T23" fmla="*/ 801 h 983"/>
                <a:gd name="T24" fmla="*/ 443 w 1149"/>
                <a:gd name="T25" fmla="*/ 983 h 983"/>
                <a:gd name="T26" fmla="*/ 711 w 1149"/>
                <a:gd name="T27" fmla="*/ 983 h 983"/>
                <a:gd name="T28" fmla="*/ 888 w 1149"/>
                <a:gd name="T29" fmla="*/ 799 h 983"/>
                <a:gd name="T30" fmla="*/ 913 w 1149"/>
                <a:gd name="T31" fmla="*/ 609 h 983"/>
                <a:gd name="T32" fmla="*/ 737 w 1149"/>
                <a:gd name="T33" fmla="*/ 427 h 983"/>
                <a:gd name="T34" fmla="*/ 218 w 1149"/>
                <a:gd name="T35" fmla="*/ 308 h 983"/>
                <a:gd name="T36" fmla="*/ 330 w 1149"/>
                <a:gd name="T37" fmla="*/ 196 h 983"/>
                <a:gd name="T38" fmla="*/ 218 w 1149"/>
                <a:gd name="T39" fmla="*/ 83 h 983"/>
                <a:gd name="T40" fmla="*/ 105 w 1149"/>
                <a:gd name="T41" fmla="*/ 196 h 983"/>
                <a:gd name="T42" fmla="*/ 218 w 1149"/>
                <a:gd name="T43" fmla="*/ 308 h 983"/>
                <a:gd name="T44" fmla="*/ 318 w 1149"/>
                <a:gd name="T45" fmla="*/ 344 h 983"/>
                <a:gd name="T46" fmla="*/ 118 w 1149"/>
                <a:gd name="T47" fmla="*/ 344 h 983"/>
                <a:gd name="T48" fmla="*/ 118 w 1149"/>
                <a:gd name="T49" fmla="*/ 343 h 983"/>
                <a:gd name="T50" fmla="*/ 7 w 1149"/>
                <a:gd name="T51" fmla="*/ 458 h 983"/>
                <a:gd name="T52" fmla="*/ 23 w 1149"/>
                <a:gd name="T53" fmla="*/ 577 h 983"/>
                <a:gd name="T54" fmla="*/ 134 w 1149"/>
                <a:gd name="T55" fmla="*/ 689 h 983"/>
                <a:gd name="T56" fmla="*/ 191 w 1149"/>
                <a:gd name="T57" fmla="*/ 689 h 983"/>
                <a:gd name="T58" fmla="*/ 180 w 1149"/>
                <a:gd name="T59" fmla="*/ 606 h 983"/>
                <a:gd name="T60" fmla="*/ 180 w 1149"/>
                <a:gd name="T61" fmla="*/ 606 h 983"/>
                <a:gd name="T62" fmla="*/ 180 w 1149"/>
                <a:gd name="T63" fmla="*/ 606 h 983"/>
                <a:gd name="T64" fmla="*/ 231 w 1149"/>
                <a:gd name="T65" fmla="*/ 449 h 983"/>
                <a:gd name="T66" fmla="*/ 308 w 1149"/>
                <a:gd name="T67" fmla="*/ 393 h 983"/>
                <a:gd name="T68" fmla="*/ 387 w 1149"/>
                <a:gd name="T69" fmla="*/ 367 h 983"/>
                <a:gd name="T70" fmla="*/ 318 w 1149"/>
                <a:gd name="T71" fmla="*/ 344 h 983"/>
                <a:gd name="T72" fmla="*/ 931 w 1149"/>
                <a:gd name="T73" fmla="*/ 308 h 983"/>
                <a:gd name="T74" fmla="*/ 1043 w 1149"/>
                <a:gd name="T75" fmla="*/ 196 h 983"/>
                <a:gd name="T76" fmla="*/ 931 w 1149"/>
                <a:gd name="T77" fmla="*/ 83 h 983"/>
                <a:gd name="T78" fmla="*/ 819 w 1149"/>
                <a:gd name="T79" fmla="*/ 196 h 983"/>
                <a:gd name="T80" fmla="*/ 931 w 1149"/>
                <a:gd name="T81" fmla="*/ 308 h 983"/>
                <a:gd name="T82" fmla="*/ 1031 w 1149"/>
                <a:gd name="T83" fmla="*/ 344 h 983"/>
                <a:gd name="T84" fmla="*/ 831 w 1149"/>
                <a:gd name="T85" fmla="*/ 344 h 983"/>
                <a:gd name="T86" fmla="*/ 831 w 1149"/>
                <a:gd name="T87" fmla="*/ 343 h 983"/>
                <a:gd name="T88" fmla="*/ 763 w 1149"/>
                <a:gd name="T89" fmla="*/ 366 h 983"/>
                <a:gd name="T90" fmla="*/ 847 w 1149"/>
                <a:gd name="T91" fmla="*/ 393 h 983"/>
                <a:gd name="T92" fmla="*/ 925 w 1149"/>
                <a:gd name="T93" fmla="*/ 450 h 983"/>
                <a:gd name="T94" fmla="*/ 974 w 1149"/>
                <a:gd name="T95" fmla="*/ 603 h 983"/>
                <a:gd name="T96" fmla="*/ 974 w 1149"/>
                <a:gd name="T97" fmla="*/ 603 h 983"/>
                <a:gd name="T98" fmla="*/ 974 w 1149"/>
                <a:gd name="T99" fmla="*/ 603 h 983"/>
                <a:gd name="T100" fmla="*/ 962 w 1149"/>
                <a:gd name="T101" fmla="*/ 689 h 983"/>
                <a:gd name="T102" fmla="*/ 1015 w 1149"/>
                <a:gd name="T103" fmla="*/ 689 h 983"/>
                <a:gd name="T104" fmla="*/ 1126 w 1149"/>
                <a:gd name="T105" fmla="*/ 575 h 983"/>
                <a:gd name="T106" fmla="*/ 1142 w 1149"/>
                <a:gd name="T107" fmla="*/ 456 h 983"/>
                <a:gd name="T108" fmla="*/ 1031 w 1149"/>
                <a:gd name="T109" fmla="*/ 344 h 983"/>
                <a:gd name="T110" fmla="*/ 756 w 1149"/>
                <a:gd name="T111" fmla="*/ 184 h 983"/>
                <a:gd name="T112" fmla="*/ 577 w 1149"/>
                <a:gd name="T113" fmla="*/ 369 h 983"/>
                <a:gd name="T114" fmla="*/ 398 w 1149"/>
                <a:gd name="T115" fmla="*/ 184 h 983"/>
                <a:gd name="T116" fmla="*/ 577 w 1149"/>
                <a:gd name="T117" fmla="*/ 0 h 983"/>
                <a:gd name="T118" fmla="*/ 756 w 1149"/>
                <a:gd name="T119" fmla="*/ 184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49" h="983">
                  <a:moveTo>
                    <a:pt x="737" y="427"/>
                  </a:moveTo>
                  <a:lnTo>
                    <a:pt x="640" y="427"/>
                  </a:lnTo>
                  <a:cubicBezTo>
                    <a:pt x="641" y="437"/>
                    <a:pt x="642" y="483"/>
                    <a:pt x="616" y="502"/>
                  </a:cubicBezTo>
                  <a:cubicBezTo>
                    <a:pt x="616" y="502"/>
                    <a:pt x="658" y="735"/>
                    <a:pt x="640" y="810"/>
                  </a:cubicBezTo>
                  <a:cubicBezTo>
                    <a:pt x="633" y="842"/>
                    <a:pt x="606" y="921"/>
                    <a:pt x="575" y="921"/>
                  </a:cubicBezTo>
                  <a:cubicBezTo>
                    <a:pt x="544" y="920"/>
                    <a:pt x="520" y="841"/>
                    <a:pt x="514" y="810"/>
                  </a:cubicBezTo>
                  <a:cubicBezTo>
                    <a:pt x="499" y="735"/>
                    <a:pt x="549" y="503"/>
                    <a:pt x="549" y="503"/>
                  </a:cubicBezTo>
                  <a:cubicBezTo>
                    <a:pt x="541" y="500"/>
                    <a:pt x="527" y="486"/>
                    <a:pt x="524" y="427"/>
                  </a:cubicBezTo>
                  <a:lnTo>
                    <a:pt x="417" y="427"/>
                  </a:lnTo>
                  <a:lnTo>
                    <a:pt x="417" y="427"/>
                  </a:lnTo>
                  <a:cubicBezTo>
                    <a:pt x="320" y="427"/>
                    <a:pt x="229" y="510"/>
                    <a:pt x="241" y="612"/>
                  </a:cubicBezTo>
                  <a:lnTo>
                    <a:pt x="266" y="801"/>
                  </a:lnTo>
                  <a:cubicBezTo>
                    <a:pt x="286" y="902"/>
                    <a:pt x="345" y="983"/>
                    <a:pt x="443" y="983"/>
                  </a:cubicBezTo>
                  <a:lnTo>
                    <a:pt x="711" y="983"/>
                  </a:lnTo>
                  <a:cubicBezTo>
                    <a:pt x="809" y="983"/>
                    <a:pt x="868" y="899"/>
                    <a:pt x="888" y="799"/>
                  </a:cubicBezTo>
                  <a:lnTo>
                    <a:pt x="913" y="609"/>
                  </a:lnTo>
                  <a:cubicBezTo>
                    <a:pt x="925" y="510"/>
                    <a:pt x="834" y="427"/>
                    <a:pt x="737" y="427"/>
                  </a:cubicBezTo>
                  <a:close/>
                  <a:moveTo>
                    <a:pt x="218" y="308"/>
                  </a:moveTo>
                  <a:cubicBezTo>
                    <a:pt x="280" y="308"/>
                    <a:pt x="330" y="258"/>
                    <a:pt x="330" y="196"/>
                  </a:cubicBezTo>
                  <a:cubicBezTo>
                    <a:pt x="330" y="134"/>
                    <a:pt x="280" y="83"/>
                    <a:pt x="218" y="83"/>
                  </a:cubicBezTo>
                  <a:cubicBezTo>
                    <a:pt x="156" y="83"/>
                    <a:pt x="105" y="134"/>
                    <a:pt x="105" y="196"/>
                  </a:cubicBezTo>
                  <a:cubicBezTo>
                    <a:pt x="105" y="258"/>
                    <a:pt x="156" y="308"/>
                    <a:pt x="218" y="308"/>
                  </a:cubicBezTo>
                  <a:close/>
                  <a:moveTo>
                    <a:pt x="318" y="344"/>
                  </a:moveTo>
                  <a:lnTo>
                    <a:pt x="118" y="344"/>
                  </a:lnTo>
                  <a:lnTo>
                    <a:pt x="118" y="343"/>
                  </a:lnTo>
                  <a:cubicBezTo>
                    <a:pt x="57" y="343"/>
                    <a:pt x="0" y="395"/>
                    <a:pt x="7" y="458"/>
                  </a:cubicBezTo>
                  <a:lnTo>
                    <a:pt x="23" y="577"/>
                  </a:lnTo>
                  <a:cubicBezTo>
                    <a:pt x="35" y="639"/>
                    <a:pt x="73" y="689"/>
                    <a:pt x="134" y="689"/>
                  </a:cubicBezTo>
                  <a:lnTo>
                    <a:pt x="191" y="689"/>
                  </a:lnTo>
                  <a:lnTo>
                    <a:pt x="180" y="606"/>
                  </a:lnTo>
                  <a:lnTo>
                    <a:pt x="180" y="606"/>
                  </a:lnTo>
                  <a:lnTo>
                    <a:pt x="180" y="606"/>
                  </a:lnTo>
                  <a:cubicBezTo>
                    <a:pt x="173" y="549"/>
                    <a:pt x="191" y="493"/>
                    <a:pt x="231" y="449"/>
                  </a:cubicBezTo>
                  <a:cubicBezTo>
                    <a:pt x="252" y="425"/>
                    <a:pt x="279" y="406"/>
                    <a:pt x="308" y="393"/>
                  </a:cubicBezTo>
                  <a:cubicBezTo>
                    <a:pt x="333" y="379"/>
                    <a:pt x="359" y="371"/>
                    <a:pt x="387" y="367"/>
                  </a:cubicBezTo>
                  <a:cubicBezTo>
                    <a:pt x="367" y="352"/>
                    <a:pt x="343" y="344"/>
                    <a:pt x="318" y="344"/>
                  </a:cubicBezTo>
                  <a:close/>
                  <a:moveTo>
                    <a:pt x="931" y="308"/>
                  </a:moveTo>
                  <a:cubicBezTo>
                    <a:pt x="993" y="308"/>
                    <a:pt x="1043" y="258"/>
                    <a:pt x="1043" y="196"/>
                  </a:cubicBezTo>
                  <a:cubicBezTo>
                    <a:pt x="1043" y="134"/>
                    <a:pt x="993" y="83"/>
                    <a:pt x="931" y="83"/>
                  </a:cubicBezTo>
                  <a:cubicBezTo>
                    <a:pt x="869" y="83"/>
                    <a:pt x="819" y="134"/>
                    <a:pt x="819" y="196"/>
                  </a:cubicBezTo>
                  <a:cubicBezTo>
                    <a:pt x="819" y="258"/>
                    <a:pt x="869" y="308"/>
                    <a:pt x="931" y="308"/>
                  </a:cubicBezTo>
                  <a:close/>
                  <a:moveTo>
                    <a:pt x="1031" y="344"/>
                  </a:moveTo>
                  <a:lnTo>
                    <a:pt x="831" y="344"/>
                  </a:lnTo>
                  <a:lnTo>
                    <a:pt x="831" y="343"/>
                  </a:lnTo>
                  <a:cubicBezTo>
                    <a:pt x="806" y="343"/>
                    <a:pt x="782" y="352"/>
                    <a:pt x="763" y="366"/>
                  </a:cubicBezTo>
                  <a:cubicBezTo>
                    <a:pt x="792" y="370"/>
                    <a:pt x="821" y="379"/>
                    <a:pt x="847" y="393"/>
                  </a:cubicBezTo>
                  <a:cubicBezTo>
                    <a:pt x="877" y="406"/>
                    <a:pt x="903" y="426"/>
                    <a:pt x="925" y="450"/>
                  </a:cubicBezTo>
                  <a:cubicBezTo>
                    <a:pt x="963" y="494"/>
                    <a:pt x="981" y="548"/>
                    <a:pt x="974" y="603"/>
                  </a:cubicBezTo>
                  <a:lnTo>
                    <a:pt x="974" y="603"/>
                  </a:lnTo>
                  <a:lnTo>
                    <a:pt x="974" y="603"/>
                  </a:lnTo>
                  <a:lnTo>
                    <a:pt x="962" y="689"/>
                  </a:lnTo>
                  <a:lnTo>
                    <a:pt x="1015" y="689"/>
                  </a:lnTo>
                  <a:cubicBezTo>
                    <a:pt x="1076" y="689"/>
                    <a:pt x="1114" y="637"/>
                    <a:pt x="1126" y="575"/>
                  </a:cubicBezTo>
                  <a:lnTo>
                    <a:pt x="1142" y="456"/>
                  </a:lnTo>
                  <a:cubicBezTo>
                    <a:pt x="1149" y="395"/>
                    <a:pt x="1092" y="344"/>
                    <a:pt x="1031" y="344"/>
                  </a:cubicBezTo>
                  <a:close/>
                  <a:moveTo>
                    <a:pt x="756" y="184"/>
                  </a:moveTo>
                  <a:cubicBezTo>
                    <a:pt x="756" y="286"/>
                    <a:pt x="676" y="369"/>
                    <a:pt x="577" y="369"/>
                  </a:cubicBezTo>
                  <a:cubicBezTo>
                    <a:pt x="478" y="369"/>
                    <a:pt x="398" y="286"/>
                    <a:pt x="398" y="184"/>
                  </a:cubicBezTo>
                  <a:cubicBezTo>
                    <a:pt x="398" y="82"/>
                    <a:pt x="478" y="0"/>
                    <a:pt x="577" y="0"/>
                  </a:cubicBezTo>
                  <a:cubicBezTo>
                    <a:pt x="676" y="0"/>
                    <a:pt x="756" y="82"/>
                    <a:pt x="756" y="184"/>
                  </a:cubicBezTo>
                  <a:close/>
                </a:path>
              </a:pathLst>
            </a:custGeom>
            <a:solidFill>
              <a:schemeClr val="bg1">
                <a:lumMod val="95000"/>
              </a:schemeClr>
            </a:solidFill>
            <a:ln>
              <a:noFill/>
            </a:ln>
          </p:spPr>
          <p:txBody>
            <a:bodyPr vert="horz" wrap="square" lIns="68571" tIns="34285" rIns="68571" bIns="34285" numCol="1" anchor="t" anchorCtr="0" compatLnSpc="1"/>
            <a:lstStyle/>
            <a:p>
              <a:pPr>
                <a:lnSpc>
                  <a:spcPct val="130000"/>
                </a:lnSpc>
                <a:defRPr/>
              </a:pPr>
              <a:endParaRPr lang="zh-CN" altLang="en-US"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4" name="Freeform 17"/>
            <p:cNvSpPr>
              <a:spLocks noEditPoints="1"/>
            </p:cNvSpPr>
            <p:nvPr/>
          </p:nvSpPr>
          <p:spPr bwMode="auto">
            <a:xfrm>
              <a:off x="7043691" y="3474722"/>
              <a:ext cx="526251" cy="527891"/>
            </a:xfrm>
            <a:custGeom>
              <a:avLst/>
              <a:gdLst>
                <a:gd name="T0" fmla="*/ 504 w 1008"/>
                <a:gd name="T1" fmla="*/ 1009 h 1009"/>
                <a:gd name="T2" fmla="*/ 0 w 1008"/>
                <a:gd name="T3" fmla="*/ 504 h 1009"/>
                <a:gd name="T4" fmla="*/ 504 w 1008"/>
                <a:gd name="T5" fmla="*/ 0 h 1009"/>
                <a:gd name="T6" fmla="*/ 1008 w 1008"/>
                <a:gd name="T7" fmla="*/ 504 h 1009"/>
                <a:gd name="T8" fmla="*/ 504 w 1008"/>
                <a:gd name="T9" fmla="*/ 1009 h 1009"/>
                <a:gd name="T10" fmla="*/ 725 w 1008"/>
                <a:gd name="T11" fmla="*/ 769 h 1009"/>
                <a:gd name="T12" fmla="*/ 725 w 1008"/>
                <a:gd name="T13" fmla="*/ 769 h 1009"/>
                <a:gd name="T14" fmla="*/ 538 w 1008"/>
                <a:gd name="T15" fmla="*/ 586 h 1009"/>
                <a:gd name="T16" fmla="*/ 504 w 1008"/>
                <a:gd name="T17" fmla="*/ 592 h 1009"/>
                <a:gd name="T18" fmla="*/ 416 w 1008"/>
                <a:gd name="T19" fmla="*/ 504 h 1009"/>
                <a:gd name="T20" fmla="*/ 456 w 1008"/>
                <a:gd name="T21" fmla="*/ 431 h 1009"/>
                <a:gd name="T22" fmla="*/ 456 w 1008"/>
                <a:gd name="T23" fmla="*/ 179 h 1009"/>
                <a:gd name="T24" fmla="*/ 553 w 1008"/>
                <a:gd name="T25" fmla="*/ 179 h 1009"/>
                <a:gd name="T26" fmla="*/ 553 w 1008"/>
                <a:gd name="T27" fmla="*/ 431 h 1009"/>
                <a:gd name="T28" fmla="*/ 592 w 1008"/>
                <a:gd name="T29" fmla="*/ 504 h 1009"/>
                <a:gd name="T30" fmla="*/ 586 w 1008"/>
                <a:gd name="T31" fmla="*/ 536 h 1009"/>
                <a:gd name="T32" fmla="*/ 774 w 1008"/>
                <a:gd name="T33" fmla="*/ 719 h 1009"/>
                <a:gd name="T34" fmla="*/ 725 w 1008"/>
                <a:gd name="T35" fmla="*/ 769 h 1009"/>
                <a:gd name="T36" fmla="*/ 168 w 1008"/>
                <a:gd name="T37" fmla="*/ 471 h 1009"/>
                <a:gd name="T38" fmla="*/ 168 w 1008"/>
                <a:gd name="T39" fmla="*/ 471 h 1009"/>
                <a:gd name="T40" fmla="*/ 234 w 1008"/>
                <a:gd name="T41" fmla="*/ 471 h 1009"/>
                <a:gd name="T42" fmla="*/ 234 w 1008"/>
                <a:gd name="T43" fmla="*/ 538 h 1009"/>
                <a:gd name="T44" fmla="*/ 168 w 1008"/>
                <a:gd name="T45" fmla="*/ 538 h 1009"/>
                <a:gd name="T46" fmla="*/ 168 w 1008"/>
                <a:gd name="T47" fmla="*/ 471 h 1009"/>
                <a:gd name="T48" fmla="*/ 774 w 1008"/>
                <a:gd name="T49" fmla="*/ 471 h 1009"/>
                <a:gd name="T50" fmla="*/ 774 w 1008"/>
                <a:gd name="T51" fmla="*/ 471 h 1009"/>
                <a:gd name="T52" fmla="*/ 840 w 1008"/>
                <a:gd name="T53" fmla="*/ 471 h 1009"/>
                <a:gd name="T54" fmla="*/ 840 w 1008"/>
                <a:gd name="T55" fmla="*/ 538 h 1009"/>
                <a:gd name="T56" fmla="*/ 774 w 1008"/>
                <a:gd name="T57" fmla="*/ 538 h 1009"/>
                <a:gd name="T58" fmla="*/ 774 w 1008"/>
                <a:gd name="T59" fmla="*/ 471 h 1009"/>
                <a:gd name="T60" fmla="*/ 470 w 1008"/>
                <a:gd name="T61" fmla="*/ 840 h 1009"/>
                <a:gd name="T62" fmla="*/ 470 w 1008"/>
                <a:gd name="T63" fmla="*/ 840 h 1009"/>
                <a:gd name="T64" fmla="*/ 470 w 1008"/>
                <a:gd name="T65" fmla="*/ 775 h 1009"/>
                <a:gd name="T66" fmla="*/ 538 w 1008"/>
                <a:gd name="T67" fmla="*/ 775 h 1009"/>
                <a:gd name="T68" fmla="*/ 538 w 1008"/>
                <a:gd name="T69" fmla="*/ 840 h 1009"/>
                <a:gd name="T70" fmla="*/ 470 w 1008"/>
                <a:gd name="T71" fmla="*/ 840 h 1009"/>
                <a:gd name="T72" fmla="*/ 504 w 1008"/>
                <a:gd name="T73" fmla="*/ 912 h 1009"/>
                <a:gd name="T74" fmla="*/ 504 w 1008"/>
                <a:gd name="T75" fmla="*/ 912 h 1009"/>
                <a:gd name="T76" fmla="*/ 912 w 1008"/>
                <a:gd name="T77" fmla="*/ 504 h 1009"/>
                <a:gd name="T78" fmla="*/ 504 w 1008"/>
                <a:gd name="T79" fmla="*/ 97 h 1009"/>
                <a:gd name="T80" fmla="*/ 96 w 1008"/>
                <a:gd name="T81" fmla="*/ 504 h 1009"/>
                <a:gd name="T82" fmla="*/ 504 w 1008"/>
                <a:gd name="T83" fmla="*/ 912 h 1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04" h="1009">
                  <a:moveTo>
                    <a:pt x="504" y="1009"/>
                  </a:moveTo>
                  <a:cubicBezTo>
                    <a:pt x="226" y="1009"/>
                    <a:pt x="0" y="783"/>
                    <a:pt x="0" y="504"/>
                  </a:cubicBezTo>
                  <a:cubicBezTo>
                    <a:pt x="0" y="226"/>
                    <a:pt x="226" y="0"/>
                    <a:pt x="504" y="0"/>
                  </a:cubicBezTo>
                  <a:cubicBezTo>
                    <a:pt x="782" y="0"/>
                    <a:pt x="1008" y="226"/>
                    <a:pt x="1008" y="504"/>
                  </a:cubicBezTo>
                  <a:cubicBezTo>
                    <a:pt x="1008" y="783"/>
                    <a:pt x="782" y="1009"/>
                    <a:pt x="504" y="1009"/>
                  </a:cubicBezTo>
                  <a:close/>
                  <a:moveTo>
                    <a:pt x="725" y="769"/>
                  </a:moveTo>
                  <a:lnTo>
                    <a:pt x="725" y="769"/>
                  </a:lnTo>
                  <a:lnTo>
                    <a:pt x="538" y="586"/>
                  </a:lnTo>
                  <a:cubicBezTo>
                    <a:pt x="528" y="590"/>
                    <a:pt x="516" y="592"/>
                    <a:pt x="504" y="592"/>
                  </a:cubicBezTo>
                  <a:cubicBezTo>
                    <a:pt x="455" y="592"/>
                    <a:pt x="416" y="553"/>
                    <a:pt x="416" y="504"/>
                  </a:cubicBezTo>
                  <a:cubicBezTo>
                    <a:pt x="416" y="474"/>
                    <a:pt x="432" y="447"/>
                    <a:pt x="456" y="431"/>
                  </a:cubicBezTo>
                  <a:lnTo>
                    <a:pt x="456" y="179"/>
                  </a:lnTo>
                  <a:cubicBezTo>
                    <a:pt x="456" y="115"/>
                    <a:pt x="553" y="115"/>
                    <a:pt x="553" y="179"/>
                  </a:cubicBezTo>
                  <a:lnTo>
                    <a:pt x="553" y="431"/>
                  </a:lnTo>
                  <a:cubicBezTo>
                    <a:pt x="576" y="447"/>
                    <a:pt x="592" y="474"/>
                    <a:pt x="592" y="504"/>
                  </a:cubicBezTo>
                  <a:cubicBezTo>
                    <a:pt x="592" y="516"/>
                    <a:pt x="590" y="526"/>
                    <a:pt x="586" y="536"/>
                  </a:cubicBezTo>
                  <a:lnTo>
                    <a:pt x="774" y="719"/>
                  </a:lnTo>
                  <a:cubicBezTo>
                    <a:pt x="806" y="751"/>
                    <a:pt x="758" y="801"/>
                    <a:pt x="725" y="769"/>
                  </a:cubicBezTo>
                  <a:close/>
                  <a:moveTo>
                    <a:pt x="168" y="471"/>
                  </a:moveTo>
                  <a:lnTo>
                    <a:pt x="168" y="471"/>
                  </a:lnTo>
                  <a:lnTo>
                    <a:pt x="234" y="471"/>
                  </a:lnTo>
                  <a:cubicBezTo>
                    <a:pt x="278" y="471"/>
                    <a:pt x="278" y="538"/>
                    <a:pt x="234" y="538"/>
                  </a:cubicBezTo>
                  <a:lnTo>
                    <a:pt x="168" y="538"/>
                  </a:lnTo>
                  <a:cubicBezTo>
                    <a:pt x="123" y="538"/>
                    <a:pt x="123" y="471"/>
                    <a:pt x="168" y="471"/>
                  </a:cubicBezTo>
                  <a:close/>
                  <a:moveTo>
                    <a:pt x="774" y="471"/>
                  </a:moveTo>
                  <a:lnTo>
                    <a:pt x="774" y="471"/>
                  </a:lnTo>
                  <a:lnTo>
                    <a:pt x="840" y="471"/>
                  </a:lnTo>
                  <a:cubicBezTo>
                    <a:pt x="885" y="471"/>
                    <a:pt x="885" y="538"/>
                    <a:pt x="840" y="538"/>
                  </a:cubicBezTo>
                  <a:lnTo>
                    <a:pt x="774" y="538"/>
                  </a:lnTo>
                  <a:cubicBezTo>
                    <a:pt x="730" y="538"/>
                    <a:pt x="730" y="471"/>
                    <a:pt x="774" y="471"/>
                  </a:cubicBezTo>
                  <a:close/>
                  <a:moveTo>
                    <a:pt x="470" y="840"/>
                  </a:moveTo>
                  <a:lnTo>
                    <a:pt x="470" y="840"/>
                  </a:lnTo>
                  <a:lnTo>
                    <a:pt x="470" y="775"/>
                  </a:lnTo>
                  <a:cubicBezTo>
                    <a:pt x="470" y="730"/>
                    <a:pt x="538" y="730"/>
                    <a:pt x="538" y="775"/>
                  </a:cubicBezTo>
                  <a:lnTo>
                    <a:pt x="538" y="840"/>
                  </a:lnTo>
                  <a:cubicBezTo>
                    <a:pt x="538" y="885"/>
                    <a:pt x="470" y="885"/>
                    <a:pt x="470" y="840"/>
                  </a:cubicBezTo>
                  <a:close/>
                  <a:moveTo>
                    <a:pt x="504" y="912"/>
                  </a:moveTo>
                  <a:lnTo>
                    <a:pt x="504" y="912"/>
                  </a:lnTo>
                  <a:cubicBezTo>
                    <a:pt x="729" y="912"/>
                    <a:pt x="912" y="730"/>
                    <a:pt x="912" y="504"/>
                  </a:cubicBezTo>
                  <a:cubicBezTo>
                    <a:pt x="912" y="279"/>
                    <a:pt x="729" y="97"/>
                    <a:pt x="504" y="97"/>
                  </a:cubicBezTo>
                  <a:cubicBezTo>
                    <a:pt x="279" y="97"/>
                    <a:pt x="96" y="279"/>
                    <a:pt x="96" y="504"/>
                  </a:cubicBezTo>
                  <a:cubicBezTo>
                    <a:pt x="96" y="730"/>
                    <a:pt x="279" y="912"/>
                    <a:pt x="504" y="912"/>
                  </a:cubicBezTo>
                  <a:close/>
                </a:path>
              </a:pathLst>
            </a:custGeom>
            <a:solidFill>
              <a:schemeClr val="bg1"/>
            </a:solidFill>
            <a:ln>
              <a:noFill/>
            </a:ln>
          </p:spPr>
          <p:txBody>
            <a:bodyPr vert="horz" wrap="square" lIns="68571" tIns="34285" rIns="68571" bIns="34285" numCol="1" anchor="t" anchorCtr="0" compatLnSpc="1"/>
            <a:lstStyle/>
            <a:p>
              <a:pPr>
                <a:lnSpc>
                  <a:spcPct val="130000"/>
                </a:lnSpc>
                <a:defRPr/>
              </a:pPr>
              <a:endParaRPr lang="zh-CN" altLang="en-US"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nvGrpSpPr>
            <p:cNvPr id="15" name="组合 14"/>
            <p:cNvGrpSpPr/>
            <p:nvPr/>
          </p:nvGrpSpPr>
          <p:grpSpPr>
            <a:xfrm>
              <a:off x="6421528" y="4525290"/>
              <a:ext cx="580037" cy="538318"/>
              <a:chOff x="5928340" y="670992"/>
              <a:chExt cx="506444" cy="470018"/>
            </a:xfrm>
            <a:solidFill>
              <a:schemeClr val="bg1">
                <a:lumMod val="95000"/>
              </a:schemeClr>
            </a:solidFill>
          </p:grpSpPr>
          <p:sp>
            <p:nvSpPr>
              <p:cNvPr id="16" name="Freeform 36"/>
              <p:cNvSpPr>
                <a:spLocks noEditPoints="1"/>
              </p:cNvSpPr>
              <p:nvPr/>
            </p:nvSpPr>
            <p:spPr bwMode="auto">
              <a:xfrm>
                <a:off x="5993909" y="670992"/>
                <a:ext cx="241151" cy="160240"/>
              </a:xfrm>
              <a:custGeom>
                <a:avLst/>
                <a:gdLst>
                  <a:gd name="T0" fmla="*/ 133 w 372"/>
                  <a:gd name="T1" fmla="*/ 185 h 247"/>
                  <a:gd name="T2" fmla="*/ 118 w 372"/>
                  <a:gd name="T3" fmla="*/ 152 h 247"/>
                  <a:gd name="T4" fmla="*/ 136 w 372"/>
                  <a:gd name="T5" fmla="*/ 115 h 247"/>
                  <a:gd name="T6" fmla="*/ 180 w 372"/>
                  <a:gd name="T7" fmla="*/ 100 h 247"/>
                  <a:gd name="T8" fmla="*/ 180 w 372"/>
                  <a:gd name="T9" fmla="*/ 84 h 247"/>
                  <a:gd name="T10" fmla="*/ 205 w 372"/>
                  <a:gd name="T11" fmla="*/ 84 h 247"/>
                  <a:gd name="T12" fmla="*/ 205 w 372"/>
                  <a:gd name="T13" fmla="*/ 99 h 247"/>
                  <a:gd name="T14" fmla="*/ 246 w 372"/>
                  <a:gd name="T15" fmla="*/ 114 h 247"/>
                  <a:gd name="T16" fmla="*/ 263 w 372"/>
                  <a:gd name="T17" fmla="*/ 152 h 247"/>
                  <a:gd name="T18" fmla="*/ 221 w 372"/>
                  <a:gd name="T19" fmla="*/ 152 h 247"/>
                  <a:gd name="T20" fmla="*/ 215 w 372"/>
                  <a:gd name="T21" fmla="*/ 136 h 247"/>
                  <a:gd name="T22" fmla="*/ 167 w 372"/>
                  <a:gd name="T23" fmla="*/ 134 h 247"/>
                  <a:gd name="T24" fmla="*/ 167 w 372"/>
                  <a:gd name="T25" fmla="*/ 156 h 247"/>
                  <a:gd name="T26" fmla="*/ 217 w 372"/>
                  <a:gd name="T27" fmla="*/ 171 h 247"/>
                  <a:gd name="T28" fmla="*/ 251 w 372"/>
                  <a:gd name="T29" fmla="*/ 188 h 247"/>
                  <a:gd name="T30" fmla="*/ 266 w 372"/>
                  <a:gd name="T31" fmla="*/ 223 h 247"/>
                  <a:gd name="T32" fmla="*/ 265 w 372"/>
                  <a:gd name="T33" fmla="*/ 234 h 247"/>
                  <a:gd name="T34" fmla="*/ 259 w 372"/>
                  <a:gd name="T35" fmla="*/ 246 h 247"/>
                  <a:gd name="T36" fmla="*/ 222 w 372"/>
                  <a:gd name="T37" fmla="*/ 230 h 247"/>
                  <a:gd name="T38" fmla="*/ 217 w 372"/>
                  <a:gd name="T39" fmla="*/ 217 h 247"/>
                  <a:gd name="T40" fmla="*/ 133 w 372"/>
                  <a:gd name="T41" fmla="*/ 185 h 247"/>
                  <a:gd name="T42" fmla="*/ 191 w 372"/>
                  <a:gd name="T43" fmla="*/ 39 h 247"/>
                  <a:gd name="T44" fmla="*/ 83 w 372"/>
                  <a:gd name="T45" fmla="*/ 83 h 247"/>
                  <a:gd name="T46" fmla="*/ 39 w 372"/>
                  <a:gd name="T47" fmla="*/ 191 h 247"/>
                  <a:gd name="T48" fmla="*/ 44 w 372"/>
                  <a:gd name="T49" fmla="*/ 231 h 247"/>
                  <a:gd name="T50" fmla="*/ 9 w 372"/>
                  <a:gd name="T51" fmla="*/ 247 h 247"/>
                  <a:gd name="T52" fmla="*/ 0 w 372"/>
                  <a:gd name="T53" fmla="*/ 191 h 247"/>
                  <a:gd name="T54" fmla="*/ 56 w 372"/>
                  <a:gd name="T55" fmla="*/ 56 h 247"/>
                  <a:gd name="T56" fmla="*/ 191 w 372"/>
                  <a:gd name="T57" fmla="*/ 0 h 247"/>
                  <a:gd name="T58" fmla="*/ 326 w 372"/>
                  <a:gd name="T59" fmla="*/ 56 h 247"/>
                  <a:gd name="T60" fmla="*/ 372 w 372"/>
                  <a:gd name="T61" fmla="*/ 132 h 247"/>
                  <a:gd name="T62" fmla="*/ 339 w 372"/>
                  <a:gd name="T63" fmla="*/ 152 h 247"/>
                  <a:gd name="T64" fmla="*/ 299 w 372"/>
                  <a:gd name="T65" fmla="*/ 83 h 247"/>
                  <a:gd name="T66" fmla="*/ 191 w 372"/>
                  <a:gd name="T67" fmla="*/ 39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2" h="246">
                    <a:moveTo>
                      <a:pt x="133" y="185"/>
                    </a:moveTo>
                    <a:cubicBezTo>
                      <a:pt x="123" y="177"/>
                      <a:pt x="118" y="166"/>
                      <a:pt x="118" y="152"/>
                    </a:cubicBezTo>
                    <a:cubicBezTo>
                      <a:pt x="118" y="136"/>
                      <a:pt x="124" y="124"/>
                      <a:pt x="136" y="115"/>
                    </a:cubicBezTo>
                    <a:cubicBezTo>
                      <a:pt x="147" y="105"/>
                      <a:pt x="160" y="100"/>
                      <a:pt x="180" y="100"/>
                    </a:cubicBezTo>
                    <a:cubicBezTo>
                      <a:pt x="180" y="84"/>
                      <a:pt x="180" y="84"/>
                      <a:pt x="180" y="84"/>
                    </a:cubicBezTo>
                    <a:cubicBezTo>
                      <a:pt x="205" y="84"/>
                      <a:pt x="205" y="84"/>
                      <a:pt x="205" y="84"/>
                    </a:cubicBezTo>
                    <a:cubicBezTo>
                      <a:pt x="205" y="99"/>
                      <a:pt x="205" y="99"/>
                      <a:pt x="205" y="99"/>
                    </a:cubicBezTo>
                    <a:cubicBezTo>
                      <a:pt x="224" y="100"/>
                      <a:pt x="235" y="104"/>
                      <a:pt x="246" y="114"/>
                    </a:cubicBezTo>
                    <a:cubicBezTo>
                      <a:pt x="257" y="123"/>
                      <a:pt x="262" y="136"/>
                      <a:pt x="263" y="152"/>
                    </a:cubicBezTo>
                    <a:cubicBezTo>
                      <a:pt x="221" y="152"/>
                      <a:pt x="221" y="152"/>
                      <a:pt x="221" y="152"/>
                    </a:cubicBezTo>
                    <a:cubicBezTo>
                      <a:pt x="220" y="145"/>
                      <a:pt x="218" y="140"/>
                      <a:pt x="215" y="136"/>
                    </a:cubicBezTo>
                    <a:cubicBezTo>
                      <a:pt x="208" y="128"/>
                      <a:pt x="176" y="128"/>
                      <a:pt x="167" y="134"/>
                    </a:cubicBezTo>
                    <a:cubicBezTo>
                      <a:pt x="161" y="139"/>
                      <a:pt x="160" y="151"/>
                      <a:pt x="167" y="156"/>
                    </a:cubicBezTo>
                    <a:cubicBezTo>
                      <a:pt x="175" y="162"/>
                      <a:pt x="205" y="167"/>
                      <a:pt x="217" y="171"/>
                    </a:cubicBezTo>
                    <a:cubicBezTo>
                      <a:pt x="232" y="176"/>
                      <a:pt x="244" y="181"/>
                      <a:pt x="251" y="188"/>
                    </a:cubicBezTo>
                    <a:cubicBezTo>
                      <a:pt x="261" y="197"/>
                      <a:pt x="266" y="208"/>
                      <a:pt x="266" y="223"/>
                    </a:cubicBezTo>
                    <a:cubicBezTo>
                      <a:pt x="266" y="227"/>
                      <a:pt x="266" y="231"/>
                      <a:pt x="265" y="234"/>
                    </a:cubicBezTo>
                    <a:cubicBezTo>
                      <a:pt x="263" y="238"/>
                      <a:pt x="261" y="242"/>
                      <a:pt x="259" y="246"/>
                    </a:cubicBezTo>
                    <a:cubicBezTo>
                      <a:pt x="247" y="240"/>
                      <a:pt x="235" y="235"/>
                      <a:pt x="222" y="230"/>
                    </a:cubicBezTo>
                    <a:cubicBezTo>
                      <a:pt x="223" y="225"/>
                      <a:pt x="221" y="220"/>
                      <a:pt x="217" y="217"/>
                    </a:cubicBezTo>
                    <a:cubicBezTo>
                      <a:pt x="200" y="204"/>
                      <a:pt x="158" y="207"/>
                      <a:pt x="133" y="185"/>
                    </a:cubicBezTo>
                    <a:close/>
                    <a:moveTo>
                      <a:pt x="191" y="39"/>
                    </a:moveTo>
                    <a:cubicBezTo>
                      <a:pt x="149" y="39"/>
                      <a:pt x="111" y="56"/>
                      <a:pt x="83" y="83"/>
                    </a:cubicBezTo>
                    <a:cubicBezTo>
                      <a:pt x="56" y="111"/>
                      <a:pt x="39" y="149"/>
                      <a:pt x="39" y="191"/>
                    </a:cubicBezTo>
                    <a:cubicBezTo>
                      <a:pt x="39" y="205"/>
                      <a:pt x="40" y="219"/>
                      <a:pt x="44" y="231"/>
                    </a:cubicBezTo>
                    <a:cubicBezTo>
                      <a:pt x="32" y="236"/>
                      <a:pt x="20" y="241"/>
                      <a:pt x="9" y="247"/>
                    </a:cubicBezTo>
                    <a:cubicBezTo>
                      <a:pt x="3" y="229"/>
                      <a:pt x="0" y="210"/>
                      <a:pt x="0" y="191"/>
                    </a:cubicBezTo>
                    <a:cubicBezTo>
                      <a:pt x="0" y="138"/>
                      <a:pt x="22" y="91"/>
                      <a:pt x="56" y="56"/>
                    </a:cubicBezTo>
                    <a:cubicBezTo>
                      <a:pt x="91" y="22"/>
                      <a:pt x="138" y="0"/>
                      <a:pt x="191" y="0"/>
                    </a:cubicBezTo>
                    <a:cubicBezTo>
                      <a:pt x="244" y="0"/>
                      <a:pt x="291" y="22"/>
                      <a:pt x="326" y="56"/>
                    </a:cubicBezTo>
                    <a:cubicBezTo>
                      <a:pt x="347" y="77"/>
                      <a:pt x="363" y="103"/>
                      <a:pt x="372" y="132"/>
                    </a:cubicBezTo>
                    <a:cubicBezTo>
                      <a:pt x="361" y="138"/>
                      <a:pt x="349" y="145"/>
                      <a:pt x="339" y="152"/>
                    </a:cubicBezTo>
                    <a:cubicBezTo>
                      <a:pt x="332" y="126"/>
                      <a:pt x="318" y="102"/>
                      <a:pt x="299" y="83"/>
                    </a:cubicBezTo>
                    <a:cubicBezTo>
                      <a:pt x="271" y="56"/>
                      <a:pt x="233" y="39"/>
                      <a:pt x="191"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7" name="Freeform 37"/>
              <p:cNvSpPr>
                <a:spLocks noEditPoints="1"/>
              </p:cNvSpPr>
              <p:nvPr/>
            </p:nvSpPr>
            <p:spPr bwMode="auto">
              <a:xfrm>
                <a:off x="6183208" y="766203"/>
                <a:ext cx="251576" cy="263409"/>
              </a:xfrm>
              <a:custGeom>
                <a:avLst/>
                <a:gdLst>
                  <a:gd name="T0" fmla="*/ 41 w 388"/>
                  <a:gd name="T1" fmla="*/ 59 h 406"/>
                  <a:gd name="T2" fmla="*/ 185 w 388"/>
                  <a:gd name="T3" fmla="*/ 0 h 406"/>
                  <a:gd name="T4" fmla="*/ 329 w 388"/>
                  <a:gd name="T5" fmla="*/ 59 h 406"/>
                  <a:gd name="T6" fmla="*/ 388 w 388"/>
                  <a:gd name="T7" fmla="*/ 203 h 406"/>
                  <a:gd name="T8" fmla="*/ 329 w 388"/>
                  <a:gd name="T9" fmla="*/ 347 h 406"/>
                  <a:gd name="T10" fmla="*/ 185 w 388"/>
                  <a:gd name="T11" fmla="*/ 406 h 406"/>
                  <a:gd name="T12" fmla="*/ 111 w 388"/>
                  <a:gd name="T13" fmla="*/ 393 h 406"/>
                  <a:gd name="T14" fmla="*/ 116 w 388"/>
                  <a:gd name="T15" fmla="*/ 342 h 406"/>
                  <a:gd name="T16" fmla="*/ 36 w 388"/>
                  <a:gd name="T17" fmla="*/ 149 h 406"/>
                  <a:gd name="T18" fmla="*/ 0 w 388"/>
                  <a:gd name="T19" fmla="*/ 119 h 406"/>
                  <a:gd name="T20" fmla="*/ 41 w 388"/>
                  <a:gd name="T21" fmla="*/ 59 h 406"/>
                  <a:gd name="T22" fmla="*/ 123 w 388"/>
                  <a:gd name="T23" fmla="*/ 197 h 406"/>
                  <a:gd name="T24" fmla="*/ 107 w 388"/>
                  <a:gd name="T25" fmla="*/ 161 h 406"/>
                  <a:gd name="T26" fmla="*/ 126 w 388"/>
                  <a:gd name="T27" fmla="*/ 121 h 406"/>
                  <a:gd name="T28" fmla="*/ 173 w 388"/>
                  <a:gd name="T29" fmla="*/ 105 h 406"/>
                  <a:gd name="T30" fmla="*/ 173 w 388"/>
                  <a:gd name="T31" fmla="*/ 88 h 406"/>
                  <a:gd name="T32" fmla="*/ 200 w 388"/>
                  <a:gd name="T33" fmla="*/ 88 h 406"/>
                  <a:gd name="T34" fmla="*/ 200 w 388"/>
                  <a:gd name="T35" fmla="*/ 104 h 406"/>
                  <a:gd name="T36" fmla="*/ 244 w 388"/>
                  <a:gd name="T37" fmla="*/ 120 h 406"/>
                  <a:gd name="T38" fmla="*/ 262 w 388"/>
                  <a:gd name="T39" fmla="*/ 161 h 406"/>
                  <a:gd name="T40" fmla="*/ 217 w 388"/>
                  <a:gd name="T41" fmla="*/ 161 h 406"/>
                  <a:gd name="T42" fmla="*/ 211 w 388"/>
                  <a:gd name="T43" fmla="*/ 144 h 406"/>
                  <a:gd name="T44" fmla="*/ 160 w 388"/>
                  <a:gd name="T45" fmla="*/ 142 h 406"/>
                  <a:gd name="T46" fmla="*/ 159 w 388"/>
                  <a:gd name="T47" fmla="*/ 165 h 406"/>
                  <a:gd name="T48" fmla="*/ 213 w 388"/>
                  <a:gd name="T49" fmla="*/ 181 h 406"/>
                  <a:gd name="T50" fmla="*/ 250 w 388"/>
                  <a:gd name="T51" fmla="*/ 200 h 406"/>
                  <a:gd name="T52" fmla="*/ 265 w 388"/>
                  <a:gd name="T53" fmla="*/ 237 h 406"/>
                  <a:gd name="T54" fmla="*/ 248 w 388"/>
                  <a:gd name="T55" fmla="*/ 279 h 406"/>
                  <a:gd name="T56" fmla="*/ 198 w 388"/>
                  <a:gd name="T57" fmla="*/ 296 h 406"/>
                  <a:gd name="T58" fmla="*/ 198 w 388"/>
                  <a:gd name="T59" fmla="*/ 318 h 406"/>
                  <a:gd name="T60" fmla="*/ 172 w 388"/>
                  <a:gd name="T61" fmla="*/ 318 h 406"/>
                  <a:gd name="T62" fmla="*/ 172 w 388"/>
                  <a:gd name="T63" fmla="*/ 296 h 406"/>
                  <a:gd name="T64" fmla="*/ 123 w 388"/>
                  <a:gd name="T65" fmla="*/ 279 h 406"/>
                  <a:gd name="T66" fmla="*/ 105 w 388"/>
                  <a:gd name="T67" fmla="*/ 233 h 406"/>
                  <a:gd name="T68" fmla="*/ 152 w 388"/>
                  <a:gd name="T69" fmla="*/ 233 h 406"/>
                  <a:gd name="T70" fmla="*/ 158 w 388"/>
                  <a:gd name="T71" fmla="*/ 254 h 406"/>
                  <a:gd name="T72" fmla="*/ 212 w 388"/>
                  <a:gd name="T73" fmla="*/ 256 h 406"/>
                  <a:gd name="T74" fmla="*/ 213 w 388"/>
                  <a:gd name="T75" fmla="*/ 231 h 406"/>
                  <a:gd name="T76" fmla="*/ 123 w 388"/>
                  <a:gd name="T77" fmla="*/ 197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88" h="406">
                    <a:moveTo>
                      <a:pt x="41" y="59"/>
                    </a:moveTo>
                    <a:cubicBezTo>
                      <a:pt x="78" y="22"/>
                      <a:pt x="129" y="0"/>
                      <a:pt x="185" y="0"/>
                    </a:cubicBezTo>
                    <a:cubicBezTo>
                      <a:pt x="241" y="0"/>
                      <a:pt x="292" y="22"/>
                      <a:pt x="329" y="59"/>
                    </a:cubicBezTo>
                    <a:cubicBezTo>
                      <a:pt x="366" y="96"/>
                      <a:pt x="388" y="147"/>
                      <a:pt x="388" y="203"/>
                    </a:cubicBezTo>
                    <a:cubicBezTo>
                      <a:pt x="388" y="259"/>
                      <a:pt x="366" y="310"/>
                      <a:pt x="329" y="347"/>
                    </a:cubicBezTo>
                    <a:cubicBezTo>
                      <a:pt x="292" y="384"/>
                      <a:pt x="241" y="406"/>
                      <a:pt x="185" y="406"/>
                    </a:cubicBezTo>
                    <a:cubicBezTo>
                      <a:pt x="159" y="406"/>
                      <a:pt x="134" y="401"/>
                      <a:pt x="111" y="393"/>
                    </a:cubicBezTo>
                    <a:cubicBezTo>
                      <a:pt x="114" y="376"/>
                      <a:pt x="116" y="359"/>
                      <a:pt x="116" y="342"/>
                    </a:cubicBezTo>
                    <a:cubicBezTo>
                      <a:pt x="116" y="270"/>
                      <a:pt x="87" y="200"/>
                      <a:pt x="36" y="149"/>
                    </a:cubicBezTo>
                    <a:cubicBezTo>
                      <a:pt x="25" y="138"/>
                      <a:pt x="13" y="128"/>
                      <a:pt x="0" y="119"/>
                    </a:cubicBezTo>
                    <a:cubicBezTo>
                      <a:pt x="10" y="96"/>
                      <a:pt x="24" y="76"/>
                      <a:pt x="41" y="59"/>
                    </a:cubicBezTo>
                    <a:close/>
                    <a:moveTo>
                      <a:pt x="123" y="197"/>
                    </a:moveTo>
                    <a:cubicBezTo>
                      <a:pt x="112" y="188"/>
                      <a:pt x="107" y="176"/>
                      <a:pt x="107" y="161"/>
                    </a:cubicBezTo>
                    <a:cubicBezTo>
                      <a:pt x="107" y="144"/>
                      <a:pt x="113" y="131"/>
                      <a:pt x="126" y="121"/>
                    </a:cubicBezTo>
                    <a:cubicBezTo>
                      <a:pt x="138" y="111"/>
                      <a:pt x="152" y="105"/>
                      <a:pt x="173" y="105"/>
                    </a:cubicBezTo>
                    <a:cubicBezTo>
                      <a:pt x="173" y="88"/>
                      <a:pt x="173" y="88"/>
                      <a:pt x="173" y="88"/>
                    </a:cubicBezTo>
                    <a:cubicBezTo>
                      <a:pt x="200" y="88"/>
                      <a:pt x="200" y="88"/>
                      <a:pt x="200" y="88"/>
                    </a:cubicBezTo>
                    <a:cubicBezTo>
                      <a:pt x="200" y="104"/>
                      <a:pt x="200" y="104"/>
                      <a:pt x="200" y="104"/>
                    </a:cubicBezTo>
                    <a:cubicBezTo>
                      <a:pt x="220" y="105"/>
                      <a:pt x="233" y="110"/>
                      <a:pt x="244" y="120"/>
                    </a:cubicBezTo>
                    <a:cubicBezTo>
                      <a:pt x="255" y="130"/>
                      <a:pt x="261" y="143"/>
                      <a:pt x="262" y="161"/>
                    </a:cubicBezTo>
                    <a:cubicBezTo>
                      <a:pt x="217" y="161"/>
                      <a:pt x="217" y="161"/>
                      <a:pt x="217" y="161"/>
                    </a:cubicBezTo>
                    <a:cubicBezTo>
                      <a:pt x="216" y="154"/>
                      <a:pt x="214" y="148"/>
                      <a:pt x="211" y="144"/>
                    </a:cubicBezTo>
                    <a:cubicBezTo>
                      <a:pt x="203" y="135"/>
                      <a:pt x="168" y="135"/>
                      <a:pt x="160" y="142"/>
                    </a:cubicBezTo>
                    <a:cubicBezTo>
                      <a:pt x="152" y="147"/>
                      <a:pt x="152" y="160"/>
                      <a:pt x="159" y="165"/>
                    </a:cubicBezTo>
                    <a:cubicBezTo>
                      <a:pt x="168" y="172"/>
                      <a:pt x="200" y="177"/>
                      <a:pt x="213" y="181"/>
                    </a:cubicBezTo>
                    <a:cubicBezTo>
                      <a:pt x="229" y="186"/>
                      <a:pt x="242" y="193"/>
                      <a:pt x="250" y="200"/>
                    </a:cubicBezTo>
                    <a:cubicBezTo>
                      <a:pt x="260" y="209"/>
                      <a:pt x="265" y="221"/>
                      <a:pt x="265" y="237"/>
                    </a:cubicBezTo>
                    <a:cubicBezTo>
                      <a:pt x="265" y="256"/>
                      <a:pt x="260" y="270"/>
                      <a:pt x="248" y="279"/>
                    </a:cubicBezTo>
                    <a:cubicBezTo>
                      <a:pt x="236" y="289"/>
                      <a:pt x="222" y="295"/>
                      <a:pt x="198" y="296"/>
                    </a:cubicBezTo>
                    <a:cubicBezTo>
                      <a:pt x="198" y="318"/>
                      <a:pt x="198" y="318"/>
                      <a:pt x="198" y="318"/>
                    </a:cubicBezTo>
                    <a:cubicBezTo>
                      <a:pt x="172" y="318"/>
                      <a:pt x="172" y="318"/>
                      <a:pt x="172" y="318"/>
                    </a:cubicBezTo>
                    <a:cubicBezTo>
                      <a:pt x="172" y="296"/>
                      <a:pt x="172" y="296"/>
                      <a:pt x="172" y="296"/>
                    </a:cubicBezTo>
                    <a:cubicBezTo>
                      <a:pt x="150" y="295"/>
                      <a:pt x="136" y="290"/>
                      <a:pt x="123" y="279"/>
                    </a:cubicBezTo>
                    <a:cubicBezTo>
                      <a:pt x="111" y="268"/>
                      <a:pt x="105" y="252"/>
                      <a:pt x="105" y="233"/>
                    </a:cubicBezTo>
                    <a:cubicBezTo>
                      <a:pt x="152" y="233"/>
                      <a:pt x="152" y="233"/>
                      <a:pt x="152" y="233"/>
                    </a:cubicBezTo>
                    <a:cubicBezTo>
                      <a:pt x="153" y="243"/>
                      <a:pt x="155" y="250"/>
                      <a:pt x="158" y="254"/>
                    </a:cubicBezTo>
                    <a:cubicBezTo>
                      <a:pt x="167" y="265"/>
                      <a:pt x="203" y="263"/>
                      <a:pt x="212" y="256"/>
                    </a:cubicBezTo>
                    <a:cubicBezTo>
                      <a:pt x="220" y="251"/>
                      <a:pt x="221" y="237"/>
                      <a:pt x="213" y="231"/>
                    </a:cubicBezTo>
                    <a:cubicBezTo>
                      <a:pt x="195" y="216"/>
                      <a:pt x="150" y="220"/>
                      <a:pt x="123"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8" name="Freeform 38"/>
              <p:cNvSpPr>
                <a:spLocks noEditPoints="1"/>
              </p:cNvSpPr>
              <p:nvPr/>
            </p:nvSpPr>
            <p:spPr bwMode="auto">
              <a:xfrm>
                <a:off x="5928340" y="836444"/>
                <a:ext cx="304799" cy="304566"/>
              </a:xfrm>
              <a:custGeom>
                <a:avLst/>
                <a:gdLst>
                  <a:gd name="T0" fmla="*/ 235 w 470"/>
                  <a:gd name="T1" fmla="*/ 57 h 470"/>
                  <a:gd name="T2" fmla="*/ 109 w 470"/>
                  <a:gd name="T3" fmla="*/ 109 h 470"/>
                  <a:gd name="T4" fmla="*/ 57 w 470"/>
                  <a:gd name="T5" fmla="*/ 235 h 470"/>
                  <a:gd name="T6" fmla="*/ 109 w 470"/>
                  <a:gd name="T7" fmla="*/ 361 h 470"/>
                  <a:gd name="T8" fmla="*/ 235 w 470"/>
                  <a:gd name="T9" fmla="*/ 413 h 470"/>
                  <a:gd name="T10" fmla="*/ 361 w 470"/>
                  <a:gd name="T11" fmla="*/ 361 h 470"/>
                  <a:gd name="T12" fmla="*/ 413 w 470"/>
                  <a:gd name="T13" fmla="*/ 235 h 470"/>
                  <a:gd name="T14" fmla="*/ 361 w 470"/>
                  <a:gd name="T15" fmla="*/ 109 h 470"/>
                  <a:gd name="T16" fmla="*/ 235 w 470"/>
                  <a:gd name="T17" fmla="*/ 57 h 470"/>
                  <a:gd name="T18" fmla="*/ 170 w 470"/>
                  <a:gd name="T19" fmla="*/ 228 h 470"/>
                  <a:gd name="T20" fmla="*/ 154 w 470"/>
                  <a:gd name="T21" fmla="*/ 191 h 470"/>
                  <a:gd name="T22" fmla="*/ 173 w 470"/>
                  <a:gd name="T23" fmla="*/ 149 h 470"/>
                  <a:gd name="T24" fmla="*/ 222 w 470"/>
                  <a:gd name="T25" fmla="*/ 132 h 470"/>
                  <a:gd name="T26" fmla="*/ 222 w 470"/>
                  <a:gd name="T27" fmla="*/ 114 h 470"/>
                  <a:gd name="T28" fmla="*/ 251 w 470"/>
                  <a:gd name="T29" fmla="*/ 114 h 470"/>
                  <a:gd name="T30" fmla="*/ 251 w 470"/>
                  <a:gd name="T31" fmla="*/ 132 h 470"/>
                  <a:gd name="T32" fmla="*/ 296 w 470"/>
                  <a:gd name="T33" fmla="*/ 148 h 470"/>
                  <a:gd name="T34" fmla="*/ 314 w 470"/>
                  <a:gd name="T35" fmla="*/ 190 h 470"/>
                  <a:gd name="T36" fmla="*/ 267 w 470"/>
                  <a:gd name="T37" fmla="*/ 190 h 470"/>
                  <a:gd name="T38" fmla="*/ 262 w 470"/>
                  <a:gd name="T39" fmla="*/ 173 h 470"/>
                  <a:gd name="T40" fmla="*/ 208 w 470"/>
                  <a:gd name="T41" fmla="*/ 171 h 470"/>
                  <a:gd name="T42" fmla="*/ 208 w 470"/>
                  <a:gd name="T43" fmla="*/ 196 h 470"/>
                  <a:gd name="T44" fmla="*/ 264 w 470"/>
                  <a:gd name="T45" fmla="*/ 212 h 470"/>
                  <a:gd name="T46" fmla="*/ 302 w 470"/>
                  <a:gd name="T47" fmla="*/ 231 h 470"/>
                  <a:gd name="T48" fmla="*/ 318 w 470"/>
                  <a:gd name="T49" fmla="*/ 271 h 470"/>
                  <a:gd name="T50" fmla="*/ 300 w 470"/>
                  <a:gd name="T51" fmla="*/ 314 h 470"/>
                  <a:gd name="T52" fmla="*/ 248 w 470"/>
                  <a:gd name="T53" fmla="*/ 333 h 470"/>
                  <a:gd name="T54" fmla="*/ 248 w 470"/>
                  <a:gd name="T55" fmla="*/ 355 h 470"/>
                  <a:gd name="T56" fmla="*/ 219 w 470"/>
                  <a:gd name="T57" fmla="*/ 355 h 470"/>
                  <a:gd name="T58" fmla="*/ 219 w 470"/>
                  <a:gd name="T59" fmla="*/ 333 h 470"/>
                  <a:gd name="T60" fmla="*/ 171 w 470"/>
                  <a:gd name="T61" fmla="*/ 313 h 470"/>
                  <a:gd name="T62" fmla="*/ 151 w 470"/>
                  <a:gd name="T63" fmla="*/ 266 h 470"/>
                  <a:gd name="T64" fmla="*/ 201 w 470"/>
                  <a:gd name="T65" fmla="*/ 266 h 470"/>
                  <a:gd name="T66" fmla="*/ 207 w 470"/>
                  <a:gd name="T67" fmla="*/ 288 h 470"/>
                  <a:gd name="T68" fmla="*/ 263 w 470"/>
                  <a:gd name="T69" fmla="*/ 290 h 470"/>
                  <a:gd name="T70" fmla="*/ 264 w 470"/>
                  <a:gd name="T71" fmla="*/ 264 h 470"/>
                  <a:gd name="T72" fmla="*/ 170 w 470"/>
                  <a:gd name="T73" fmla="*/ 228 h 470"/>
                  <a:gd name="T74" fmla="*/ 69 w 470"/>
                  <a:gd name="T75" fmla="*/ 69 h 470"/>
                  <a:gd name="T76" fmla="*/ 235 w 470"/>
                  <a:gd name="T77" fmla="*/ 0 h 470"/>
                  <a:gd name="T78" fmla="*/ 401 w 470"/>
                  <a:gd name="T79" fmla="*/ 69 h 470"/>
                  <a:gd name="T80" fmla="*/ 470 w 470"/>
                  <a:gd name="T81" fmla="*/ 235 h 470"/>
                  <a:gd name="T82" fmla="*/ 401 w 470"/>
                  <a:gd name="T83" fmla="*/ 401 h 470"/>
                  <a:gd name="T84" fmla="*/ 235 w 470"/>
                  <a:gd name="T85" fmla="*/ 470 h 470"/>
                  <a:gd name="T86" fmla="*/ 69 w 470"/>
                  <a:gd name="T87" fmla="*/ 401 h 470"/>
                  <a:gd name="T88" fmla="*/ 0 w 470"/>
                  <a:gd name="T89" fmla="*/ 235 h 470"/>
                  <a:gd name="T90" fmla="*/ 69 w 470"/>
                  <a:gd name="T91" fmla="*/ 69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70" h="470">
                    <a:moveTo>
                      <a:pt x="235" y="57"/>
                    </a:moveTo>
                    <a:cubicBezTo>
                      <a:pt x="186" y="57"/>
                      <a:pt x="141" y="77"/>
                      <a:pt x="109" y="109"/>
                    </a:cubicBezTo>
                    <a:cubicBezTo>
                      <a:pt x="77" y="141"/>
                      <a:pt x="57" y="186"/>
                      <a:pt x="57" y="235"/>
                    </a:cubicBezTo>
                    <a:cubicBezTo>
                      <a:pt x="57" y="284"/>
                      <a:pt x="77" y="328"/>
                      <a:pt x="109" y="361"/>
                    </a:cubicBezTo>
                    <a:cubicBezTo>
                      <a:pt x="141" y="393"/>
                      <a:pt x="186" y="413"/>
                      <a:pt x="235" y="413"/>
                    </a:cubicBezTo>
                    <a:cubicBezTo>
                      <a:pt x="284" y="413"/>
                      <a:pt x="328" y="393"/>
                      <a:pt x="361" y="361"/>
                    </a:cubicBezTo>
                    <a:cubicBezTo>
                      <a:pt x="393" y="328"/>
                      <a:pt x="413" y="284"/>
                      <a:pt x="413" y="235"/>
                    </a:cubicBezTo>
                    <a:cubicBezTo>
                      <a:pt x="413" y="186"/>
                      <a:pt x="393" y="141"/>
                      <a:pt x="361" y="109"/>
                    </a:cubicBezTo>
                    <a:cubicBezTo>
                      <a:pt x="328" y="77"/>
                      <a:pt x="284" y="57"/>
                      <a:pt x="235" y="57"/>
                    </a:cubicBezTo>
                    <a:close/>
                    <a:moveTo>
                      <a:pt x="170" y="228"/>
                    </a:moveTo>
                    <a:cubicBezTo>
                      <a:pt x="159" y="219"/>
                      <a:pt x="154" y="207"/>
                      <a:pt x="154" y="191"/>
                    </a:cubicBezTo>
                    <a:cubicBezTo>
                      <a:pt x="154" y="174"/>
                      <a:pt x="160" y="160"/>
                      <a:pt x="173" y="149"/>
                    </a:cubicBezTo>
                    <a:cubicBezTo>
                      <a:pt x="186" y="139"/>
                      <a:pt x="200" y="133"/>
                      <a:pt x="222" y="132"/>
                    </a:cubicBezTo>
                    <a:cubicBezTo>
                      <a:pt x="222" y="114"/>
                      <a:pt x="222" y="114"/>
                      <a:pt x="222" y="114"/>
                    </a:cubicBezTo>
                    <a:cubicBezTo>
                      <a:pt x="251" y="114"/>
                      <a:pt x="251" y="114"/>
                      <a:pt x="251" y="114"/>
                    </a:cubicBezTo>
                    <a:cubicBezTo>
                      <a:pt x="251" y="132"/>
                      <a:pt x="251" y="132"/>
                      <a:pt x="251" y="132"/>
                    </a:cubicBezTo>
                    <a:cubicBezTo>
                      <a:pt x="272" y="133"/>
                      <a:pt x="284" y="138"/>
                      <a:pt x="296" y="148"/>
                    </a:cubicBezTo>
                    <a:cubicBezTo>
                      <a:pt x="308" y="158"/>
                      <a:pt x="313" y="172"/>
                      <a:pt x="314" y="190"/>
                    </a:cubicBezTo>
                    <a:cubicBezTo>
                      <a:pt x="267" y="190"/>
                      <a:pt x="267" y="190"/>
                      <a:pt x="267" y="190"/>
                    </a:cubicBezTo>
                    <a:cubicBezTo>
                      <a:pt x="266" y="182"/>
                      <a:pt x="265" y="177"/>
                      <a:pt x="262" y="173"/>
                    </a:cubicBezTo>
                    <a:cubicBezTo>
                      <a:pt x="254" y="164"/>
                      <a:pt x="218" y="164"/>
                      <a:pt x="208" y="171"/>
                    </a:cubicBezTo>
                    <a:cubicBezTo>
                      <a:pt x="201" y="177"/>
                      <a:pt x="200" y="190"/>
                      <a:pt x="208" y="196"/>
                    </a:cubicBezTo>
                    <a:cubicBezTo>
                      <a:pt x="217" y="203"/>
                      <a:pt x="250" y="208"/>
                      <a:pt x="264" y="212"/>
                    </a:cubicBezTo>
                    <a:cubicBezTo>
                      <a:pt x="281" y="218"/>
                      <a:pt x="294" y="224"/>
                      <a:pt x="302" y="231"/>
                    </a:cubicBezTo>
                    <a:cubicBezTo>
                      <a:pt x="313" y="241"/>
                      <a:pt x="318" y="254"/>
                      <a:pt x="318" y="271"/>
                    </a:cubicBezTo>
                    <a:cubicBezTo>
                      <a:pt x="319" y="290"/>
                      <a:pt x="312" y="304"/>
                      <a:pt x="300" y="314"/>
                    </a:cubicBezTo>
                    <a:cubicBezTo>
                      <a:pt x="288" y="325"/>
                      <a:pt x="272" y="332"/>
                      <a:pt x="248" y="333"/>
                    </a:cubicBezTo>
                    <a:cubicBezTo>
                      <a:pt x="248" y="355"/>
                      <a:pt x="248" y="355"/>
                      <a:pt x="248" y="355"/>
                    </a:cubicBezTo>
                    <a:cubicBezTo>
                      <a:pt x="219" y="355"/>
                      <a:pt x="219" y="355"/>
                      <a:pt x="219" y="355"/>
                    </a:cubicBezTo>
                    <a:cubicBezTo>
                      <a:pt x="219" y="333"/>
                      <a:pt x="219" y="333"/>
                      <a:pt x="219" y="333"/>
                    </a:cubicBezTo>
                    <a:cubicBezTo>
                      <a:pt x="196" y="333"/>
                      <a:pt x="183" y="325"/>
                      <a:pt x="171" y="313"/>
                    </a:cubicBezTo>
                    <a:cubicBezTo>
                      <a:pt x="158" y="302"/>
                      <a:pt x="151" y="286"/>
                      <a:pt x="151" y="266"/>
                    </a:cubicBezTo>
                    <a:cubicBezTo>
                      <a:pt x="201" y="266"/>
                      <a:pt x="201" y="266"/>
                      <a:pt x="201" y="266"/>
                    </a:cubicBezTo>
                    <a:cubicBezTo>
                      <a:pt x="202" y="276"/>
                      <a:pt x="204" y="283"/>
                      <a:pt x="207" y="288"/>
                    </a:cubicBezTo>
                    <a:cubicBezTo>
                      <a:pt x="216" y="299"/>
                      <a:pt x="254" y="297"/>
                      <a:pt x="263" y="290"/>
                    </a:cubicBezTo>
                    <a:cubicBezTo>
                      <a:pt x="272" y="284"/>
                      <a:pt x="272" y="271"/>
                      <a:pt x="264" y="264"/>
                    </a:cubicBezTo>
                    <a:cubicBezTo>
                      <a:pt x="245" y="249"/>
                      <a:pt x="198" y="252"/>
                      <a:pt x="170" y="228"/>
                    </a:cubicBezTo>
                    <a:close/>
                    <a:moveTo>
                      <a:pt x="69" y="69"/>
                    </a:moveTo>
                    <a:cubicBezTo>
                      <a:pt x="111" y="26"/>
                      <a:pt x="170" y="0"/>
                      <a:pt x="235" y="0"/>
                    </a:cubicBezTo>
                    <a:cubicBezTo>
                      <a:pt x="300" y="0"/>
                      <a:pt x="359" y="26"/>
                      <a:pt x="401" y="69"/>
                    </a:cubicBezTo>
                    <a:cubicBezTo>
                      <a:pt x="444" y="111"/>
                      <a:pt x="470" y="170"/>
                      <a:pt x="470" y="235"/>
                    </a:cubicBezTo>
                    <a:cubicBezTo>
                      <a:pt x="470" y="300"/>
                      <a:pt x="444" y="359"/>
                      <a:pt x="401" y="401"/>
                    </a:cubicBezTo>
                    <a:cubicBezTo>
                      <a:pt x="359" y="444"/>
                      <a:pt x="300" y="470"/>
                      <a:pt x="235" y="470"/>
                    </a:cubicBezTo>
                    <a:cubicBezTo>
                      <a:pt x="170" y="470"/>
                      <a:pt x="111" y="444"/>
                      <a:pt x="69" y="401"/>
                    </a:cubicBezTo>
                    <a:cubicBezTo>
                      <a:pt x="26" y="359"/>
                      <a:pt x="0" y="300"/>
                      <a:pt x="0" y="235"/>
                    </a:cubicBezTo>
                    <a:cubicBezTo>
                      <a:pt x="0" y="170"/>
                      <a:pt x="26" y="111"/>
                      <a:pt x="6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19" name="组合 18"/>
            <p:cNvGrpSpPr/>
            <p:nvPr/>
          </p:nvGrpSpPr>
          <p:grpSpPr>
            <a:xfrm>
              <a:off x="5199891" y="4517161"/>
              <a:ext cx="490612" cy="536441"/>
              <a:chOff x="697828" y="4453123"/>
              <a:chExt cx="229831" cy="251300"/>
            </a:xfrm>
            <a:solidFill>
              <a:schemeClr val="bg1">
                <a:lumMod val="95000"/>
              </a:schemeClr>
            </a:solidFill>
          </p:grpSpPr>
          <p:sp>
            <p:nvSpPr>
              <p:cNvPr id="20" name="Freeform 665"/>
              <p:cNvSpPr/>
              <p:nvPr/>
            </p:nvSpPr>
            <p:spPr bwMode="auto">
              <a:xfrm>
                <a:off x="697828" y="4453123"/>
                <a:ext cx="229831" cy="177458"/>
              </a:xfrm>
              <a:custGeom>
                <a:avLst/>
                <a:gdLst>
                  <a:gd name="T0" fmla="*/ 179 w 193"/>
                  <a:gd name="T1" fmla="*/ 54 h 149"/>
                  <a:gd name="T2" fmla="*/ 193 w 193"/>
                  <a:gd name="T3" fmla="*/ 0 h 149"/>
                  <a:gd name="T4" fmla="*/ 138 w 193"/>
                  <a:gd name="T5" fmla="*/ 13 h 149"/>
                  <a:gd name="T6" fmla="*/ 152 w 193"/>
                  <a:gd name="T7" fmla="*/ 27 h 149"/>
                  <a:gd name="T8" fmla="*/ 99 w 193"/>
                  <a:gd name="T9" fmla="*/ 79 h 149"/>
                  <a:gd name="T10" fmla="*/ 77 w 193"/>
                  <a:gd name="T11" fmla="*/ 57 h 149"/>
                  <a:gd name="T12" fmla="*/ 0 w 193"/>
                  <a:gd name="T13" fmla="*/ 134 h 149"/>
                  <a:gd name="T14" fmla="*/ 15 w 193"/>
                  <a:gd name="T15" fmla="*/ 149 h 149"/>
                  <a:gd name="T16" fmla="*/ 15 w 193"/>
                  <a:gd name="T17" fmla="*/ 149 h 149"/>
                  <a:gd name="T18" fmla="*/ 77 w 193"/>
                  <a:gd name="T19" fmla="*/ 87 h 149"/>
                  <a:gd name="T20" fmla="*/ 99 w 193"/>
                  <a:gd name="T21" fmla="*/ 108 h 149"/>
                  <a:gd name="T22" fmla="*/ 167 w 193"/>
                  <a:gd name="T23" fmla="*/ 41 h 149"/>
                  <a:gd name="T24" fmla="*/ 179 w 193"/>
                  <a:gd name="T25" fmla="*/ 5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3" h="149">
                    <a:moveTo>
                      <a:pt x="179" y="54"/>
                    </a:moveTo>
                    <a:lnTo>
                      <a:pt x="193" y="0"/>
                    </a:lnTo>
                    <a:lnTo>
                      <a:pt x="138" y="13"/>
                    </a:lnTo>
                    <a:lnTo>
                      <a:pt x="152" y="27"/>
                    </a:lnTo>
                    <a:lnTo>
                      <a:pt x="99" y="79"/>
                    </a:lnTo>
                    <a:lnTo>
                      <a:pt x="77" y="57"/>
                    </a:lnTo>
                    <a:lnTo>
                      <a:pt x="0" y="134"/>
                    </a:lnTo>
                    <a:lnTo>
                      <a:pt x="15" y="149"/>
                    </a:lnTo>
                    <a:lnTo>
                      <a:pt x="15" y="149"/>
                    </a:lnTo>
                    <a:lnTo>
                      <a:pt x="77" y="87"/>
                    </a:lnTo>
                    <a:lnTo>
                      <a:pt x="99" y="108"/>
                    </a:lnTo>
                    <a:lnTo>
                      <a:pt x="167" y="41"/>
                    </a:lnTo>
                    <a:lnTo>
                      <a:pt x="179" y="54"/>
                    </a:lnTo>
                    <a:close/>
                  </a:path>
                </a:pathLst>
              </a:custGeom>
              <a:solidFill>
                <a:schemeClr val="bg1"/>
              </a:solidFill>
              <a:ln>
                <a:noFill/>
              </a:ln>
            </p:spPr>
            <p:txBody>
              <a:bodyPr vert="horz" wrap="square" lIns="68589" tIns="34295" rIns="68589" bIns="34295" numCol="1" anchor="t" anchorCtr="0" compatLnSpc="1"/>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1" name="Rectangle 666"/>
              <p:cNvSpPr>
                <a:spLocks noChangeArrowheads="1"/>
              </p:cNvSpPr>
              <p:nvPr/>
            </p:nvSpPr>
            <p:spPr bwMode="auto">
              <a:xfrm>
                <a:off x="718073" y="4643682"/>
                <a:ext cx="33343" cy="60741"/>
              </a:xfrm>
              <a:prstGeom prst="rect">
                <a:avLst/>
              </a:prstGeom>
              <a:solidFill>
                <a:schemeClr val="bg1"/>
              </a:solidFill>
              <a:ln>
                <a:noFill/>
              </a:ln>
            </p:spPr>
            <p:txBody>
              <a:bodyPr vert="horz" wrap="square" lIns="68589" tIns="34295" rIns="68589" bIns="34295" numCol="1" anchor="t" anchorCtr="0" compatLnSpc="1"/>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2" name="Rectangle 667"/>
              <p:cNvSpPr>
                <a:spLocks noChangeArrowheads="1"/>
              </p:cNvSpPr>
              <p:nvPr/>
            </p:nvSpPr>
            <p:spPr bwMode="auto">
              <a:xfrm>
                <a:off x="772851" y="4613906"/>
                <a:ext cx="33343" cy="90515"/>
              </a:xfrm>
              <a:prstGeom prst="rect">
                <a:avLst/>
              </a:prstGeom>
              <a:solidFill>
                <a:schemeClr val="bg1"/>
              </a:solidFill>
              <a:ln>
                <a:noFill/>
              </a:ln>
            </p:spPr>
            <p:txBody>
              <a:bodyPr vert="horz" wrap="square" lIns="68589" tIns="34295" rIns="68589" bIns="34295" numCol="1" anchor="t" anchorCtr="0" compatLnSpc="1"/>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3" name="Rectangle 668"/>
              <p:cNvSpPr>
                <a:spLocks noChangeArrowheads="1"/>
              </p:cNvSpPr>
              <p:nvPr/>
            </p:nvSpPr>
            <p:spPr bwMode="auto">
              <a:xfrm>
                <a:off x="828820" y="4584131"/>
                <a:ext cx="33343" cy="120291"/>
              </a:xfrm>
              <a:prstGeom prst="rect">
                <a:avLst/>
              </a:prstGeom>
              <a:solidFill>
                <a:schemeClr val="bg1"/>
              </a:solidFill>
              <a:ln>
                <a:noFill/>
              </a:ln>
            </p:spPr>
            <p:txBody>
              <a:bodyPr vert="horz" wrap="square" lIns="68589" tIns="34295" rIns="68589" bIns="34295" numCol="1" anchor="t" anchorCtr="0" compatLnSpc="1"/>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4" name="Rectangle 669"/>
              <p:cNvSpPr>
                <a:spLocks noChangeArrowheads="1"/>
              </p:cNvSpPr>
              <p:nvPr/>
            </p:nvSpPr>
            <p:spPr bwMode="auto">
              <a:xfrm>
                <a:off x="883598" y="4554357"/>
                <a:ext cx="33343" cy="150065"/>
              </a:xfrm>
              <a:prstGeom prst="rect">
                <a:avLst/>
              </a:prstGeom>
              <a:solidFill>
                <a:schemeClr val="bg1"/>
              </a:solidFill>
              <a:ln>
                <a:noFill/>
              </a:ln>
            </p:spPr>
            <p:txBody>
              <a:bodyPr vert="horz" wrap="square" lIns="68589" tIns="34295" rIns="68589" bIns="34295" numCol="1" anchor="t" anchorCtr="0" compatLnSpc="1"/>
              <a:lstStyle/>
              <a:p>
                <a:pPr>
                  <a:lnSpc>
                    <a:spcPct val="130000"/>
                  </a:lnSpc>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grpSp>
        <p:nvGrpSpPr>
          <p:cNvPr id="43" name="组合 42"/>
          <p:cNvGrpSpPr/>
          <p:nvPr/>
        </p:nvGrpSpPr>
        <p:grpSpPr>
          <a:xfrm>
            <a:off x="7729325" y="2029997"/>
            <a:ext cx="3127727" cy="922304"/>
            <a:chOff x="7729325" y="1739713"/>
            <a:chExt cx="3127727" cy="922304"/>
          </a:xfrm>
        </p:grpSpPr>
        <p:sp>
          <p:nvSpPr>
            <p:cNvPr id="25" name="TextBox 76"/>
            <p:cNvSpPr txBox="1"/>
            <p:nvPr/>
          </p:nvSpPr>
          <p:spPr>
            <a:xfrm>
              <a:off x="7729326" y="1739713"/>
              <a:ext cx="1588845" cy="459228"/>
            </a:xfrm>
            <a:prstGeom prst="rect">
              <a:avLst/>
            </a:prstGeom>
            <a:noFill/>
          </p:spPr>
          <p:txBody>
            <a:bodyPr wrap="square" rtlCol="0">
              <a:spAutoFit/>
            </a:bodyPr>
            <a:lstStyle/>
            <a:p>
              <a:pP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p>
          </p:txBody>
        </p:sp>
        <p:sp>
          <p:nvSpPr>
            <p:cNvPr id="26" name="文本框 25"/>
            <p:cNvSpPr txBox="1"/>
            <p:nvPr/>
          </p:nvSpPr>
          <p:spPr>
            <a:xfrm>
              <a:off x="7729325" y="2109045"/>
              <a:ext cx="3127727" cy="552972"/>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您的内容打在这里，或者通过复制您的文本在此框中选择粘贴并选择只保留</a:t>
              </a:r>
            </a:p>
          </p:txBody>
        </p:sp>
      </p:grpSp>
      <p:grpSp>
        <p:nvGrpSpPr>
          <p:cNvPr id="41" name="组合 40"/>
          <p:cNvGrpSpPr/>
          <p:nvPr/>
        </p:nvGrpSpPr>
        <p:grpSpPr>
          <a:xfrm>
            <a:off x="7729325" y="5085528"/>
            <a:ext cx="2967703" cy="922304"/>
            <a:chOff x="7729325" y="4795244"/>
            <a:chExt cx="2967703" cy="922304"/>
          </a:xfrm>
        </p:grpSpPr>
        <p:sp>
          <p:nvSpPr>
            <p:cNvPr id="27" name="TextBox 76"/>
            <p:cNvSpPr txBox="1"/>
            <p:nvPr/>
          </p:nvSpPr>
          <p:spPr>
            <a:xfrm>
              <a:off x="7729326" y="4795244"/>
              <a:ext cx="1458217" cy="459228"/>
            </a:xfrm>
            <a:prstGeom prst="rect">
              <a:avLst/>
            </a:prstGeom>
            <a:noFill/>
          </p:spPr>
          <p:txBody>
            <a:bodyPr wrap="square" rtlCol="0">
              <a:spAutoFit/>
            </a:bodyPr>
            <a:lstStyle/>
            <a:p>
              <a:pP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p>
          </p:txBody>
        </p:sp>
        <p:sp>
          <p:nvSpPr>
            <p:cNvPr id="28" name="文本框 27"/>
            <p:cNvSpPr txBox="1"/>
            <p:nvPr/>
          </p:nvSpPr>
          <p:spPr>
            <a:xfrm>
              <a:off x="7729325" y="5164576"/>
              <a:ext cx="2967703" cy="552972"/>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您的内容打在这里，或者通过复制您的文本在此框中选择粘贴并选择只保留</a:t>
              </a:r>
            </a:p>
          </p:txBody>
        </p:sp>
      </p:grpSp>
      <p:grpSp>
        <p:nvGrpSpPr>
          <p:cNvPr id="42" name="组合 41"/>
          <p:cNvGrpSpPr/>
          <p:nvPr/>
        </p:nvGrpSpPr>
        <p:grpSpPr>
          <a:xfrm>
            <a:off x="8458531" y="3517015"/>
            <a:ext cx="2964212" cy="922304"/>
            <a:chOff x="8458531" y="3226731"/>
            <a:chExt cx="2964212" cy="922304"/>
          </a:xfrm>
        </p:grpSpPr>
        <p:sp>
          <p:nvSpPr>
            <p:cNvPr id="29" name="TextBox 76"/>
            <p:cNvSpPr txBox="1"/>
            <p:nvPr/>
          </p:nvSpPr>
          <p:spPr>
            <a:xfrm>
              <a:off x="8458531" y="3226731"/>
              <a:ext cx="1628898" cy="459228"/>
            </a:xfrm>
            <a:prstGeom prst="rect">
              <a:avLst/>
            </a:prstGeom>
            <a:noFill/>
          </p:spPr>
          <p:txBody>
            <a:bodyPr wrap="square" rtlCol="0">
              <a:spAutoFit/>
            </a:bodyPr>
            <a:lstStyle/>
            <a:p>
              <a:pP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p>
          </p:txBody>
        </p:sp>
        <p:sp>
          <p:nvSpPr>
            <p:cNvPr id="30" name="文本框 29"/>
            <p:cNvSpPr txBox="1"/>
            <p:nvPr/>
          </p:nvSpPr>
          <p:spPr>
            <a:xfrm>
              <a:off x="8458531" y="3596063"/>
              <a:ext cx="2964212" cy="552972"/>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您的内容打在这里，或者通过复制您的文本在此框中选择粘贴并选择只保留</a:t>
              </a:r>
            </a:p>
          </p:txBody>
        </p:sp>
      </p:grpSp>
      <p:grpSp>
        <p:nvGrpSpPr>
          <p:cNvPr id="38" name="组合 37"/>
          <p:cNvGrpSpPr/>
          <p:nvPr/>
        </p:nvGrpSpPr>
        <p:grpSpPr>
          <a:xfrm>
            <a:off x="1432971" y="2029997"/>
            <a:ext cx="3007109" cy="922304"/>
            <a:chOff x="1402713" y="1739713"/>
            <a:chExt cx="3007109" cy="922304"/>
          </a:xfrm>
        </p:grpSpPr>
        <p:sp>
          <p:nvSpPr>
            <p:cNvPr id="31" name="TextBox 76"/>
            <p:cNvSpPr txBox="1"/>
            <p:nvPr/>
          </p:nvSpPr>
          <p:spPr>
            <a:xfrm>
              <a:off x="2832043" y="1739713"/>
              <a:ext cx="1577779" cy="459228"/>
            </a:xfrm>
            <a:prstGeom prst="rect">
              <a:avLst/>
            </a:prstGeom>
            <a:noFill/>
          </p:spPr>
          <p:txBody>
            <a:bodyPr wrap="square" rtlCol="0">
              <a:spAutoFit/>
            </a:bodyPr>
            <a:lstStyle/>
            <a:p>
              <a:pPr algn="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p>
          </p:txBody>
        </p:sp>
        <p:sp>
          <p:nvSpPr>
            <p:cNvPr id="32" name="文本框 31"/>
            <p:cNvSpPr txBox="1"/>
            <p:nvPr/>
          </p:nvSpPr>
          <p:spPr>
            <a:xfrm>
              <a:off x="1402713" y="2109045"/>
              <a:ext cx="3007109" cy="552972"/>
            </a:xfrm>
            <a:prstGeom prst="rect">
              <a:avLst/>
            </a:prstGeom>
            <a:noFill/>
          </p:spPr>
          <p:txBody>
            <a:bodyPr wrap="square" rtlCol="0">
              <a:spAutoFit/>
            </a:bodyPr>
            <a:lstStyle/>
            <a:p>
              <a:pPr algn="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您的内容打在这里，或者通过复制您的文本在此框中选择粘贴并选择只保留</a:t>
              </a:r>
            </a:p>
          </p:txBody>
        </p:sp>
      </p:grpSp>
      <p:grpSp>
        <p:nvGrpSpPr>
          <p:cNvPr id="40" name="组合 39"/>
          <p:cNvGrpSpPr/>
          <p:nvPr/>
        </p:nvGrpSpPr>
        <p:grpSpPr>
          <a:xfrm>
            <a:off x="1432971" y="5085528"/>
            <a:ext cx="2976851" cy="922304"/>
            <a:chOff x="1432971" y="4795244"/>
            <a:chExt cx="2976851" cy="922304"/>
          </a:xfrm>
        </p:grpSpPr>
        <p:sp>
          <p:nvSpPr>
            <p:cNvPr id="33" name="TextBox 76"/>
            <p:cNvSpPr txBox="1"/>
            <p:nvPr/>
          </p:nvSpPr>
          <p:spPr>
            <a:xfrm>
              <a:off x="3022325" y="4795244"/>
              <a:ext cx="1387497" cy="459228"/>
            </a:xfrm>
            <a:prstGeom prst="rect">
              <a:avLst/>
            </a:prstGeom>
            <a:noFill/>
          </p:spPr>
          <p:txBody>
            <a:bodyPr wrap="square" rtlCol="0">
              <a:spAutoFit/>
            </a:bodyPr>
            <a:lstStyle/>
            <a:p>
              <a:pPr algn="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p>
          </p:txBody>
        </p:sp>
        <p:sp>
          <p:nvSpPr>
            <p:cNvPr id="34" name="文本框 33"/>
            <p:cNvSpPr txBox="1"/>
            <p:nvPr/>
          </p:nvSpPr>
          <p:spPr>
            <a:xfrm>
              <a:off x="1432971" y="5164576"/>
              <a:ext cx="2976851" cy="552972"/>
            </a:xfrm>
            <a:prstGeom prst="rect">
              <a:avLst/>
            </a:prstGeom>
            <a:noFill/>
          </p:spPr>
          <p:txBody>
            <a:bodyPr wrap="square" rtlCol="0">
              <a:spAutoFit/>
            </a:bodyPr>
            <a:lstStyle/>
            <a:p>
              <a:pPr algn="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您的内容打在这里，或者通过复制您的文本在此框中选择粘贴并选择只保留</a:t>
              </a:r>
            </a:p>
          </p:txBody>
        </p:sp>
      </p:grpSp>
      <p:grpSp>
        <p:nvGrpSpPr>
          <p:cNvPr id="39" name="组合 38"/>
          <p:cNvGrpSpPr/>
          <p:nvPr/>
        </p:nvGrpSpPr>
        <p:grpSpPr>
          <a:xfrm>
            <a:off x="657965" y="3517015"/>
            <a:ext cx="3017566" cy="922304"/>
            <a:chOff x="657965" y="3226731"/>
            <a:chExt cx="3017566" cy="922304"/>
          </a:xfrm>
        </p:grpSpPr>
        <p:sp>
          <p:nvSpPr>
            <p:cNvPr id="35" name="TextBox 76"/>
            <p:cNvSpPr txBox="1"/>
            <p:nvPr/>
          </p:nvSpPr>
          <p:spPr>
            <a:xfrm>
              <a:off x="2235200" y="3226731"/>
              <a:ext cx="1440331" cy="459228"/>
            </a:xfrm>
            <a:prstGeom prst="rect">
              <a:avLst/>
            </a:prstGeom>
            <a:noFill/>
          </p:spPr>
          <p:txBody>
            <a:bodyPr wrap="square" rtlCol="0">
              <a:spAutoFit/>
            </a:bodyPr>
            <a:lstStyle/>
            <a:p>
              <a:pPr algn="r">
                <a:lnSpc>
                  <a:spcPct val="130000"/>
                </a:lnSpc>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p>
          </p:txBody>
        </p:sp>
        <p:sp>
          <p:nvSpPr>
            <p:cNvPr id="36" name="文本框 35"/>
            <p:cNvSpPr txBox="1"/>
            <p:nvPr/>
          </p:nvSpPr>
          <p:spPr>
            <a:xfrm>
              <a:off x="657965" y="3596063"/>
              <a:ext cx="3017566" cy="552972"/>
            </a:xfrm>
            <a:prstGeom prst="rect">
              <a:avLst/>
            </a:prstGeom>
            <a:noFill/>
          </p:spPr>
          <p:txBody>
            <a:bodyPr wrap="square" rtlCol="0">
              <a:spAutoFit/>
            </a:bodyPr>
            <a:lstStyle/>
            <a:p>
              <a:pPr algn="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您的内容打在这里，或者通过复制您的文本在此框中选择粘贴并选择只保留</a:t>
              </a:r>
            </a:p>
          </p:txBody>
        </p:sp>
      </p:grpSp>
      <p:grpSp>
        <p:nvGrpSpPr>
          <p:cNvPr id="45" name="组合 44"/>
          <p:cNvGrpSpPr/>
          <p:nvPr/>
        </p:nvGrpSpPr>
        <p:grpSpPr>
          <a:xfrm>
            <a:off x="22101" y="3587"/>
            <a:ext cx="12192313" cy="6854413"/>
            <a:chOff x="22101" y="3587"/>
            <a:chExt cx="12192313" cy="6854413"/>
          </a:xfrm>
        </p:grpSpPr>
        <p:pic>
          <p:nvPicPr>
            <p:cNvPr id="46" name="图片 45"/>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a:off x="22101" y="3587"/>
              <a:ext cx="2022217" cy="1083786"/>
            </a:xfrm>
            <a:prstGeom prst="rect">
              <a:avLst/>
            </a:prstGeom>
          </p:spPr>
        </p:pic>
        <p:pic>
          <p:nvPicPr>
            <p:cNvPr id="47" name="图片 46"/>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flipH="1" flipV="1">
              <a:off x="10192197" y="5774214"/>
              <a:ext cx="2022217" cy="1083786"/>
            </a:xfrm>
            <a:prstGeom prst="rect">
              <a:avLst/>
            </a:prstGeom>
          </p:spPr>
        </p:pic>
        <p:sp>
          <p:nvSpPr>
            <p:cNvPr id="48" name="ïSļiḓé"/>
            <p:cNvSpPr txBox="1"/>
            <p:nvPr/>
          </p:nvSpPr>
          <p:spPr>
            <a:xfrm>
              <a:off x="1033209" y="489898"/>
              <a:ext cx="2995946" cy="523220"/>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800" dirty="0">
                  <a:solidFill>
                    <a:schemeClr val="tx1"/>
                  </a:solidFill>
                  <a:effectLst/>
                  <a:latin typeface="思源宋体 CN Heavy" panose="02020900000000000000" pitchFamily="18" charset="-122"/>
                  <a:ea typeface="思源宋体 CN Heavy" panose="02020900000000000000" pitchFamily="18" charset="-122"/>
                </a:rPr>
                <a:t>论文研究过程</a:t>
              </a:r>
            </a:p>
          </p:txBody>
        </p:sp>
      </p:gr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ppt_w</p:attrName>
                                        </p:attrNameLst>
                                      </p:cBhvr>
                                      <p:tavLst>
                                        <p:tav tm="0">
                                          <p:val>
                                            <p:fltVal val="0"/>
                                          </p:val>
                                        </p:tav>
                                        <p:tav tm="100000">
                                          <p:val>
                                            <p:strVal val="#ppt_w"/>
                                          </p:val>
                                        </p:tav>
                                      </p:tavLst>
                                    </p:anim>
                                    <p:anim calcmode="lin" valueType="num">
                                      <p:cBhvr>
                                        <p:cTn id="8" dur="500" fill="hold"/>
                                        <p:tgtEl>
                                          <p:spTgt spid="37"/>
                                        </p:tgtEl>
                                        <p:attrNameLst>
                                          <p:attrName>ppt_h</p:attrName>
                                        </p:attrNameLst>
                                      </p:cBhvr>
                                      <p:tavLst>
                                        <p:tav tm="0">
                                          <p:val>
                                            <p:fltVal val="0"/>
                                          </p:val>
                                        </p:tav>
                                        <p:tav tm="100000">
                                          <p:val>
                                            <p:strVal val="#ppt_h"/>
                                          </p:val>
                                        </p:tav>
                                      </p:tavLst>
                                    </p:anim>
                                    <p:animEffect transition="in" filter="fade">
                                      <p:cBhvr>
                                        <p:cTn id="9" dur="500"/>
                                        <p:tgtEl>
                                          <p:spTgt spid="37"/>
                                        </p:tgtEl>
                                      </p:cBhvr>
                                    </p:animEffect>
                                  </p:childTnLst>
                                </p:cTn>
                              </p:par>
                            </p:childTnLst>
                          </p:cTn>
                        </p:par>
                        <p:par>
                          <p:cTn id="10" fill="hold">
                            <p:stCondLst>
                              <p:cond delay="500"/>
                            </p:stCondLst>
                            <p:childTnLst>
                              <p:par>
                                <p:cTn id="11" presetID="2" presetClass="entr" presetSubtype="8" fill="hold" nodeType="afterEffect">
                                  <p:stCondLst>
                                    <p:cond delay="0"/>
                                  </p:stCondLst>
                                  <p:childTnLst>
                                    <p:set>
                                      <p:cBhvr>
                                        <p:cTn id="12" dur="1" fill="hold">
                                          <p:stCondLst>
                                            <p:cond delay="0"/>
                                          </p:stCondLst>
                                        </p:cTn>
                                        <p:tgtEl>
                                          <p:spTgt spid="38"/>
                                        </p:tgtEl>
                                        <p:attrNameLst>
                                          <p:attrName>style.visibility</p:attrName>
                                        </p:attrNameLst>
                                      </p:cBhvr>
                                      <p:to>
                                        <p:strVal val="visible"/>
                                      </p:to>
                                    </p:set>
                                    <p:anim calcmode="lin" valueType="num">
                                      <p:cBhvr additive="base">
                                        <p:cTn id="13" dur="500" fill="hold"/>
                                        <p:tgtEl>
                                          <p:spTgt spid="38"/>
                                        </p:tgtEl>
                                        <p:attrNameLst>
                                          <p:attrName>ppt_x</p:attrName>
                                        </p:attrNameLst>
                                      </p:cBhvr>
                                      <p:tavLst>
                                        <p:tav tm="0">
                                          <p:val>
                                            <p:strVal val="0-#ppt_w/2"/>
                                          </p:val>
                                        </p:tav>
                                        <p:tav tm="100000">
                                          <p:val>
                                            <p:strVal val="#ppt_x"/>
                                          </p:val>
                                        </p:tav>
                                      </p:tavLst>
                                    </p:anim>
                                    <p:anim calcmode="lin" valueType="num">
                                      <p:cBhvr additive="base">
                                        <p:cTn id="14" dur="500" fill="hold"/>
                                        <p:tgtEl>
                                          <p:spTgt spid="38"/>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anim calcmode="lin" valueType="num">
                                      <p:cBhvr additive="base">
                                        <p:cTn id="17" dur="500" fill="hold"/>
                                        <p:tgtEl>
                                          <p:spTgt spid="43"/>
                                        </p:tgtEl>
                                        <p:attrNameLst>
                                          <p:attrName>ppt_x</p:attrName>
                                        </p:attrNameLst>
                                      </p:cBhvr>
                                      <p:tavLst>
                                        <p:tav tm="0">
                                          <p:val>
                                            <p:strVal val="1+#ppt_w/2"/>
                                          </p:val>
                                        </p:tav>
                                        <p:tav tm="100000">
                                          <p:val>
                                            <p:strVal val="#ppt_x"/>
                                          </p:val>
                                        </p:tav>
                                      </p:tavLst>
                                    </p:anim>
                                    <p:anim calcmode="lin" valueType="num">
                                      <p:cBhvr additive="base">
                                        <p:cTn id="18" dur="500" fill="hold"/>
                                        <p:tgtEl>
                                          <p:spTgt spid="43"/>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ID="2" presetClass="entr" presetSubtype="8" fill="hold" nodeType="afterEffect">
                                  <p:stCondLst>
                                    <p:cond delay="0"/>
                                  </p:stCondLst>
                                  <p:childTnLst>
                                    <p:set>
                                      <p:cBhvr>
                                        <p:cTn id="21" dur="1" fill="hold">
                                          <p:stCondLst>
                                            <p:cond delay="0"/>
                                          </p:stCondLst>
                                        </p:cTn>
                                        <p:tgtEl>
                                          <p:spTgt spid="39"/>
                                        </p:tgtEl>
                                        <p:attrNameLst>
                                          <p:attrName>style.visibility</p:attrName>
                                        </p:attrNameLst>
                                      </p:cBhvr>
                                      <p:to>
                                        <p:strVal val="visible"/>
                                      </p:to>
                                    </p:set>
                                    <p:anim calcmode="lin" valueType="num">
                                      <p:cBhvr additive="base">
                                        <p:cTn id="22" dur="500" fill="hold"/>
                                        <p:tgtEl>
                                          <p:spTgt spid="39"/>
                                        </p:tgtEl>
                                        <p:attrNameLst>
                                          <p:attrName>ppt_x</p:attrName>
                                        </p:attrNameLst>
                                      </p:cBhvr>
                                      <p:tavLst>
                                        <p:tav tm="0">
                                          <p:val>
                                            <p:strVal val="0-#ppt_w/2"/>
                                          </p:val>
                                        </p:tav>
                                        <p:tav tm="100000">
                                          <p:val>
                                            <p:strVal val="#ppt_x"/>
                                          </p:val>
                                        </p:tav>
                                      </p:tavLst>
                                    </p:anim>
                                    <p:anim calcmode="lin" valueType="num">
                                      <p:cBhvr additive="base">
                                        <p:cTn id="23" dur="500" fill="hold"/>
                                        <p:tgtEl>
                                          <p:spTgt spid="39"/>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additive="base">
                                        <p:cTn id="26" dur="500" fill="hold"/>
                                        <p:tgtEl>
                                          <p:spTgt spid="42"/>
                                        </p:tgtEl>
                                        <p:attrNameLst>
                                          <p:attrName>ppt_x</p:attrName>
                                        </p:attrNameLst>
                                      </p:cBhvr>
                                      <p:tavLst>
                                        <p:tav tm="0">
                                          <p:val>
                                            <p:strVal val="1+#ppt_w/2"/>
                                          </p:val>
                                        </p:tav>
                                        <p:tav tm="100000">
                                          <p:val>
                                            <p:strVal val="#ppt_x"/>
                                          </p:val>
                                        </p:tav>
                                      </p:tavLst>
                                    </p:anim>
                                    <p:anim calcmode="lin" valueType="num">
                                      <p:cBhvr additive="base">
                                        <p:cTn id="27" dur="500" fill="hold"/>
                                        <p:tgtEl>
                                          <p:spTgt spid="42"/>
                                        </p:tgtEl>
                                        <p:attrNameLst>
                                          <p:attrName>ppt_y</p:attrName>
                                        </p:attrNameLst>
                                      </p:cBhvr>
                                      <p:tavLst>
                                        <p:tav tm="0">
                                          <p:val>
                                            <p:strVal val="#ppt_y"/>
                                          </p:val>
                                        </p:tav>
                                        <p:tav tm="100000">
                                          <p:val>
                                            <p:strVal val="#ppt_y"/>
                                          </p:val>
                                        </p:tav>
                                      </p:tavLst>
                                    </p:anim>
                                  </p:childTnLst>
                                </p:cTn>
                              </p:par>
                            </p:childTnLst>
                          </p:cTn>
                        </p:par>
                        <p:par>
                          <p:cTn id="28" fill="hold">
                            <p:stCondLst>
                              <p:cond delay="1500"/>
                            </p:stCondLst>
                            <p:childTnLst>
                              <p:par>
                                <p:cTn id="29" presetID="2" presetClass="entr" presetSubtype="8" fill="hold" nodeType="afterEffect">
                                  <p:stCondLst>
                                    <p:cond delay="0"/>
                                  </p:stCondLst>
                                  <p:childTnLst>
                                    <p:set>
                                      <p:cBhvr>
                                        <p:cTn id="30" dur="1" fill="hold">
                                          <p:stCondLst>
                                            <p:cond delay="0"/>
                                          </p:stCondLst>
                                        </p:cTn>
                                        <p:tgtEl>
                                          <p:spTgt spid="40"/>
                                        </p:tgtEl>
                                        <p:attrNameLst>
                                          <p:attrName>style.visibility</p:attrName>
                                        </p:attrNameLst>
                                      </p:cBhvr>
                                      <p:to>
                                        <p:strVal val="visible"/>
                                      </p:to>
                                    </p:set>
                                    <p:anim calcmode="lin" valueType="num">
                                      <p:cBhvr additive="base">
                                        <p:cTn id="31" dur="500" fill="hold"/>
                                        <p:tgtEl>
                                          <p:spTgt spid="40"/>
                                        </p:tgtEl>
                                        <p:attrNameLst>
                                          <p:attrName>ppt_x</p:attrName>
                                        </p:attrNameLst>
                                      </p:cBhvr>
                                      <p:tavLst>
                                        <p:tav tm="0">
                                          <p:val>
                                            <p:strVal val="0-#ppt_w/2"/>
                                          </p:val>
                                        </p:tav>
                                        <p:tav tm="100000">
                                          <p:val>
                                            <p:strVal val="#ppt_x"/>
                                          </p:val>
                                        </p:tav>
                                      </p:tavLst>
                                    </p:anim>
                                    <p:anim calcmode="lin" valueType="num">
                                      <p:cBhvr additive="base">
                                        <p:cTn id="32" dur="500" fill="hold"/>
                                        <p:tgtEl>
                                          <p:spTgt spid="40"/>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anim calcmode="lin" valueType="num">
                                      <p:cBhvr additive="base">
                                        <p:cTn id="35" dur="500" fill="hold"/>
                                        <p:tgtEl>
                                          <p:spTgt spid="41"/>
                                        </p:tgtEl>
                                        <p:attrNameLst>
                                          <p:attrName>ppt_x</p:attrName>
                                        </p:attrNameLst>
                                      </p:cBhvr>
                                      <p:tavLst>
                                        <p:tav tm="0">
                                          <p:val>
                                            <p:strVal val="1+#ppt_w/2"/>
                                          </p:val>
                                        </p:tav>
                                        <p:tav tm="100000">
                                          <p:val>
                                            <p:strVal val="#ppt_x"/>
                                          </p:val>
                                        </p:tav>
                                      </p:tavLst>
                                    </p:anim>
                                    <p:anim calcmode="lin" valueType="num">
                                      <p:cBhvr additive="base">
                                        <p:cTn id="3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01089" y="4097666"/>
            <a:ext cx="9789820" cy="2122115"/>
            <a:chOff x="1201089" y="3952524"/>
            <a:chExt cx="9789820" cy="2122115"/>
          </a:xfrm>
        </p:grpSpPr>
        <p:sp>
          <p:nvSpPr>
            <p:cNvPr id="8" name="Shape 697"/>
            <p:cNvSpPr/>
            <p:nvPr/>
          </p:nvSpPr>
          <p:spPr>
            <a:xfrm>
              <a:off x="1791761" y="3952524"/>
              <a:ext cx="815974" cy="81597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a:outerShdw blurRad="190500" dist="38100" dir="2700000" algn="tl" rotWithShape="0">
                <a:prstClr val="black">
                  <a:alpha val="20000"/>
                </a:prstClr>
              </a:outerShdw>
            </a:effectLst>
          </p:spPr>
          <p:txBody>
            <a:bodyPr wrap="square" lIns="50800" tIns="50800" rIns="50800" bIns="50800" numCol="1" anchor="ctr">
              <a:noAutofit/>
            </a:bodyPr>
            <a:lstStyle/>
            <a:p>
              <a:pPr>
                <a:lnSpc>
                  <a:spcPct val="130000"/>
                </a:lnSpc>
                <a:defRPr sz="3200">
                  <a:solidFill>
                    <a:srgbClr val="FFFFFF"/>
                  </a:solidFill>
                  <a:latin typeface="+mn-lt"/>
                  <a:ea typeface="+mn-ea"/>
                  <a:cs typeface="+mn-cs"/>
                  <a:sym typeface="Helvetica Light"/>
                </a:defRPr>
              </a:pPr>
              <a:endParaRPr sz="32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9" name="Shape 698"/>
            <p:cNvSpPr/>
            <p:nvPr/>
          </p:nvSpPr>
          <p:spPr>
            <a:xfrm>
              <a:off x="2016765" y="4232541"/>
              <a:ext cx="365965" cy="297879"/>
            </a:xfrm>
            <a:custGeom>
              <a:avLst/>
              <a:gdLst/>
              <a:ahLst/>
              <a:cxnLst>
                <a:cxn ang="0">
                  <a:pos x="wd2" y="hd2"/>
                </a:cxn>
                <a:cxn ang="5400000">
                  <a:pos x="wd2" y="hd2"/>
                </a:cxn>
                <a:cxn ang="10800000">
                  <a:pos x="wd2" y="hd2"/>
                </a:cxn>
                <a:cxn ang="16200000">
                  <a:pos x="wd2" y="hd2"/>
                </a:cxn>
              </a:cxnLst>
              <a:rect l="0" t="0" r="r" b="b"/>
              <a:pathLst>
                <a:path w="20480" h="21024" extrusionOk="0">
                  <a:moveTo>
                    <a:pt x="18800" y="1728"/>
                  </a:moveTo>
                  <a:cubicBezTo>
                    <a:pt x="16810" y="-576"/>
                    <a:pt x="13583" y="-576"/>
                    <a:pt x="11591" y="1728"/>
                  </a:cubicBezTo>
                  <a:lnTo>
                    <a:pt x="10239" y="3293"/>
                  </a:lnTo>
                  <a:lnTo>
                    <a:pt x="8887" y="1728"/>
                  </a:lnTo>
                  <a:cubicBezTo>
                    <a:pt x="6897" y="-576"/>
                    <a:pt x="3670" y="-576"/>
                    <a:pt x="1680" y="1728"/>
                  </a:cubicBezTo>
                  <a:cubicBezTo>
                    <a:pt x="-560" y="4320"/>
                    <a:pt x="-560" y="8522"/>
                    <a:pt x="1680" y="11115"/>
                  </a:cubicBezTo>
                  <a:lnTo>
                    <a:pt x="10239" y="21024"/>
                  </a:lnTo>
                  <a:lnTo>
                    <a:pt x="18800" y="11115"/>
                  </a:lnTo>
                  <a:cubicBezTo>
                    <a:pt x="21040" y="8522"/>
                    <a:pt x="21040" y="4320"/>
                    <a:pt x="18800" y="1728"/>
                  </a:cubicBezTo>
                  <a:close/>
                </a:path>
              </a:pathLst>
            </a:custGeom>
            <a:solidFill>
              <a:srgbClr val="FFFFFF"/>
            </a:solidFill>
            <a:ln w="12700" cap="flat">
              <a:noFill/>
              <a:miter lim="400000"/>
            </a:ln>
            <a:effectLst/>
          </p:spPr>
          <p:txBody>
            <a:bodyPr wrap="square" lIns="38100" tIns="38100" rIns="38100" bIns="38100" numCol="1" anchor="ctr">
              <a:noAutofit/>
            </a:bodyPr>
            <a:lstStyle/>
            <a:p>
              <a:pPr>
                <a:lnSpc>
                  <a:spcPct val="130000"/>
                </a:lnSpc>
                <a:defRPr sz="3100" b="1">
                  <a:latin typeface="Kontrapunkt Bob Bold"/>
                  <a:ea typeface="Kontrapunkt Bob Bold"/>
                  <a:cs typeface="Kontrapunkt Bob Bold"/>
                  <a:sym typeface="Kontrapunkt Bob Bold"/>
                </a:defRPr>
              </a:pPr>
              <a:endParaRPr sz="3100" b="1" kern="0" dirty="0">
                <a:solidFill>
                  <a:schemeClr val="tx1">
                    <a:lumMod val="75000"/>
                    <a:lumOff val="25000"/>
                  </a:schemeClr>
                </a:solidFill>
                <a:latin typeface="微软雅黑" panose="020B0503020204020204" pitchFamily="34" charset="-122"/>
                <a:ea typeface="微软雅黑" panose="020B0503020204020204" pitchFamily="34" charset="-122"/>
                <a:cs typeface="Kontrapunkt Bob Bold"/>
                <a:sym typeface="思源黑体 CN Regular" panose="020B0500000000000000" pitchFamily="34" charset="-122"/>
              </a:endParaRPr>
            </a:p>
          </p:txBody>
        </p:sp>
        <p:sp>
          <p:nvSpPr>
            <p:cNvPr id="10" name="Shape 700"/>
            <p:cNvSpPr/>
            <p:nvPr/>
          </p:nvSpPr>
          <p:spPr>
            <a:xfrm>
              <a:off x="4394400" y="3952524"/>
              <a:ext cx="815974" cy="81597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a:outerShdw blurRad="190500" dist="38100" dir="2700000" algn="tl" rotWithShape="0">
                <a:prstClr val="black">
                  <a:alpha val="20000"/>
                </a:prstClr>
              </a:outerShdw>
            </a:effectLst>
          </p:spPr>
          <p:txBody>
            <a:bodyPr wrap="square" lIns="50800" tIns="50800" rIns="50800" bIns="50800" numCol="1" anchor="ctr">
              <a:noAutofit/>
            </a:bodyPr>
            <a:lstStyle/>
            <a:p>
              <a:pPr>
                <a:lnSpc>
                  <a:spcPct val="130000"/>
                </a:lnSpc>
                <a:defRPr sz="3200">
                  <a:solidFill>
                    <a:srgbClr val="FFFFFF"/>
                  </a:solidFill>
                  <a:latin typeface="+mn-lt"/>
                  <a:ea typeface="+mn-ea"/>
                  <a:cs typeface="+mn-cs"/>
                  <a:sym typeface="Helvetica Light"/>
                </a:defRPr>
              </a:pPr>
              <a:endParaRPr sz="32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1" name="Shape 701"/>
            <p:cNvSpPr/>
            <p:nvPr/>
          </p:nvSpPr>
          <p:spPr>
            <a:xfrm>
              <a:off x="4683400" y="4164791"/>
              <a:ext cx="237974" cy="433379"/>
            </a:xfrm>
            <a:custGeom>
              <a:avLst/>
              <a:gdLst/>
              <a:ahLst/>
              <a:cxnLst>
                <a:cxn ang="0">
                  <a:pos x="wd2" y="hd2"/>
                </a:cxn>
                <a:cxn ang="5400000">
                  <a:pos x="wd2" y="hd2"/>
                </a:cxn>
                <a:cxn ang="10800000">
                  <a:pos x="wd2" y="hd2"/>
                </a:cxn>
                <a:cxn ang="16200000">
                  <a:pos x="wd2" y="hd2"/>
                </a:cxn>
              </a:cxnLst>
              <a:rect l="0" t="0" r="r" b="b"/>
              <a:pathLst>
                <a:path w="21600" h="21600" extrusionOk="0">
                  <a:moveTo>
                    <a:pt x="20407" y="3476"/>
                  </a:moveTo>
                  <a:cubicBezTo>
                    <a:pt x="16335" y="5612"/>
                    <a:pt x="16335" y="5612"/>
                    <a:pt x="16335" y="5612"/>
                  </a:cubicBezTo>
                  <a:cubicBezTo>
                    <a:pt x="14486" y="4583"/>
                    <a:pt x="12660" y="4068"/>
                    <a:pt x="10835" y="4068"/>
                  </a:cubicBezTo>
                  <a:cubicBezTo>
                    <a:pt x="9782" y="4068"/>
                    <a:pt x="8916" y="4222"/>
                    <a:pt x="8237" y="4531"/>
                  </a:cubicBezTo>
                  <a:cubicBezTo>
                    <a:pt x="7582" y="4827"/>
                    <a:pt x="7231" y="5188"/>
                    <a:pt x="7231" y="5587"/>
                  </a:cubicBezTo>
                  <a:cubicBezTo>
                    <a:pt x="7231" y="5921"/>
                    <a:pt x="7535" y="6256"/>
                    <a:pt x="8120" y="6591"/>
                  </a:cubicBezTo>
                  <a:cubicBezTo>
                    <a:pt x="8706" y="6938"/>
                    <a:pt x="9876" y="7299"/>
                    <a:pt x="11631" y="7685"/>
                  </a:cubicBezTo>
                  <a:cubicBezTo>
                    <a:pt x="14743" y="8380"/>
                    <a:pt x="16873" y="8972"/>
                    <a:pt x="18020" y="9461"/>
                  </a:cubicBezTo>
                  <a:cubicBezTo>
                    <a:pt x="19166" y="9950"/>
                    <a:pt x="20055" y="10530"/>
                    <a:pt x="20687" y="11225"/>
                  </a:cubicBezTo>
                  <a:cubicBezTo>
                    <a:pt x="21296" y="11907"/>
                    <a:pt x="21600" y="12679"/>
                    <a:pt x="21600" y="13529"/>
                  </a:cubicBezTo>
                  <a:cubicBezTo>
                    <a:pt x="21600" y="14379"/>
                    <a:pt x="21272" y="15177"/>
                    <a:pt x="20617" y="15897"/>
                  </a:cubicBezTo>
                  <a:cubicBezTo>
                    <a:pt x="19962" y="16618"/>
                    <a:pt x="19096" y="17198"/>
                    <a:pt x="18066" y="17622"/>
                  </a:cubicBezTo>
                  <a:cubicBezTo>
                    <a:pt x="17037" y="18034"/>
                    <a:pt x="15539" y="18356"/>
                    <a:pt x="13573" y="18575"/>
                  </a:cubicBezTo>
                  <a:cubicBezTo>
                    <a:pt x="13573" y="21600"/>
                    <a:pt x="13573" y="21600"/>
                    <a:pt x="13573" y="21600"/>
                  </a:cubicBezTo>
                  <a:cubicBezTo>
                    <a:pt x="9618" y="21600"/>
                    <a:pt x="9618" y="21600"/>
                    <a:pt x="9618" y="21600"/>
                  </a:cubicBezTo>
                  <a:cubicBezTo>
                    <a:pt x="9618" y="18652"/>
                    <a:pt x="9618" y="18652"/>
                    <a:pt x="9618" y="18652"/>
                  </a:cubicBezTo>
                  <a:cubicBezTo>
                    <a:pt x="7793" y="18536"/>
                    <a:pt x="6225" y="18292"/>
                    <a:pt x="4938" y="17906"/>
                  </a:cubicBezTo>
                  <a:cubicBezTo>
                    <a:pt x="3159" y="17378"/>
                    <a:pt x="1521" y="16670"/>
                    <a:pt x="0" y="15795"/>
                  </a:cubicBezTo>
                  <a:cubicBezTo>
                    <a:pt x="4002" y="13593"/>
                    <a:pt x="4002" y="13593"/>
                    <a:pt x="4002" y="13593"/>
                  </a:cubicBezTo>
                  <a:cubicBezTo>
                    <a:pt x="6576" y="15061"/>
                    <a:pt x="9057" y="15795"/>
                    <a:pt x="11444" y="15795"/>
                  </a:cubicBezTo>
                  <a:cubicBezTo>
                    <a:pt x="12684" y="15795"/>
                    <a:pt x="13714" y="15563"/>
                    <a:pt x="14603" y="15112"/>
                  </a:cubicBezTo>
                  <a:cubicBezTo>
                    <a:pt x="15469" y="14649"/>
                    <a:pt x="15913" y="14121"/>
                    <a:pt x="15913" y="13503"/>
                  </a:cubicBezTo>
                  <a:cubicBezTo>
                    <a:pt x="15913" y="12975"/>
                    <a:pt x="15633" y="12525"/>
                    <a:pt x="15071" y="12126"/>
                  </a:cubicBezTo>
                  <a:cubicBezTo>
                    <a:pt x="14509" y="11740"/>
                    <a:pt x="13386" y="11341"/>
                    <a:pt x="11748" y="10929"/>
                  </a:cubicBezTo>
                  <a:cubicBezTo>
                    <a:pt x="8401" y="10105"/>
                    <a:pt x="6155" y="9436"/>
                    <a:pt x="4961" y="8946"/>
                  </a:cubicBezTo>
                  <a:cubicBezTo>
                    <a:pt x="3791" y="8470"/>
                    <a:pt x="2902" y="7917"/>
                    <a:pt x="2317" y="7312"/>
                  </a:cubicBezTo>
                  <a:cubicBezTo>
                    <a:pt x="1732" y="6707"/>
                    <a:pt x="1451" y="6063"/>
                    <a:pt x="1451" y="5368"/>
                  </a:cubicBezTo>
                  <a:cubicBezTo>
                    <a:pt x="1451" y="4235"/>
                    <a:pt x="2223" y="3257"/>
                    <a:pt x="3768" y="2446"/>
                  </a:cubicBezTo>
                  <a:cubicBezTo>
                    <a:pt x="5312" y="1635"/>
                    <a:pt x="7255" y="1197"/>
                    <a:pt x="9618" y="1133"/>
                  </a:cubicBezTo>
                  <a:cubicBezTo>
                    <a:pt x="9618" y="0"/>
                    <a:pt x="9618" y="0"/>
                    <a:pt x="9618" y="0"/>
                  </a:cubicBezTo>
                  <a:cubicBezTo>
                    <a:pt x="13573" y="0"/>
                    <a:pt x="13573" y="0"/>
                    <a:pt x="13573" y="0"/>
                  </a:cubicBezTo>
                  <a:cubicBezTo>
                    <a:pt x="13573" y="1287"/>
                    <a:pt x="13573" y="1287"/>
                    <a:pt x="13573" y="1287"/>
                  </a:cubicBezTo>
                  <a:cubicBezTo>
                    <a:pt x="14954" y="1455"/>
                    <a:pt x="16101" y="1686"/>
                    <a:pt x="17037" y="1982"/>
                  </a:cubicBezTo>
                  <a:cubicBezTo>
                    <a:pt x="17996" y="2278"/>
                    <a:pt x="19119" y="2780"/>
                    <a:pt x="20407" y="3476"/>
                  </a:cubicBezTo>
                  <a:close/>
                </a:path>
              </a:pathLst>
            </a:custGeom>
            <a:solidFill>
              <a:schemeClr val="bg1"/>
            </a:solidFill>
            <a:ln w="12700" cap="flat">
              <a:noFill/>
              <a:miter lim="400000"/>
            </a:ln>
            <a:effectLst/>
          </p:spPr>
          <p:txBody>
            <a:bodyPr wrap="square" lIns="0" tIns="0" rIns="0" bIns="0" numCol="1" anchor="t">
              <a:noAutofit/>
            </a:bodyPr>
            <a:lstStyle/>
            <a:p>
              <a:pPr>
                <a:lnSpc>
                  <a:spcPct val="130000"/>
                </a:lnSpc>
                <a:defRPr sz="3100" b="1">
                  <a:latin typeface="Kontrapunkt Bob Bold"/>
                  <a:ea typeface="Kontrapunkt Bob Bold"/>
                  <a:cs typeface="Kontrapunkt Bob Bold"/>
                  <a:sym typeface="Kontrapunkt Bob Bold"/>
                </a:defRPr>
              </a:pPr>
              <a:endParaRPr sz="3100" b="1" kern="0" dirty="0">
                <a:solidFill>
                  <a:schemeClr val="tx1">
                    <a:lumMod val="75000"/>
                    <a:lumOff val="25000"/>
                  </a:schemeClr>
                </a:solidFill>
                <a:latin typeface="微软雅黑" panose="020B0503020204020204" pitchFamily="34" charset="-122"/>
                <a:ea typeface="微软雅黑" panose="020B0503020204020204" pitchFamily="34" charset="-122"/>
                <a:cs typeface="Kontrapunkt Bob Bold"/>
                <a:sym typeface="思源黑体 CN Regular" panose="020B0500000000000000" pitchFamily="34" charset="-122"/>
              </a:endParaRPr>
            </a:p>
          </p:txBody>
        </p:sp>
        <p:sp>
          <p:nvSpPr>
            <p:cNvPr id="12" name="Shape 703"/>
            <p:cNvSpPr/>
            <p:nvPr/>
          </p:nvSpPr>
          <p:spPr>
            <a:xfrm>
              <a:off x="6997040" y="3952524"/>
              <a:ext cx="815974" cy="81597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a:outerShdw blurRad="190500" dist="38100" dir="2700000" algn="tl" rotWithShape="0">
                <a:prstClr val="black">
                  <a:alpha val="20000"/>
                </a:prstClr>
              </a:outerShdw>
            </a:effectLst>
          </p:spPr>
          <p:txBody>
            <a:bodyPr wrap="square" lIns="50800" tIns="50800" rIns="50800" bIns="50800" numCol="1" anchor="ctr">
              <a:noAutofit/>
            </a:bodyPr>
            <a:lstStyle/>
            <a:p>
              <a:pPr>
                <a:lnSpc>
                  <a:spcPct val="130000"/>
                </a:lnSpc>
                <a:defRPr sz="3200">
                  <a:solidFill>
                    <a:srgbClr val="FFFFFF"/>
                  </a:solidFill>
                  <a:latin typeface="+mn-lt"/>
                  <a:ea typeface="+mn-ea"/>
                  <a:cs typeface="+mn-cs"/>
                  <a:sym typeface="Helvetica Light"/>
                </a:defRPr>
              </a:pPr>
              <a:endParaRPr sz="32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3" name="Shape 704"/>
            <p:cNvSpPr/>
            <p:nvPr/>
          </p:nvSpPr>
          <p:spPr>
            <a:xfrm>
              <a:off x="7217848" y="4164791"/>
              <a:ext cx="374357" cy="334851"/>
            </a:xfrm>
            <a:custGeom>
              <a:avLst/>
              <a:gdLst/>
              <a:ahLst/>
              <a:cxnLst>
                <a:cxn ang="0">
                  <a:pos x="wd2" y="hd2"/>
                </a:cxn>
                <a:cxn ang="5400000">
                  <a:pos x="wd2" y="hd2"/>
                </a:cxn>
                <a:cxn ang="10800000">
                  <a:pos x="wd2" y="hd2"/>
                </a:cxn>
                <a:cxn ang="16200000">
                  <a:pos x="wd2" y="hd2"/>
                </a:cxn>
              </a:cxnLst>
              <a:rect l="0" t="0" r="r" b="b"/>
              <a:pathLst>
                <a:path w="21177" h="21458" extrusionOk="0">
                  <a:moveTo>
                    <a:pt x="20906" y="11130"/>
                  </a:moveTo>
                  <a:lnTo>
                    <a:pt x="11466" y="425"/>
                  </a:lnTo>
                  <a:cubicBezTo>
                    <a:pt x="10983" y="-142"/>
                    <a:pt x="10193" y="-142"/>
                    <a:pt x="9710" y="425"/>
                  </a:cubicBezTo>
                  <a:lnTo>
                    <a:pt x="271" y="11130"/>
                  </a:lnTo>
                  <a:cubicBezTo>
                    <a:pt x="-212" y="11696"/>
                    <a:pt x="-32" y="12160"/>
                    <a:pt x="671" y="12160"/>
                  </a:cubicBezTo>
                  <a:lnTo>
                    <a:pt x="2638" y="12160"/>
                  </a:lnTo>
                  <a:lnTo>
                    <a:pt x="2638" y="20381"/>
                  </a:lnTo>
                  <a:cubicBezTo>
                    <a:pt x="2638" y="20976"/>
                    <a:pt x="2661" y="21458"/>
                    <a:pt x="3609" y="21458"/>
                  </a:cubicBezTo>
                  <a:lnTo>
                    <a:pt x="8190" y="21458"/>
                  </a:lnTo>
                  <a:lnTo>
                    <a:pt x="8190" y="13214"/>
                  </a:lnTo>
                  <a:lnTo>
                    <a:pt x="12986" y="13214"/>
                  </a:lnTo>
                  <a:lnTo>
                    <a:pt x="12986" y="21458"/>
                  </a:lnTo>
                  <a:lnTo>
                    <a:pt x="17795" y="21458"/>
                  </a:lnTo>
                  <a:cubicBezTo>
                    <a:pt x="18518" y="21458"/>
                    <a:pt x="18538" y="20976"/>
                    <a:pt x="18538" y="20381"/>
                  </a:cubicBezTo>
                  <a:lnTo>
                    <a:pt x="18538" y="12160"/>
                  </a:lnTo>
                  <a:lnTo>
                    <a:pt x="20505" y="12160"/>
                  </a:lnTo>
                  <a:cubicBezTo>
                    <a:pt x="21208" y="12160"/>
                    <a:pt x="21388" y="11696"/>
                    <a:pt x="20906" y="11130"/>
                  </a:cubicBezTo>
                  <a:close/>
                </a:path>
              </a:pathLst>
            </a:custGeom>
            <a:solidFill>
              <a:srgbClr val="FFFFFF"/>
            </a:solidFill>
            <a:ln w="12700" cap="flat">
              <a:noFill/>
              <a:miter lim="400000"/>
            </a:ln>
            <a:effectLst/>
          </p:spPr>
          <p:txBody>
            <a:bodyPr wrap="square" lIns="38100" tIns="38100" rIns="38100" bIns="38100" numCol="1" anchor="ctr">
              <a:noAutofit/>
            </a:bodyPr>
            <a:lstStyle/>
            <a:p>
              <a:pPr>
                <a:lnSpc>
                  <a:spcPct val="130000"/>
                </a:lnSpc>
                <a:defRPr sz="3100" b="1">
                  <a:latin typeface="Kontrapunkt Bob Bold"/>
                  <a:ea typeface="Kontrapunkt Bob Bold"/>
                  <a:cs typeface="Kontrapunkt Bob Bold"/>
                  <a:sym typeface="Kontrapunkt Bob Bold"/>
                </a:defRPr>
              </a:pPr>
              <a:endParaRPr sz="3100" b="1" kern="0" dirty="0">
                <a:solidFill>
                  <a:schemeClr val="tx1">
                    <a:lumMod val="75000"/>
                    <a:lumOff val="25000"/>
                  </a:schemeClr>
                </a:solidFill>
                <a:latin typeface="微软雅黑" panose="020B0503020204020204" pitchFamily="34" charset="-122"/>
                <a:ea typeface="微软雅黑" panose="020B0503020204020204" pitchFamily="34" charset="-122"/>
                <a:cs typeface="Kontrapunkt Bob Bold"/>
                <a:sym typeface="思源黑体 CN Regular" panose="020B0500000000000000" pitchFamily="34" charset="-122"/>
              </a:endParaRPr>
            </a:p>
          </p:txBody>
        </p:sp>
        <p:sp>
          <p:nvSpPr>
            <p:cNvPr id="14" name="Shape 706"/>
            <p:cNvSpPr/>
            <p:nvPr/>
          </p:nvSpPr>
          <p:spPr>
            <a:xfrm>
              <a:off x="9599679" y="3952524"/>
              <a:ext cx="815974" cy="81597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a:outerShdw blurRad="190500" dist="38100" dir="2700000" algn="tl" rotWithShape="0">
                <a:prstClr val="black">
                  <a:alpha val="20000"/>
                </a:prstClr>
              </a:outerShdw>
            </a:effectLst>
          </p:spPr>
          <p:txBody>
            <a:bodyPr wrap="square" lIns="50800" tIns="50800" rIns="50800" bIns="50800" numCol="1" anchor="ctr">
              <a:noAutofit/>
            </a:bodyPr>
            <a:lstStyle/>
            <a:p>
              <a:pPr>
                <a:lnSpc>
                  <a:spcPct val="130000"/>
                </a:lnSpc>
                <a:defRPr sz="3200">
                  <a:solidFill>
                    <a:srgbClr val="FFFFFF"/>
                  </a:solidFill>
                  <a:latin typeface="+mn-lt"/>
                  <a:ea typeface="+mn-ea"/>
                  <a:cs typeface="+mn-cs"/>
                  <a:sym typeface="Helvetica Light"/>
                </a:defRPr>
              </a:pPr>
              <a:endParaRPr sz="32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5" name="Shape 707"/>
            <p:cNvSpPr/>
            <p:nvPr/>
          </p:nvSpPr>
          <p:spPr>
            <a:xfrm>
              <a:off x="9847682" y="4186667"/>
              <a:ext cx="319966" cy="334851"/>
            </a:xfrm>
            <a:custGeom>
              <a:avLst/>
              <a:gdLst/>
              <a:ahLst/>
              <a:cxnLst>
                <a:cxn ang="0">
                  <a:pos x="wd2" y="hd2"/>
                </a:cxn>
                <a:cxn ang="5400000">
                  <a:pos x="wd2" y="hd2"/>
                </a:cxn>
                <a:cxn ang="10800000">
                  <a:pos x="wd2" y="hd2"/>
                </a:cxn>
                <a:cxn ang="16200000">
                  <a:pos x="wd2" y="hd2"/>
                </a:cxn>
              </a:cxnLst>
              <a:rect l="0" t="0" r="r" b="b"/>
              <a:pathLst>
                <a:path w="20781" h="20933" extrusionOk="0">
                  <a:moveTo>
                    <a:pt x="18450" y="13962"/>
                  </a:moveTo>
                  <a:cubicBezTo>
                    <a:pt x="18104" y="14098"/>
                    <a:pt x="15778" y="12331"/>
                    <a:pt x="14291" y="9001"/>
                  </a:cubicBezTo>
                  <a:cubicBezTo>
                    <a:pt x="12804" y="5669"/>
                    <a:pt x="12992" y="2625"/>
                    <a:pt x="13337" y="2491"/>
                  </a:cubicBezTo>
                  <a:cubicBezTo>
                    <a:pt x="13683" y="2355"/>
                    <a:pt x="15952" y="4486"/>
                    <a:pt x="17438" y="7816"/>
                  </a:cubicBezTo>
                  <a:cubicBezTo>
                    <a:pt x="18925" y="11146"/>
                    <a:pt x="18797" y="13826"/>
                    <a:pt x="18450" y="13962"/>
                  </a:cubicBezTo>
                  <a:close/>
                  <a:moveTo>
                    <a:pt x="19117" y="7012"/>
                  </a:moveTo>
                  <a:cubicBezTo>
                    <a:pt x="17204" y="2727"/>
                    <a:pt x="14125" y="-537"/>
                    <a:pt x="12567" y="74"/>
                  </a:cubicBezTo>
                  <a:cubicBezTo>
                    <a:pt x="9922" y="1108"/>
                    <a:pt x="14143" y="6078"/>
                    <a:pt x="1154" y="11160"/>
                  </a:cubicBezTo>
                  <a:cubicBezTo>
                    <a:pt x="32" y="11600"/>
                    <a:pt x="-253" y="13356"/>
                    <a:pt x="217" y="14406"/>
                  </a:cubicBezTo>
                  <a:cubicBezTo>
                    <a:pt x="685" y="15456"/>
                    <a:pt x="2220" y="16502"/>
                    <a:pt x="3342" y="16062"/>
                  </a:cubicBezTo>
                  <a:cubicBezTo>
                    <a:pt x="3537" y="15987"/>
                    <a:pt x="4250" y="15766"/>
                    <a:pt x="4250" y="15766"/>
                  </a:cubicBezTo>
                  <a:cubicBezTo>
                    <a:pt x="5051" y="16802"/>
                    <a:pt x="5889" y="16187"/>
                    <a:pt x="6186" y="16845"/>
                  </a:cubicBezTo>
                  <a:cubicBezTo>
                    <a:pt x="6544" y="17635"/>
                    <a:pt x="7322" y="19353"/>
                    <a:pt x="7586" y="19939"/>
                  </a:cubicBezTo>
                  <a:cubicBezTo>
                    <a:pt x="7850" y="20522"/>
                    <a:pt x="8450" y="21063"/>
                    <a:pt x="8885" y="20905"/>
                  </a:cubicBezTo>
                  <a:cubicBezTo>
                    <a:pt x="9318" y="20745"/>
                    <a:pt x="10797" y="20203"/>
                    <a:pt x="11362" y="19997"/>
                  </a:cubicBezTo>
                  <a:cubicBezTo>
                    <a:pt x="11927" y="19790"/>
                    <a:pt x="12062" y="19306"/>
                    <a:pt x="11889" y="18922"/>
                  </a:cubicBezTo>
                  <a:cubicBezTo>
                    <a:pt x="11703" y="18510"/>
                    <a:pt x="10939" y="18390"/>
                    <a:pt x="10721" y="17908"/>
                  </a:cubicBezTo>
                  <a:cubicBezTo>
                    <a:pt x="10503" y="17428"/>
                    <a:pt x="9791" y="15886"/>
                    <a:pt x="9586" y="15400"/>
                  </a:cubicBezTo>
                  <a:cubicBezTo>
                    <a:pt x="9308" y="14739"/>
                    <a:pt x="9899" y="14201"/>
                    <a:pt x="10759" y="14116"/>
                  </a:cubicBezTo>
                  <a:cubicBezTo>
                    <a:pt x="16671" y="13522"/>
                    <a:pt x="17775" y="17037"/>
                    <a:pt x="19789" y="16249"/>
                  </a:cubicBezTo>
                  <a:cubicBezTo>
                    <a:pt x="21347" y="15640"/>
                    <a:pt x="21030" y="11296"/>
                    <a:pt x="19117" y="7012"/>
                  </a:cubicBezTo>
                  <a:close/>
                </a:path>
              </a:pathLst>
            </a:custGeom>
            <a:solidFill>
              <a:schemeClr val="bg1"/>
            </a:solidFill>
            <a:ln w="12700" cap="flat">
              <a:noFill/>
              <a:miter lim="400000"/>
            </a:ln>
            <a:effectLst/>
          </p:spPr>
          <p:txBody>
            <a:bodyPr wrap="square" lIns="38100" tIns="38100" rIns="38100" bIns="38100" numCol="1" anchor="ctr">
              <a:noAutofit/>
            </a:bodyPr>
            <a:lstStyle/>
            <a:p>
              <a:pPr>
                <a:lnSpc>
                  <a:spcPct val="130000"/>
                </a:lnSpc>
                <a:defRPr sz="3100" b="1">
                  <a:latin typeface="Kontrapunkt Bob Bold"/>
                  <a:ea typeface="Kontrapunkt Bob Bold"/>
                  <a:cs typeface="Kontrapunkt Bob Bold"/>
                  <a:sym typeface="Kontrapunkt Bob Bold"/>
                </a:defRPr>
              </a:pPr>
              <a:endParaRPr sz="3100" b="1" kern="0" dirty="0">
                <a:solidFill>
                  <a:schemeClr val="tx1">
                    <a:lumMod val="75000"/>
                    <a:lumOff val="25000"/>
                  </a:schemeClr>
                </a:solidFill>
                <a:latin typeface="微软雅黑" panose="020B0503020204020204" pitchFamily="34" charset="-122"/>
                <a:ea typeface="微软雅黑" panose="020B0503020204020204" pitchFamily="34" charset="-122"/>
                <a:cs typeface="Kontrapunkt Bob Bold"/>
                <a:sym typeface="思源黑体 CN Regular" panose="020B0500000000000000" pitchFamily="34" charset="-122"/>
              </a:endParaRPr>
            </a:p>
          </p:txBody>
        </p:sp>
        <p:sp>
          <p:nvSpPr>
            <p:cNvPr id="16" name="Text Placeholder 2"/>
            <p:cNvSpPr txBox="1"/>
            <p:nvPr/>
          </p:nvSpPr>
          <p:spPr>
            <a:xfrm>
              <a:off x="1278252" y="4968391"/>
              <a:ext cx="1842887" cy="313210"/>
            </a:xfrm>
            <a:prstGeom prst="rect">
              <a:avLst/>
            </a:prstGeom>
            <a:noFill/>
            <a:effectLst/>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600" b="0" kern="1200" baseline="0">
                  <a:solidFill>
                    <a:schemeClr val="accent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30000"/>
                </a:lnSpc>
                <a:spcBef>
                  <a:spcPct val="0"/>
                </a:spcBef>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17" name="Text Placeholder 2"/>
            <p:cNvSpPr txBox="1"/>
            <p:nvPr/>
          </p:nvSpPr>
          <p:spPr>
            <a:xfrm>
              <a:off x="3858949" y="4968391"/>
              <a:ext cx="1842887" cy="313210"/>
            </a:xfrm>
            <a:prstGeom prst="rect">
              <a:avLst/>
            </a:prstGeom>
            <a:noFill/>
            <a:effectLst/>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600" b="0" kern="1200" baseline="0">
                  <a:solidFill>
                    <a:schemeClr val="accent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30000"/>
                </a:lnSpc>
                <a:spcBef>
                  <a:spcPct val="0"/>
                </a:spcBef>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18" name="Text Placeholder 2"/>
            <p:cNvSpPr txBox="1"/>
            <p:nvPr/>
          </p:nvSpPr>
          <p:spPr>
            <a:xfrm>
              <a:off x="6490163" y="4968391"/>
              <a:ext cx="1842887" cy="313210"/>
            </a:xfrm>
            <a:prstGeom prst="rect">
              <a:avLst/>
            </a:prstGeom>
            <a:noFill/>
            <a:effectLst/>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600" b="0" kern="1200" baseline="0">
                  <a:solidFill>
                    <a:schemeClr val="accent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30000"/>
                </a:lnSpc>
                <a:spcBef>
                  <a:spcPct val="0"/>
                </a:spcBef>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19" name="Text Placeholder 2"/>
            <p:cNvSpPr txBox="1"/>
            <p:nvPr/>
          </p:nvSpPr>
          <p:spPr>
            <a:xfrm>
              <a:off x="9070860" y="4968391"/>
              <a:ext cx="1842887" cy="313210"/>
            </a:xfrm>
            <a:prstGeom prst="rect">
              <a:avLst/>
            </a:prstGeom>
            <a:noFill/>
            <a:effectLst/>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600" b="0" kern="1200" baseline="0">
                  <a:solidFill>
                    <a:schemeClr val="accent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30000"/>
                </a:lnSpc>
                <a:spcBef>
                  <a:spcPct val="0"/>
                </a:spcBef>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20" name="文本框 19"/>
            <p:cNvSpPr txBox="1"/>
            <p:nvPr/>
          </p:nvSpPr>
          <p:spPr>
            <a:xfrm>
              <a:off x="1201089" y="5281601"/>
              <a:ext cx="1997213" cy="793038"/>
            </a:xfrm>
            <a:prstGeom prst="rect">
              <a:avLst/>
            </a:prstGeom>
            <a:noFill/>
            <a:effectLst/>
          </p:spPr>
          <p:txBody>
            <a:bodyPr wrap="square" rtlCol="0">
              <a:spAutoFit/>
            </a:bodyPr>
            <a:lstStyle/>
            <a:p>
              <a:pPr algn="ct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1" name="文本框 20"/>
            <p:cNvSpPr txBox="1"/>
            <p:nvPr/>
          </p:nvSpPr>
          <p:spPr>
            <a:xfrm>
              <a:off x="3803780" y="5281601"/>
              <a:ext cx="1997213" cy="793038"/>
            </a:xfrm>
            <a:prstGeom prst="rect">
              <a:avLst/>
            </a:prstGeom>
            <a:noFill/>
            <a:effectLst/>
          </p:spPr>
          <p:txBody>
            <a:bodyPr wrap="square" rtlCol="0">
              <a:spAutoFit/>
            </a:bodyPr>
            <a:lstStyle/>
            <a:p>
              <a:pPr algn="ct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2" name="文本框 21"/>
            <p:cNvSpPr txBox="1"/>
            <p:nvPr/>
          </p:nvSpPr>
          <p:spPr>
            <a:xfrm>
              <a:off x="6412999" y="5281601"/>
              <a:ext cx="1997213" cy="793038"/>
            </a:xfrm>
            <a:prstGeom prst="rect">
              <a:avLst/>
            </a:prstGeom>
            <a:noFill/>
            <a:effectLst/>
          </p:spPr>
          <p:txBody>
            <a:bodyPr wrap="square" rtlCol="0">
              <a:spAutoFit/>
            </a:bodyPr>
            <a:lstStyle/>
            <a:p>
              <a:pPr algn="ct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3" name="文本框 22"/>
            <p:cNvSpPr txBox="1"/>
            <p:nvPr/>
          </p:nvSpPr>
          <p:spPr>
            <a:xfrm>
              <a:off x="8993696" y="5281601"/>
              <a:ext cx="1997213" cy="793038"/>
            </a:xfrm>
            <a:prstGeom prst="rect">
              <a:avLst/>
            </a:prstGeom>
            <a:noFill/>
            <a:effectLst/>
          </p:spPr>
          <p:txBody>
            <a:bodyPr wrap="square" rtlCol="0">
              <a:spAutoFit/>
            </a:bodyPr>
            <a:lstStyle/>
            <a:p>
              <a:pPr algn="ct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2" name="组合 1"/>
          <p:cNvGrpSpPr/>
          <p:nvPr/>
        </p:nvGrpSpPr>
        <p:grpSpPr>
          <a:xfrm>
            <a:off x="1201089" y="1762241"/>
            <a:ext cx="9789820" cy="2122115"/>
            <a:chOff x="1201089" y="1617099"/>
            <a:chExt cx="9789820" cy="2122115"/>
          </a:xfrm>
        </p:grpSpPr>
        <p:sp>
          <p:nvSpPr>
            <p:cNvPr id="24" name="Shape 697"/>
            <p:cNvSpPr/>
            <p:nvPr/>
          </p:nvSpPr>
          <p:spPr>
            <a:xfrm>
              <a:off x="1791761" y="1617099"/>
              <a:ext cx="815974" cy="81597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a:outerShdw blurRad="190500" dist="38100" dir="2700000" algn="tl" rotWithShape="0">
                <a:prstClr val="black">
                  <a:alpha val="20000"/>
                </a:prstClr>
              </a:outerShdw>
            </a:effectLst>
          </p:spPr>
          <p:txBody>
            <a:bodyPr wrap="square" lIns="50800" tIns="50800" rIns="50800" bIns="50800" numCol="1" anchor="ctr">
              <a:noAutofit/>
            </a:bodyPr>
            <a:lstStyle/>
            <a:p>
              <a:pPr>
                <a:lnSpc>
                  <a:spcPct val="130000"/>
                </a:lnSpc>
                <a:defRPr sz="3200">
                  <a:solidFill>
                    <a:srgbClr val="FFFFFF"/>
                  </a:solidFill>
                  <a:latin typeface="+mn-lt"/>
                  <a:ea typeface="+mn-ea"/>
                  <a:cs typeface="+mn-cs"/>
                  <a:sym typeface="Helvetica Light"/>
                </a:defRPr>
              </a:pPr>
              <a:endParaRPr sz="32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5" name="Shape 698"/>
            <p:cNvSpPr/>
            <p:nvPr/>
          </p:nvSpPr>
          <p:spPr>
            <a:xfrm>
              <a:off x="2016765" y="1897116"/>
              <a:ext cx="365965" cy="297879"/>
            </a:xfrm>
            <a:custGeom>
              <a:avLst/>
              <a:gdLst/>
              <a:ahLst/>
              <a:cxnLst>
                <a:cxn ang="0">
                  <a:pos x="wd2" y="hd2"/>
                </a:cxn>
                <a:cxn ang="5400000">
                  <a:pos x="wd2" y="hd2"/>
                </a:cxn>
                <a:cxn ang="10800000">
                  <a:pos x="wd2" y="hd2"/>
                </a:cxn>
                <a:cxn ang="16200000">
                  <a:pos x="wd2" y="hd2"/>
                </a:cxn>
              </a:cxnLst>
              <a:rect l="0" t="0" r="r" b="b"/>
              <a:pathLst>
                <a:path w="20480" h="21024" extrusionOk="0">
                  <a:moveTo>
                    <a:pt x="18800" y="1728"/>
                  </a:moveTo>
                  <a:cubicBezTo>
                    <a:pt x="16810" y="-576"/>
                    <a:pt x="13583" y="-576"/>
                    <a:pt x="11591" y="1728"/>
                  </a:cubicBezTo>
                  <a:lnTo>
                    <a:pt x="10239" y="3293"/>
                  </a:lnTo>
                  <a:lnTo>
                    <a:pt x="8887" y="1728"/>
                  </a:lnTo>
                  <a:cubicBezTo>
                    <a:pt x="6897" y="-576"/>
                    <a:pt x="3670" y="-576"/>
                    <a:pt x="1680" y="1728"/>
                  </a:cubicBezTo>
                  <a:cubicBezTo>
                    <a:pt x="-560" y="4320"/>
                    <a:pt x="-560" y="8522"/>
                    <a:pt x="1680" y="11115"/>
                  </a:cubicBezTo>
                  <a:lnTo>
                    <a:pt x="10239" y="21024"/>
                  </a:lnTo>
                  <a:lnTo>
                    <a:pt x="18800" y="11115"/>
                  </a:lnTo>
                  <a:cubicBezTo>
                    <a:pt x="21040" y="8522"/>
                    <a:pt x="21040" y="4320"/>
                    <a:pt x="18800" y="1728"/>
                  </a:cubicBezTo>
                  <a:close/>
                </a:path>
              </a:pathLst>
            </a:custGeom>
            <a:solidFill>
              <a:schemeClr val="bg1"/>
            </a:solidFill>
            <a:ln w="12700" cap="flat">
              <a:noFill/>
              <a:miter lim="400000"/>
            </a:ln>
            <a:effectLst/>
          </p:spPr>
          <p:txBody>
            <a:bodyPr wrap="square" lIns="38100" tIns="38100" rIns="38100" bIns="38100" numCol="1" anchor="ctr">
              <a:noAutofit/>
            </a:bodyPr>
            <a:lstStyle/>
            <a:p>
              <a:pPr>
                <a:lnSpc>
                  <a:spcPct val="130000"/>
                </a:lnSpc>
                <a:defRPr sz="3100" b="1">
                  <a:latin typeface="Kontrapunkt Bob Bold"/>
                  <a:ea typeface="Kontrapunkt Bob Bold"/>
                  <a:cs typeface="Kontrapunkt Bob Bold"/>
                  <a:sym typeface="Kontrapunkt Bob Bold"/>
                </a:defRPr>
              </a:pPr>
              <a:endParaRPr sz="3100" b="1" kern="0" dirty="0">
                <a:solidFill>
                  <a:schemeClr val="tx1">
                    <a:lumMod val="75000"/>
                    <a:lumOff val="25000"/>
                  </a:schemeClr>
                </a:solidFill>
                <a:latin typeface="微软雅黑" panose="020B0503020204020204" pitchFamily="34" charset="-122"/>
                <a:ea typeface="微软雅黑" panose="020B0503020204020204" pitchFamily="34" charset="-122"/>
                <a:cs typeface="Kontrapunkt Bob Bold"/>
                <a:sym typeface="思源黑体 CN Regular" panose="020B0500000000000000" pitchFamily="34" charset="-122"/>
              </a:endParaRPr>
            </a:p>
          </p:txBody>
        </p:sp>
        <p:sp>
          <p:nvSpPr>
            <p:cNvPr id="26" name="Shape 700"/>
            <p:cNvSpPr/>
            <p:nvPr/>
          </p:nvSpPr>
          <p:spPr>
            <a:xfrm>
              <a:off x="4394400" y="1617099"/>
              <a:ext cx="815974" cy="81597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a:outerShdw blurRad="190500" dist="38100" dir="2700000" algn="tl" rotWithShape="0">
                <a:prstClr val="black">
                  <a:alpha val="20000"/>
                </a:prstClr>
              </a:outerShdw>
            </a:effectLst>
          </p:spPr>
          <p:txBody>
            <a:bodyPr wrap="square" lIns="50800" tIns="50800" rIns="50800" bIns="50800" numCol="1" anchor="ctr">
              <a:noAutofit/>
            </a:bodyPr>
            <a:lstStyle/>
            <a:p>
              <a:pPr>
                <a:lnSpc>
                  <a:spcPct val="130000"/>
                </a:lnSpc>
                <a:defRPr sz="3200">
                  <a:solidFill>
                    <a:srgbClr val="FFFFFF"/>
                  </a:solidFill>
                  <a:latin typeface="+mn-lt"/>
                  <a:ea typeface="+mn-ea"/>
                  <a:cs typeface="+mn-cs"/>
                  <a:sym typeface="Helvetica Light"/>
                </a:defRPr>
              </a:pPr>
              <a:endParaRPr sz="32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7" name="Shape 701"/>
            <p:cNvSpPr/>
            <p:nvPr/>
          </p:nvSpPr>
          <p:spPr>
            <a:xfrm>
              <a:off x="4683400" y="1829366"/>
              <a:ext cx="237974" cy="433379"/>
            </a:xfrm>
            <a:custGeom>
              <a:avLst/>
              <a:gdLst/>
              <a:ahLst/>
              <a:cxnLst>
                <a:cxn ang="0">
                  <a:pos x="wd2" y="hd2"/>
                </a:cxn>
                <a:cxn ang="5400000">
                  <a:pos x="wd2" y="hd2"/>
                </a:cxn>
                <a:cxn ang="10800000">
                  <a:pos x="wd2" y="hd2"/>
                </a:cxn>
                <a:cxn ang="16200000">
                  <a:pos x="wd2" y="hd2"/>
                </a:cxn>
              </a:cxnLst>
              <a:rect l="0" t="0" r="r" b="b"/>
              <a:pathLst>
                <a:path w="21600" h="21600" extrusionOk="0">
                  <a:moveTo>
                    <a:pt x="20407" y="3476"/>
                  </a:moveTo>
                  <a:cubicBezTo>
                    <a:pt x="16335" y="5612"/>
                    <a:pt x="16335" y="5612"/>
                    <a:pt x="16335" y="5612"/>
                  </a:cubicBezTo>
                  <a:cubicBezTo>
                    <a:pt x="14486" y="4583"/>
                    <a:pt x="12660" y="4068"/>
                    <a:pt x="10835" y="4068"/>
                  </a:cubicBezTo>
                  <a:cubicBezTo>
                    <a:pt x="9782" y="4068"/>
                    <a:pt x="8916" y="4222"/>
                    <a:pt x="8237" y="4531"/>
                  </a:cubicBezTo>
                  <a:cubicBezTo>
                    <a:pt x="7582" y="4827"/>
                    <a:pt x="7231" y="5188"/>
                    <a:pt x="7231" y="5587"/>
                  </a:cubicBezTo>
                  <a:cubicBezTo>
                    <a:pt x="7231" y="5921"/>
                    <a:pt x="7535" y="6256"/>
                    <a:pt x="8120" y="6591"/>
                  </a:cubicBezTo>
                  <a:cubicBezTo>
                    <a:pt x="8706" y="6938"/>
                    <a:pt x="9876" y="7299"/>
                    <a:pt x="11631" y="7685"/>
                  </a:cubicBezTo>
                  <a:cubicBezTo>
                    <a:pt x="14743" y="8380"/>
                    <a:pt x="16873" y="8972"/>
                    <a:pt x="18020" y="9461"/>
                  </a:cubicBezTo>
                  <a:cubicBezTo>
                    <a:pt x="19166" y="9950"/>
                    <a:pt x="20055" y="10530"/>
                    <a:pt x="20687" y="11225"/>
                  </a:cubicBezTo>
                  <a:cubicBezTo>
                    <a:pt x="21296" y="11907"/>
                    <a:pt x="21600" y="12679"/>
                    <a:pt x="21600" y="13529"/>
                  </a:cubicBezTo>
                  <a:cubicBezTo>
                    <a:pt x="21600" y="14379"/>
                    <a:pt x="21272" y="15177"/>
                    <a:pt x="20617" y="15897"/>
                  </a:cubicBezTo>
                  <a:cubicBezTo>
                    <a:pt x="19962" y="16618"/>
                    <a:pt x="19096" y="17198"/>
                    <a:pt x="18066" y="17622"/>
                  </a:cubicBezTo>
                  <a:cubicBezTo>
                    <a:pt x="17037" y="18034"/>
                    <a:pt x="15539" y="18356"/>
                    <a:pt x="13573" y="18575"/>
                  </a:cubicBezTo>
                  <a:cubicBezTo>
                    <a:pt x="13573" y="21600"/>
                    <a:pt x="13573" y="21600"/>
                    <a:pt x="13573" y="21600"/>
                  </a:cubicBezTo>
                  <a:cubicBezTo>
                    <a:pt x="9618" y="21600"/>
                    <a:pt x="9618" y="21600"/>
                    <a:pt x="9618" y="21600"/>
                  </a:cubicBezTo>
                  <a:cubicBezTo>
                    <a:pt x="9618" y="18652"/>
                    <a:pt x="9618" y="18652"/>
                    <a:pt x="9618" y="18652"/>
                  </a:cubicBezTo>
                  <a:cubicBezTo>
                    <a:pt x="7793" y="18536"/>
                    <a:pt x="6225" y="18292"/>
                    <a:pt x="4938" y="17906"/>
                  </a:cubicBezTo>
                  <a:cubicBezTo>
                    <a:pt x="3159" y="17378"/>
                    <a:pt x="1521" y="16670"/>
                    <a:pt x="0" y="15795"/>
                  </a:cubicBezTo>
                  <a:cubicBezTo>
                    <a:pt x="4002" y="13593"/>
                    <a:pt x="4002" y="13593"/>
                    <a:pt x="4002" y="13593"/>
                  </a:cubicBezTo>
                  <a:cubicBezTo>
                    <a:pt x="6576" y="15061"/>
                    <a:pt x="9057" y="15795"/>
                    <a:pt x="11444" y="15795"/>
                  </a:cubicBezTo>
                  <a:cubicBezTo>
                    <a:pt x="12684" y="15795"/>
                    <a:pt x="13714" y="15563"/>
                    <a:pt x="14603" y="15112"/>
                  </a:cubicBezTo>
                  <a:cubicBezTo>
                    <a:pt x="15469" y="14649"/>
                    <a:pt x="15913" y="14121"/>
                    <a:pt x="15913" y="13503"/>
                  </a:cubicBezTo>
                  <a:cubicBezTo>
                    <a:pt x="15913" y="12975"/>
                    <a:pt x="15633" y="12525"/>
                    <a:pt x="15071" y="12126"/>
                  </a:cubicBezTo>
                  <a:cubicBezTo>
                    <a:pt x="14509" y="11740"/>
                    <a:pt x="13386" y="11341"/>
                    <a:pt x="11748" y="10929"/>
                  </a:cubicBezTo>
                  <a:cubicBezTo>
                    <a:pt x="8401" y="10105"/>
                    <a:pt x="6155" y="9436"/>
                    <a:pt x="4961" y="8946"/>
                  </a:cubicBezTo>
                  <a:cubicBezTo>
                    <a:pt x="3791" y="8470"/>
                    <a:pt x="2902" y="7917"/>
                    <a:pt x="2317" y="7312"/>
                  </a:cubicBezTo>
                  <a:cubicBezTo>
                    <a:pt x="1732" y="6707"/>
                    <a:pt x="1451" y="6063"/>
                    <a:pt x="1451" y="5368"/>
                  </a:cubicBezTo>
                  <a:cubicBezTo>
                    <a:pt x="1451" y="4235"/>
                    <a:pt x="2223" y="3257"/>
                    <a:pt x="3768" y="2446"/>
                  </a:cubicBezTo>
                  <a:cubicBezTo>
                    <a:pt x="5312" y="1635"/>
                    <a:pt x="7255" y="1197"/>
                    <a:pt x="9618" y="1133"/>
                  </a:cubicBezTo>
                  <a:cubicBezTo>
                    <a:pt x="9618" y="0"/>
                    <a:pt x="9618" y="0"/>
                    <a:pt x="9618" y="0"/>
                  </a:cubicBezTo>
                  <a:cubicBezTo>
                    <a:pt x="13573" y="0"/>
                    <a:pt x="13573" y="0"/>
                    <a:pt x="13573" y="0"/>
                  </a:cubicBezTo>
                  <a:cubicBezTo>
                    <a:pt x="13573" y="1287"/>
                    <a:pt x="13573" y="1287"/>
                    <a:pt x="13573" y="1287"/>
                  </a:cubicBezTo>
                  <a:cubicBezTo>
                    <a:pt x="14954" y="1455"/>
                    <a:pt x="16101" y="1686"/>
                    <a:pt x="17037" y="1982"/>
                  </a:cubicBezTo>
                  <a:cubicBezTo>
                    <a:pt x="17996" y="2278"/>
                    <a:pt x="19119" y="2780"/>
                    <a:pt x="20407" y="3476"/>
                  </a:cubicBezTo>
                  <a:close/>
                </a:path>
              </a:pathLst>
            </a:custGeom>
            <a:solidFill>
              <a:srgbClr val="FFFFFF"/>
            </a:solidFill>
            <a:ln w="12700" cap="flat">
              <a:noFill/>
              <a:miter lim="400000"/>
            </a:ln>
            <a:effectLst/>
          </p:spPr>
          <p:txBody>
            <a:bodyPr wrap="square" lIns="0" tIns="0" rIns="0" bIns="0" numCol="1" anchor="t">
              <a:noAutofit/>
            </a:bodyPr>
            <a:lstStyle/>
            <a:p>
              <a:pPr>
                <a:lnSpc>
                  <a:spcPct val="130000"/>
                </a:lnSpc>
                <a:defRPr sz="3100" b="1">
                  <a:latin typeface="Kontrapunkt Bob Bold"/>
                  <a:ea typeface="Kontrapunkt Bob Bold"/>
                  <a:cs typeface="Kontrapunkt Bob Bold"/>
                  <a:sym typeface="Kontrapunkt Bob Bold"/>
                </a:defRPr>
              </a:pPr>
              <a:endParaRPr sz="3100" b="1" kern="0" dirty="0">
                <a:solidFill>
                  <a:schemeClr val="tx1">
                    <a:lumMod val="75000"/>
                    <a:lumOff val="25000"/>
                  </a:schemeClr>
                </a:solidFill>
                <a:latin typeface="微软雅黑" panose="020B0503020204020204" pitchFamily="34" charset="-122"/>
                <a:ea typeface="微软雅黑" panose="020B0503020204020204" pitchFamily="34" charset="-122"/>
                <a:cs typeface="Kontrapunkt Bob Bold"/>
                <a:sym typeface="思源黑体 CN Regular" panose="020B0500000000000000" pitchFamily="34" charset="-122"/>
              </a:endParaRPr>
            </a:p>
          </p:txBody>
        </p:sp>
        <p:sp>
          <p:nvSpPr>
            <p:cNvPr id="28" name="Shape 703"/>
            <p:cNvSpPr/>
            <p:nvPr/>
          </p:nvSpPr>
          <p:spPr>
            <a:xfrm>
              <a:off x="6997040" y="1617099"/>
              <a:ext cx="815974" cy="81597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a:outerShdw blurRad="190500" dist="38100" dir="2700000" algn="tl" rotWithShape="0">
                <a:prstClr val="black">
                  <a:alpha val="20000"/>
                </a:prstClr>
              </a:outerShdw>
            </a:effectLst>
          </p:spPr>
          <p:txBody>
            <a:bodyPr wrap="square" lIns="50800" tIns="50800" rIns="50800" bIns="50800" numCol="1" anchor="ctr">
              <a:noAutofit/>
            </a:bodyPr>
            <a:lstStyle/>
            <a:p>
              <a:pPr>
                <a:lnSpc>
                  <a:spcPct val="130000"/>
                </a:lnSpc>
                <a:defRPr sz="3200">
                  <a:solidFill>
                    <a:srgbClr val="FFFFFF"/>
                  </a:solidFill>
                  <a:latin typeface="+mn-lt"/>
                  <a:ea typeface="+mn-ea"/>
                  <a:cs typeface="+mn-cs"/>
                  <a:sym typeface="Helvetica Light"/>
                </a:defRPr>
              </a:pPr>
              <a:endParaRPr sz="32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29" name="Shape 704"/>
            <p:cNvSpPr/>
            <p:nvPr/>
          </p:nvSpPr>
          <p:spPr>
            <a:xfrm>
              <a:off x="7217848" y="1829366"/>
              <a:ext cx="374357" cy="334851"/>
            </a:xfrm>
            <a:custGeom>
              <a:avLst/>
              <a:gdLst/>
              <a:ahLst/>
              <a:cxnLst>
                <a:cxn ang="0">
                  <a:pos x="wd2" y="hd2"/>
                </a:cxn>
                <a:cxn ang="5400000">
                  <a:pos x="wd2" y="hd2"/>
                </a:cxn>
                <a:cxn ang="10800000">
                  <a:pos x="wd2" y="hd2"/>
                </a:cxn>
                <a:cxn ang="16200000">
                  <a:pos x="wd2" y="hd2"/>
                </a:cxn>
              </a:cxnLst>
              <a:rect l="0" t="0" r="r" b="b"/>
              <a:pathLst>
                <a:path w="21177" h="21458" extrusionOk="0">
                  <a:moveTo>
                    <a:pt x="20906" y="11130"/>
                  </a:moveTo>
                  <a:lnTo>
                    <a:pt x="11466" y="425"/>
                  </a:lnTo>
                  <a:cubicBezTo>
                    <a:pt x="10983" y="-142"/>
                    <a:pt x="10193" y="-142"/>
                    <a:pt x="9710" y="425"/>
                  </a:cubicBezTo>
                  <a:lnTo>
                    <a:pt x="271" y="11130"/>
                  </a:lnTo>
                  <a:cubicBezTo>
                    <a:pt x="-212" y="11696"/>
                    <a:pt x="-32" y="12160"/>
                    <a:pt x="671" y="12160"/>
                  </a:cubicBezTo>
                  <a:lnTo>
                    <a:pt x="2638" y="12160"/>
                  </a:lnTo>
                  <a:lnTo>
                    <a:pt x="2638" y="20381"/>
                  </a:lnTo>
                  <a:cubicBezTo>
                    <a:pt x="2638" y="20976"/>
                    <a:pt x="2661" y="21458"/>
                    <a:pt x="3609" y="21458"/>
                  </a:cubicBezTo>
                  <a:lnTo>
                    <a:pt x="8190" y="21458"/>
                  </a:lnTo>
                  <a:lnTo>
                    <a:pt x="8190" y="13214"/>
                  </a:lnTo>
                  <a:lnTo>
                    <a:pt x="12986" y="13214"/>
                  </a:lnTo>
                  <a:lnTo>
                    <a:pt x="12986" y="21458"/>
                  </a:lnTo>
                  <a:lnTo>
                    <a:pt x="17795" y="21458"/>
                  </a:lnTo>
                  <a:cubicBezTo>
                    <a:pt x="18518" y="21458"/>
                    <a:pt x="18538" y="20976"/>
                    <a:pt x="18538" y="20381"/>
                  </a:cubicBezTo>
                  <a:lnTo>
                    <a:pt x="18538" y="12160"/>
                  </a:lnTo>
                  <a:lnTo>
                    <a:pt x="20505" y="12160"/>
                  </a:lnTo>
                  <a:cubicBezTo>
                    <a:pt x="21208" y="12160"/>
                    <a:pt x="21388" y="11696"/>
                    <a:pt x="20906" y="11130"/>
                  </a:cubicBezTo>
                  <a:close/>
                </a:path>
              </a:pathLst>
            </a:custGeom>
            <a:solidFill>
              <a:schemeClr val="bg1"/>
            </a:solidFill>
            <a:ln w="12700" cap="flat">
              <a:noFill/>
              <a:miter lim="400000"/>
            </a:ln>
            <a:effectLst/>
          </p:spPr>
          <p:txBody>
            <a:bodyPr wrap="square" lIns="38100" tIns="38100" rIns="38100" bIns="38100" numCol="1" anchor="ctr">
              <a:noAutofit/>
            </a:bodyPr>
            <a:lstStyle/>
            <a:p>
              <a:pPr>
                <a:lnSpc>
                  <a:spcPct val="130000"/>
                </a:lnSpc>
                <a:defRPr sz="3100" b="1">
                  <a:latin typeface="Kontrapunkt Bob Bold"/>
                  <a:ea typeface="Kontrapunkt Bob Bold"/>
                  <a:cs typeface="Kontrapunkt Bob Bold"/>
                  <a:sym typeface="Kontrapunkt Bob Bold"/>
                </a:defRPr>
              </a:pPr>
              <a:endParaRPr sz="3100" b="1" kern="0" dirty="0">
                <a:solidFill>
                  <a:schemeClr val="tx1">
                    <a:lumMod val="75000"/>
                    <a:lumOff val="25000"/>
                  </a:schemeClr>
                </a:solidFill>
                <a:latin typeface="微软雅黑" panose="020B0503020204020204" pitchFamily="34" charset="-122"/>
                <a:ea typeface="微软雅黑" panose="020B0503020204020204" pitchFamily="34" charset="-122"/>
                <a:cs typeface="Kontrapunkt Bob Bold"/>
                <a:sym typeface="思源黑体 CN Regular" panose="020B0500000000000000" pitchFamily="34" charset="-122"/>
              </a:endParaRPr>
            </a:p>
          </p:txBody>
        </p:sp>
        <p:sp>
          <p:nvSpPr>
            <p:cNvPr id="30" name="Shape 706"/>
            <p:cNvSpPr/>
            <p:nvPr/>
          </p:nvSpPr>
          <p:spPr>
            <a:xfrm>
              <a:off x="9599679" y="1617099"/>
              <a:ext cx="815974" cy="81597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a:outerShdw blurRad="190500" dist="38100" dir="2700000" algn="tl" rotWithShape="0">
                <a:prstClr val="black">
                  <a:alpha val="20000"/>
                </a:prstClr>
              </a:outerShdw>
            </a:effectLst>
          </p:spPr>
          <p:txBody>
            <a:bodyPr wrap="square" lIns="50800" tIns="50800" rIns="50800" bIns="50800" numCol="1" anchor="ctr">
              <a:noAutofit/>
            </a:bodyPr>
            <a:lstStyle/>
            <a:p>
              <a:pPr>
                <a:lnSpc>
                  <a:spcPct val="130000"/>
                </a:lnSpc>
                <a:defRPr sz="3200">
                  <a:solidFill>
                    <a:srgbClr val="FFFFFF"/>
                  </a:solidFill>
                  <a:latin typeface="+mn-lt"/>
                  <a:ea typeface="+mn-ea"/>
                  <a:cs typeface="+mn-cs"/>
                  <a:sym typeface="Helvetica Light"/>
                </a:defRPr>
              </a:pPr>
              <a:endParaRPr sz="3200" kern="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31" name="Shape 707"/>
            <p:cNvSpPr/>
            <p:nvPr/>
          </p:nvSpPr>
          <p:spPr>
            <a:xfrm>
              <a:off x="9847682" y="1851242"/>
              <a:ext cx="319966" cy="334851"/>
            </a:xfrm>
            <a:custGeom>
              <a:avLst/>
              <a:gdLst/>
              <a:ahLst/>
              <a:cxnLst>
                <a:cxn ang="0">
                  <a:pos x="wd2" y="hd2"/>
                </a:cxn>
                <a:cxn ang="5400000">
                  <a:pos x="wd2" y="hd2"/>
                </a:cxn>
                <a:cxn ang="10800000">
                  <a:pos x="wd2" y="hd2"/>
                </a:cxn>
                <a:cxn ang="16200000">
                  <a:pos x="wd2" y="hd2"/>
                </a:cxn>
              </a:cxnLst>
              <a:rect l="0" t="0" r="r" b="b"/>
              <a:pathLst>
                <a:path w="20781" h="20933" extrusionOk="0">
                  <a:moveTo>
                    <a:pt x="18450" y="13962"/>
                  </a:moveTo>
                  <a:cubicBezTo>
                    <a:pt x="18104" y="14098"/>
                    <a:pt x="15778" y="12331"/>
                    <a:pt x="14291" y="9001"/>
                  </a:cubicBezTo>
                  <a:cubicBezTo>
                    <a:pt x="12804" y="5669"/>
                    <a:pt x="12992" y="2625"/>
                    <a:pt x="13337" y="2491"/>
                  </a:cubicBezTo>
                  <a:cubicBezTo>
                    <a:pt x="13683" y="2355"/>
                    <a:pt x="15952" y="4486"/>
                    <a:pt x="17438" y="7816"/>
                  </a:cubicBezTo>
                  <a:cubicBezTo>
                    <a:pt x="18925" y="11146"/>
                    <a:pt x="18797" y="13826"/>
                    <a:pt x="18450" y="13962"/>
                  </a:cubicBezTo>
                  <a:close/>
                  <a:moveTo>
                    <a:pt x="19117" y="7012"/>
                  </a:moveTo>
                  <a:cubicBezTo>
                    <a:pt x="17204" y="2727"/>
                    <a:pt x="14125" y="-537"/>
                    <a:pt x="12567" y="74"/>
                  </a:cubicBezTo>
                  <a:cubicBezTo>
                    <a:pt x="9922" y="1108"/>
                    <a:pt x="14143" y="6078"/>
                    <a:pt x="1154" y="11160"/>
                  </a:cubicBezTo>
                  <a:cubicBezTo>
                    <a:pt x="32" y="11600"/>
                    <a:pt x="-253" y="13356"/>
                    <a:pt x="217" y="14406"/>
                  </a:cubicBezTo>
                  <a:cubicBezTo>
                    <a:pt x="685" y="15456"/>
                    <a:pt x="2220" y="16502"/>
                    <a:pt x="3342" y="16062"/>
                  </a:cubicBezTo>
                  <a:cubicBezTo>
                    <a:pt x="3537" y="15987"/>
                    <a:pt x="4250" y="15766"/>
                    <a:pt x="4250" y="15766"/>
                  </a:cubicBezTo>
                  <a:cubicBezTo>
                    <a:pt x="5051" y="16802"/>
                    <a:pt x="5889" y="16187"/>
                    <a:pt x="6186" y="16845"/>
                  </a:cubicBezTo>
                  <a:cubicBezTo>
                    <a:pt x="6544" y="17635"/>
                    <a:pt x="7322" y="19353"/>
                    <a:pt x="7586" y="19939"/>
                  </a:cubicBezTo>
                  <a:cubicBezTo>
                    <a:pt x="7850" y="20522"/>
                    <a:pt x="8450" y="21063"/>
                    <a:pt x="8885" y="20905"/>
                  </a:cubicBezTo>
                  <a:cubicBezTo>
                    <a:pt x="9318" y="20745"/>
                    <a:pt x="10797" y="20203"/>
                    <a:pt x="11362" y="19997"/>
                  </a:cubicBezTo>
                  <a:cubicBezTo>
                    <a:pt x="11927" y="19790"/>
                    <a:pt x="12062" y="19306"/>
                    <a:pt x="11889" y="18922"/>
                  </a:cubicBezTo>
                  <a:cubicBezTo>
                    <a:pt x="11703" y="18510"/>
                    <a:pt x="10939" y="18390"/>
                    <a:pt x="10721" y="17908"/>
                  </a:cubicBezTo>
                  <a:cubicBezTo>
                    <a:pt x="10503" y="17428"/>
                    <a:pt x="9791" y="15886"/>
                    <a:pt x="9586" y="15400"/>
                  </a:cubicBezTo>
                  <a:cubicBezTo>
                    <a:pt x="9308" y="14739"/>
                    <a:pt x="9899" y="14201"/>
                    <a:pt x="10759" y="14116"/>
                  </a:cubicBezTo>
                  <a:cubicBezTo>
                    <a:pt x="16671" y="13522"/>
                    <a:pt x="17775" y="17037"/>
                    <a:pt x="19789" y="16249"/>
                  </a:cubicBezTo>
                  <a:cubicBezTo>
                    <a:pt x="21347" y="15640"/>
                    <a:pt x="21030" y="11296"/>
                    <a:pt x="19117" y="7012"/>
                  </a:cubicBezTo>
                  <a:close/>
                </a:path>
              </a:pathLst>
            </a:custGeom>
            <a:solidFill>
              <a:srgbClr val="FFFFFF"/>
            </a:solidFill>
            <a:ln w="12700" cap="flat">
              <a:noFill/>
              <a:miter lim="400000"/>
            </a:ln>
            <a:effectLst/>
          </p:spPr>
          <p:txBody>
            <a:bodyPr wrap="square" lIns="38100" tIns="38100" rIns="38100" bIns="38100" numCol="1" anchor="ctr">
              <a:noAutofit/>
            </a:bodyPr>
            <a:lstStyle/>
            <a:p>
              <a:pPr>
                <a:lnSpc>
                  <a:spcPct val="130000"/>
                </a:lnSpc>
                <a:defRPr sz="3100" b="1">
                  <a:latin typeface="Kontrapunkt Bob Bold"/>
                  <a:ea typeface="Kontrapunkt Bob Bold"/>
                  <a:cs typeface="Kontrapunkt Bob Bold"/>
                  <a:sym typeface="Kontrapunkt Bob Bold"/>
                </a:defRPr>
              </a:pPr>
              <a:endParaRPr sz="3100" b="1" kern="0" dirty="0">
                <a:solidFill>
                  <a:schemeClr val="tx1">
                    <a:lumMod val="75000"/>
                    <a:lumOff val="25000"/>
                  </a:schemeClr>
                </a:solidFill>
                <a:latin typeface="微软雅黑" panose="020B0503020204020204" pitchFamily="34" charset="-122"/>
                <a:ea typeface="微软雅黑" panose="020B0503020204020204" pitchFamily="34" charset="-122"/>
                <a:cs typeface="Kontrapunkt Bob Bold"/>
                <a:sym typeface="思源黑体 CN Regular" panose="020B0500000000000000" pitchFamily="34" charset="-122"/>
              </a:endParaRPr>
            </a:p>
          </p:txBody>
        </p:sp>
        <p:sp>
          <p:nvSpPr>
            <p:cNvPr id="32" name="Text Placeholder 2"/>
            <p:cNvSpPr txBox="1"/>
            <p:nvPr/>
          </p:nvSpPr>
          <p:spPr>
            <a:xfrm>
              <a:off x="1278252" y="2632966"/>
              <a:ext cx="1842887" cy="313210"/>
            </a:xfrm>
            <a:prstGeom prst="rect">
              <a:avLst/>
            </a:prstGeom>
            <a:noFill/>
            <a:effectLst/>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600" b="0" kern="1200" baseline="0">
                  <a:solidFill>
                    <a:schemeClr val="accent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30000"/>
                </a:lnSpc>
                <a:spcBef>
                  <a:spcPct val="0"/>
                </a:spcBef>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endParaRPr lang="en-GB"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33" name="Text Placeholder 2"/>
            <p:cNvSpPr txBox="1"/>
            <p:nvPr/>
          </p:nvSpPr>
          <p:spPr>
            <a:xfrm>
              <a:off x="3858949" y="2632966"/>
              <a:ext cx="1842887" cy="313210"/>
            </a:xfrm>
            <a:prstGeom prst="rect">
              <a:avLst/>
            </a:prstGeom>
            <a:noFill/>
            <a:effectLst/>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600" b="0" kern="1200" baseline="0">
                  <a:solidFill>
                    <a:schemeClr val="accent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30000"/>
                </a:lnSpc>
                <a:spcBef>
                  <a:spcPct val="0"/>
                </a:spcBef>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34" name="Text Placeholder 2"/>
            <p:cNvSpPr txBox="1"/>
            <p:nvPr/>
          </p:nvSpPr>
          <p:spPr>
            <a:xfrm>
              <a:off x="6490163" y="2632966"/>
              <a:ext cx="1842887" cy="313210"/>
            </a:xfrm>
            <a:prstGeom prst="rect">
              <a:avLst/>
            </a:prstGeom>
            <a:noFill/>
            <a:effectLst/>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600" b="0" kern="1200" baseline="0">
                  <a:solidFill>
                    <a:schemeClr val="accent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30000"/>
                </a:lnSpc>
                <a:spcBef>
                  <a:spcPct val="0"/>
                </a:spcBef>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35" name="Text Placeholder 2"/>
            <p:cNvSpPr txBox="1"/>
            <p:nvPr/>
          </p:nvSpPr>
          <p:spPr>
            <a:xfrm>
              <a:off x="9070860" y="2632966"/>
              <a:ext cx="1842887" cy="313210"/>
            </a:xfrm>
            <a:prstGeom prst="rect">
              <a:avLst/>
            </a:prstGeom>
            <a:noFill/>
            <a:effectLst/>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600" b="0" kern="1200" baseline="0">
                  <a:solidFill>
                    <a:schemeClr val="accent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30000"/>
                </a:lnSpc>
                <a:spcBef>
                  <a:spcPct val="0"/>
                </a:spcBef>
              </a:pPr>
              <a:r>
                <a:rPr lang="zh-CN" altLang="en-US"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rPr>
                <a:t>添加标题</a:t>
              </a:r>
              <a:endParaRPr lang="en-GB" altLang="zh-CN" sz="2000" dirty="0">
                <a:solidFill>
                  <a:schemeClr val="tx1">
                    <a:lumMod val="75000"/>
                    <a:lumOff val="25000"/>
                  </a:schemeClr>
                </a:solidFill>
                <a:latin typeface="思源宋体 CN Heavy" panose="02020900000000000000" pitchFamily="18" charset="-122"/>
                <a:ea typeface="思源宋体 CN Heavy" panose="02020900000000000000" pitchFamily="18" charset="-122"/>
                <a:sym typeface="思源黑体 CN Regular" panose="020B0500000000000000" pitchFamily="34" charset="-122"/>
              </a:endParaRPr>
            </a:p>
          </p:txBody>
        </p:sp>
        <p:sp>
          <p:nvSpPr>
            <p:cNvPr id="36" name="文本框 35"/>
            <p:cNvSpPr txBox="1"/>
            <p:nvPr/>
          </p:nvSpPr>
          <p:spPr>
            <a:xfrm>
              <a:off x="1201089" y="2946176"/>
              <a:ext cx="1997213" cy="793038"/>
            </a:xfrm>
            <a:prstGeom prst="rect">
              <a:avLst/>
            </a:prstGeom>
            <a:noFill/>
            <a:effectLst/>
          </p:spPr>
          <p:txBody>
            <a:bodyPr wrap="square" rtlCol="0">
              <a:spAutoFit/>
            </a:bodyPr>
            <a:lstStyle/>
            <a:p>
              <a:pPr algn="ct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37" name="文本框 36"/>
            <p:cNvSpPr txBox="1"/>
            <p:nvPr/>
          </p:nvSpPr>
          <p:spPr>
            <a:xfrm>
              <a:off x="3803780" y="2946176"/>
              <a:ext cx="1997213" cy="793038"/>
            </a:xfrm>
            <a:prstGeom prst="rect">
              <a:avLst/>
            </a:prstGeom>
            <a:noFill/>
            <a:effectLst/>
          </p:spPr>
          <p:txBody>
            <a:bodyPr wrap="square" rtlCol="0">
              <a:spAutoFit/>
            </a:bodyPr>
            <a:lstStyle/>
            <a:p>
              <a:pPr algn="ct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38" name="文本框 37"/>
            <p:cNvSpPr txBox="1"/>
            <p:nvPr/>
          </p:nvSpPr>
          <p:spPr>
            <a:xfrm>
              <a:off x="6412999" y="2946176"/>
              <a:ext cx="1997213" cy="793038"/>
            </a:xfrm>
            <a:prstGeom prst="rect">
              <a:avLst/>
            </a:prstGeom>
            <a:noFill/>
            <a:effectLst/>
          </p:spPr>
          <p:txBody>
            <a:bodyPr wrap="square" rtlCol="0">
              <a:spAutoFit/>
            </a:bodyPr>
            <a:lstStyle/>
            <a:p>
              <a:pPr algn="ct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42" name="文本框 41"/>
            <p:cNvSpPr txBox="1"/>
            <p:nvPr/>
          </p:nvSpPr>
          <p:spPr>
            <a:xfrm>
              <a:off x="8993696" y="2946176"/>
              <a:ext cx="1997213" cy="793038"/>
            </a:xfrm>
            <a:prstGeom prst="rect">
              <a:avLst/>
            </a:prstGeom>
            <a:noFill/>
            <a:effectLst/>
          </p:spPr>
          <p:txBody>
            <a:bodyPr wrap="square" rtlCol="0">
              <a:spAutoFit/>
            </a:bodyPr>
            <a:lstStyle/>
            <a:p>
              <a:pPr algn="ctr">
                <a:lnSpc>
                  <a:spcPct val="13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rPr>
                <a:t>请在此添加文字说明请在此添加文字说明请在此添加文字说明</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思源黑体 CN Regular" panose="020B0500000000000000" pitchFamily="34" charset="-122"/>
              </a:endParaRPr>
            </a:p>
          </p:txBody>
        </p:sp>
      </p:grpSp>
      <p:grpSp>
        <p:nvGrpSpPr>
          <p:cNvPr id="39" name="组合 38"/>
          <p:cNvGrpSpPr/>
          <p:nvPr/>
        </p:nvGrpSpPr>
        <p:grpSpPr>
          <a:xfrm>
            <a:off x="22101" y="3587"/>
            <a:ext cx="12192313" cy="6854413"/>
            <a:chOff x="22101" y="3587"/>
            <a:chExt cx="12192313" cy="6854413"/>
          </a:xfrm>
        </p:grpSpPr>
        <p:pic>
          <p:nvPicPr>
            <p:cNvPr id="40" name="图片 39"/>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a:off x="22101" y="3587"/>
              <a:ext cx="2022217" cy="1083786"/>
            </a:xfrm>
            <a:prstGeom prst="rect">
              <a:avLst/>
            </a:prstGeom>
          </p:spPr>
        </p:pic>
        <p:pic>
          <p:nvPicPr>
            <p:cNvPr id="41" name="图片 40"/>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flipH="1" flipV="1">
              <a:off x="10192197" y="5774214"/>
              <a:ext cx="2022217" cy="1083786"/>
            </a:xfrm>
            <a:prstGeom prst="rect">
              <a:avLst/>
            </a:prstGeom>
          </p:spPr>
        </p:pic>
        <p:sp>
          <p:nvSpPr>
            <p:cNvPr id="43" name="ïSļiḓé"/>
            <p:cNvSpPr txBox="1"/>
            <p:nvPr/>
          </p:nvSpPr>
          <p:spPr>
            <a:xfrm>
              <a:off x="1033209" y="489898"/>
              <a:ext cx="2995946" cy="523220"/>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800" dirty="0">
                  <a:solidFill>
                    <a:schemeClr val="tx1"/>
                  </a:solidFill>
                  <a:effectLst/>
                  <a:latin typeface="思源宋体 CN Heavy" panose="02020900000000000000" pitchFamily="18" charset="-122"/>
                  <a:ea typeface="思源宋体 CN Heavy" panose="02020900000000000000" pitchFamily="18" charset="-122"/>
                </a:rPr>
                <a:t>论文成果运用</a:t>
              </a:r>
            </a:p>
          </p:txBody>
        </p:sp>
      </p:gr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6859942" y="1917024"/>
            <a:ext cx="2444043" cy="422552"/>
          </a:xfrm>
          <a:prstGeom prst="rect">
            <a:avLst/>
          </a:prstGeom>
          <a:noFill/>
        </p:spPr>
        <p:txBody>
          <a:bodyPr wrap="square">
            <a:spAutoFit/>
          </a:bodyPr>
          <a:lstStyle>
            <a:defPPr>
              <a:defRPr lang="zh-CN"/>
            </a:defPPr>
            <a:lvl1pPr algn="ctr">
              <a:lnSpc>
                <a:spcPct val="150000"/>
              </a:lnSpc>
              <a:defRPr sz="1400">
                <a:gradFill>
                  <a:gsLst>
                    <a:gs pos="0">
                      <a:srgbClr val="08AEEA"/>
                    </a:gs>
                    <a:gs pos="100000">
                      <a:srgbClr val="2AF598"/>
                    </a:gs>
                  </a:gsLst>
                  <a:lin ang="2700000" scaled="0"/>
                </a:gradFill>
                <a:latin typeface="微软雅黑" panose="020B0503020204020204" pitchFamily="34" charset="-122"/>
                <a:ea typeface="微软雅黑" panose="020B0503020204020204" pitchFamily="34" charset="-122"/>
              </a:defRPr>
            </a:lvl1pPr>
          </a:lstStyle>
          <a:p>
            <a:pPr algn="l">
              <a:lnSpc>
                <a:spcPct val="130000"/>
              </a:lnSpc>
            </a:pPr>
            <a:r>
              <a:rPr lang="zh-CN" altLang="en-US" sz="1800" dirty="0">
                <a:solidFill>
                  <a:schemeClr val="tx1">
                    <a:lumMod val="75000"/>
                    <a:lumOff val="25000"/>
                  </a:schemeClr>
                </a:solidFill>
                <a:latin typeface="思源宋体 CN Heavy" panose="02020900000000000000" pitchFamily="18" charset="-122"/>
                <a:ea typeface="思源宋体 CN Heavy" panose="02020900000000000000" pitchFamily="18" charset="-122"/>
                <a:cs typeface="Aharoni" panose="02010803020104030203" pitchFamily="2" charset="-79"/>
                <a:sym typeface="思源黑体 CN Regular" panose="020B0500000000000000" pitchFamily="34" charset="-122"/>
              </a:rPr>
              <a:t>点击添加标题</a:t>
            </a:r>
          </a:p>
        </p:txBody>
      </p:sp>
      <p:sp>
        <p:nvSpPr>
          <p:cNvPr id="2" name="文本框 36"/>
          <p:cNvSpPr txBox="1"/>
          <p:nvPr/>
        </p:nvSpPr>
        <p:spPr bwMode="auto">
          <a:xfrm>
            <a:off x="6872605" y="2318385"/>
            <a:ext cx="4321175" cy="1492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l">
              <a:lnSpc>
                <a:spcPct val="130000"/>
              </a:lnSpc>
              <a:buFont typeface="Arial" panose="020B0604020202020204" pitchFamily="34" charset="0"/>
              <a:buChar char="•"/>
            </a:pPr>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阿里巴巴普惠体" panose="00020600040101010101" pitchFamily="18" charset="-122"/>
                <a:sym typeface="思源黑体 CN Regular" panose="020B0500000000000000" pitchFamily="34" charset="-122"/>
              </a:rPr>
              <a:t>您的内容打在这里，或者通过复制您的文本后在此框中选择粘您的内容打在这里，或者通过复制您的文本后在此框中选择粘贴并选择只保留文字贴并选择只保留文字</a:t>
            </a:r>
          </a:p>
          <a:p>
            <a:pPr marL="171450" indent="-171450" algn="l">
              <a:lnSpc>
                <a:spcPct val="130000"/>
              </a:lnSpc>
              <a:buFont typeface="Arial" panose="020B0604020202020204" pitchFamily="34" charset="0"/>
              <a:buChar char="•"/>
            </a:pPr>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阿里巴巴普惠体" panose="00020600040101010101" pitchFamily="18" charset="-122"/>
                <a:sym typeface="思源黑体 CN Regular" panose="020B0500000000000000" pitchFamily="34" charset="-122"/>
              </a:rPr>
              <a:t>您的内容打在这里，或者通过复制您的文本后在此框中选择粘您的内容打在这里，或者通过复制您</a:t>
            </a:r>
            <a:endParaRPr lang="en-US" altLang="zh-CN" sz="1000" dirty="0">
              <a:solidFill>
                <a:schemeClr val="bg1">
                  <a:lumMod val="50000"/>
                </a:schemeClr>
              </a:solidFill>
              <a:latin typeface="微软雅黑" panose="020B0503020204020204" pitchFamily="34" charset="-122"/>
              <a:ea typeface="微软雅黑" panose="020B0503020204020204" pitchFamily="34" charset="-122"/>
              <a:cs typeface="+mn-ea"/>
              <a:sym typeface="思源黑体 CN Regular" panose="020B0500000000000000" pitchFamily="34" charset="-122"/>
            </a:endParaRPr>
          </a:p>
        </p:txBody>
      </p:sp>
      <p:sp>
        <p:nvSpPr>
          <p:cNvPr id="10" name="椭圆 9"/>
          <p:cNvSpPr/>
          <p:nvPr/>
        </p:nvSpPr>
        <p:spPr>
          <a:xfrm>
            <a:off x="6972935" y="4160838"/>
            <a:ext cx="1041400" cy="1041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2" name="椭圆 11"/>
          <p:cNvSpPr/>
          <p:nvPr/>
        </p:nvSpPr>
        <p:spPr>
          <a:xfrm>
            <a:off x="8490585" y="4160203"/>
            <a:ext cx="1041400" cy="1041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4" name="椭圆 13"/>
          <p:cNvSpPr/>
          <p:nvPr/>
        </p:nvSpPr>
        <p:spPr>
          <a:xfrm>
            <a:off x="9951085" y="4159568"/>
            <a:ext cx="1041400" cy="10414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微软雅黑" panose="020B0503020204020204" pitchFamily="34" charset="-122"/>
              <a:ea typeface="微软雅黑" panose="020B0503020204020204" pitchFamily="34" charset="-122"/>
              <a:sym typeface="思源黑体 CN Regular" panose="020B0500000000000000" pitchFamily="34" charset="-122"/>
            </a:endParaRPr>
          </a:p>
        </p:txBody>
      </p:sp>
      <p:sp>
        <p:nvSpPr>
          <p:cNvPr id="15" name="文本框 14"/>
          <p:cNvSpPr txBox="1"/>
          <p:nvPr/>
        </p:nvSpPr>
        <p:spPr>
          <a:xfrm>
            <a:off x="6860897" y="5312410"/>
            <a:ext cx="1210588" cy="276101"/>
          </a:xfrm>
          <a:prstGeom prst="rect">
            <a:avLst/>
          </a:prstGeom>
          <a:noFill/>
        </p:spPr>
        <p:txBody>
          <a:bodyPr wrap="none" rtlCol="0">
            <a:spAutoFit/>
          </a:bodyPr>
          <a:lstStyle/>
          <a:p>
            <a:pPr algn="r">
              <a:lnSpc>
                <a:spcPct val="130000"/>
              </a:lnSpc>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CN Regular" panose="020B0500000000000000" pitchFamily="34" charset="-122"/>
              </a:rPr>
              <a:t>添加您的文字内容</a:t>
            </a:r>
          </a:p>
        </p:txBody>
      </p:sp>
      <p:sp>
        <p:nvSpPr>
          <p:cNvPr id="16" name="文本框 15"/>
          <p:cNvSpPr txBox="1"/>
          <p:nvPr/>
        </p:nvSpPr>
        <p:spPr>
          <a:xfrm>
            <a:off x="8422362" y="5312410"/>
            <a:ext cx="1210588" cy="276101"/>
          </a:xfrm>
          <a:prstGeom prst="rect">
            <a:avLst/>
          </a:prstGeom>
          <a:noFill/>
        </p:spPr>
        <p:txBody>
          <a:bodyPr wrap="none" rtlCol="0">
            <a:spAutoFit/>
          </a:bodyPr>
          <a:lstStyle/>
          <a:p>
            <a:pPr algn="r">
              <a:lnSpc>
                <a:spcPct val="130000"/>
              </a:lnSpc>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CN Regular" panose="020B0500000000000000" pitchFamily="34" charset="-122"/>
              </a:rPr>
              <a:t>添加您的文字内容</a:t>
            </a:r>
          </a:p>
        </p:txBody>
      </p:sp>
      <p:sp>
        <p:nvSpPr>
          <p:cNvPr id="17" name="文本框 16"/>
          <p:cNvSpPr txBox="1"/>
          <p:nvPr/>
        </p:nvSpPr>
        <p:spPr>
          <a:xfrm>
            <a:off x="9860637" y="5312410"/>
            <a:ext cx="1210588" cy="276101"/>
          </a:xfrm>
          <a:prstGeom prst="rect">
            <a:avLst/>
          </a:prstGeom>
          <a:noFill/>
        </p:spPr>
        <p:txBody>
          <a:bodyPr wrap="none" rtlCol="0">
            <a:spAutoFit/>
          </a:bodyPr>
          <a:lstStyle/>
          <a:p>
            <a:pPr algn="r">
              <a:lnSpc>
                <a:spcPct val="130000"/>
              </a:lnSpc>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思源黑体 CN Regular" panose="020B0500000000000000" pitchFamily="34" charset="-122"/>
              </a:rPr>
              <a:t>添加您的文字内容</a:t>
            </a:r>
          </a:p>
        </p:txBody>
      </p:sp>
      <p:sp>
        <p:nvSpPr>
          <p:cNvPr id="18" name="文本框 17"/>
          <p:cNvSpPr txBox="1"/>
          <p:nvPr/>
        </p:nvSpPr>
        <p:spPr>
          <a:xfrm>
            <a:off x="7003415" y="4404995"/>
            <a:ext cx="980440" cy="643702"/>
          </a:xfrm>
          <a:prstGeom prst="rect">
            <a:avLst/>
          </a:prstGeom>
          <a:noFill/>
        </p:spPr>
        <p:txBody>
          <a:bodyPr wrap="square" rtlCol="0">
            <a:spAutoFit/>
          </a:bodyPr>
          <a:lstStyle/>
          <a:p>
            <a:pPr>
              <a:lnSpc>
                <a:spcPct val="130000"/>
              </a:lnSpc>
            </a:pPr>
            <a:r>
              <a:rPr lang="en-US" altLang="zh-CN" sz="3000" dirty="0">
                <a:solidFill>
                  <a:schemeClr val="bg1"/>
                </a:solidFill>
                <a:latin typeface="微软雅黑" panose="020B0503020204020204" pitchFamily="34" charset="-122"/>
                <a:ea typeface="微软雅黑" panose="020B0503020204020204" pitchFamily="34" charset="-122"/>
                <a:cs typeface="DIN Black" charset="0"/>
                <a:sym typeface="思源黑体 CN Regular" panose="020B0500000000000000" pitchFamily="34" charset="-122"/>
              </a:rPr>
              <a:t>60%</a:t>
            </a:r>
          </a:p>
        </p:txBody>
      </p:sp>
      <p:sp>
        <p:nvSpPr>
          <p:cNvPr id="19" name="文本框 18"/>
          <p:cNvSpPr txBox="1"/>
          <p:nvPr/>
        </p:nvSpPr>
        <p:spPr>
          <a:xfrm>
            <a:off x="8521065" y="4404360"/>
            <a:ext cx="980440" cy="643702"/>
          </a:xfrm>
          <a:prstGeom prst="rect">
            <a:avLst/>
          </a:prstGeom>
          <a:noFill/>
        </p:spPr>
        <p:txBody>
          <a:bodyPr wrap="square" rtlCol="0">
            <a:spAutoFit/>
          </a:bodyPr>
          <a:lstStyle/>
          <a:p>
            <a:pPr>
              <a:lnSpc>
                <a:spcPct val="130000"/>
              </a:lnSpc>
            </a:pPr>
            <a:r>
              <a:rPr lang="en-US" altLang="zh-CN" sz="3000" dirty="0">
                <a:solidFill>
                  <a:schemeClr val="bg1"/>
                </a:solidFill>
                <a:latin typeface="微软雅黑" panose="020B0503020204020204" pitchFamily="34" charset="-122"/>
                <a:ea typeface="微软雅黑" panose="020B0503020204020204" pitchFamily="34" charset="-122"/>
                <a:cs typeface="DIN Black" charset="0"/>
                <a:sym typeface="思源黑体 CN Regular" panose="020B0500000000000000" pitchFamily="34" charset="-122"/>
              </a:rPr>
              <a:t>60%</a:t>
            </a:r>
          </a:p>
        </p:txBody>
      </p:sp>
      <p:sp>
        <p:nvSpPr>
          <p:cNvPr id="20" name="文本框 19"/>
          <p:cNvSpPr txBox="1"/>
          <p:nvPr/>
        </p:nvSpPr>
        <p:spPr>
          <a:xfrm>
            <a:off x="9981565" y="4403725"/>
            <a:ext cx="980440" cy="643702"/>
          </a:xfrm>
          <a:prstGeom prst="rect">
            <a:avLst/>
          </a:prstGeom>
          <a:noFill/>
        </p:spPr>
        <p:txBody>
          <a:bodyPr wrap="square" rtlCol="0">
            <a:spAutoFit/>
          </a:bodyPr>
          <a:lstStyle/>
          <a:p>
            <a:pPr>
              <a:lnSpc>
                <a:spcPct val="130000"/>
              </a:lnSpc>
            </a:pPr>
            <a:r>
              <a:rPr lang="en-US" altLang="zh-CN" sz="3000" dirty="0">
                <a:solidFill>
                  <a:schemeClr val="bg1"/>
                </a:solidFill>
                <a:latin typeface="微软雅黑" panose="020B0503020204020204" pitchFamily="34" charset="-122"/>
                <a:ea typeface="微软雅黑" panose="020B0503020204020204" pitchFamily="34" charset="-122"/>
                <a:cs typeface="DIN Black" charset="0"/>
                <a:sym typeface="思源黑体 CN Regular" panose="020B0500000000000000" pitchFamily="34" charset="-122"/>
              </a:rPr>
              <a:t>60%</a:t>
            </a:r>
          </a:p>
        </p:txBody>
      </p:sp>
      <p:graphicFrame>
        <p:nvGraphicFramePr>
          <p:cNvPr id="55" name="图表 54"/>
          <p:cNvGraphicFramePr/>
          <p:nvPr/>
        </p:nvGraphicFramePr>
        <p:xfrm>
          <a:off x="1200150" y="1967865"/>
          <a:ext cx="4804410" cy="3603625"/>
        </p:xfrm>
        <a:graphic>
          <a:graphicData uri="http://schemas.openxmlformats.org/drawingml/2006/chart">
            <c:chart xmlns:c="http://schemas.openxmlformats.org/drawingml/2006/chart" xmlns:r="http://schemas.openxmlformats.org/officeDocument/2006/relationships" r:id="rId3"/>
          </a:graphicData>
        </a:graphic>
      </p:graphicFrame>
      <p:grpSp>
        <p:nvGrpSpPr>
          <p:cNvPr id="7" name="组合 6"/>
          <p:cNvGrpSpPr/>
          <p:nvPr/>
        </p:nvGrpSpPr>
        <p:grpSpPr>
          <a:xfrm>
            <a:off x="22101" y="3587"/>
            <a:ext cx="12192313" cy="6854413"/>
            <a:chOff x="22101" y="3587"/>
            <a:chExt cx="12192313" cy="6854413"/>
          </a:xfrm>
        </p:grpSpPr>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rcRect r="46593" b="59420"/>
            <a:stretch>
              <a:fillRect/>
            </a:stretch>
          </p:blipFill>
          <p:spPr>
            <a:xfrm>
              <a:off x="22101" y="3587"/>
              <a:ext cx="2022217" cy="1083786"/>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rcRect r="46593" b="59420"/>
            <a:stretch>
              <a:fillRect/>
            </a:stretch>
          </p:blipFill>
          <p:spPr>
            <a:xfrm flipH="1" flipV="1">
              <a:off x="10192197" y="5774214"/>
              <a:ext cx="2022217" cy="1083786"/>
            </a:xfrm>
            <a:prstGeom prst="rect">
              <a:avLst/>
            </a:prstGeom>
          </p:spPr>
        </p:pic>
        <p:sp>
          <p:nvSpPr>
            <p:cNvPr id="11" name="ïSļiḓé"/>
            <p:cNvSpPr txBox="1"/>
            <p:nvPr/>
          </p:nvSpPr>
          <p:spPr>
            <a:xfrm>
              <a:off x="1033209" y="489898"/>
              <a:ext cx="2995946" cy="523220"/>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800" dirty="0">
                  <a:solidFill>
                    <a:schemeClr val="tx1"/>
                  </a:solidFill>
                  <a:effectLst/>
                  <a:latin typeface="思源宋体 CN Heavy" panose="02020900000000000000" pitchFamily="18" charset="-122"/>
                  <a:ea typeface="思源宋体 CN Heavy" panose="02020900000000000000" pitchFamily="18" charset="-122"/>
                </a:rPr>
                <a:t>论文成果运用</a:t>
              </a:r>
            </a:p>
          </p:txBody>
        </p:sp>
      </p:grpSp>
    </p:spTree>
  </p:cSld>
  <p:clrMapOvr>
    <a:masterClrMapping/>
  </p:clrMapOvr>
  <p:transition spd="slow" advClick="0" advTm="200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ppt_x"/>
                                          </p:val>
                                        </p:tav>
                                        <p:tav tm="100000">
                                          <p:val>
                                            <p:strVal val="#ppt_x"/>
                                          </p:val>
                                        </p:tav>
                                      </p:tavLst>
                                    </p:anim>
                                    <p:anim calcmode="lin" valueType="num">
                                      <p:cBhvr additive="base">
                                        <p:cTn id="1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ppt_x"/>
                                          </p:val>
                                        </p:tav>
                                        <p:tav tm="100000">
                                          <p:val>
                                            <p:strVal val="#ppt_x"/>
                                          </p:val>
                                        </p:tav>
                                      </p:tavLst>
                                    </p:anim>
                                    <p:anim calcmode="lin" valueType="num">
                                      <p:cBhvr additive="base">
                                        <p:cTn id="2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ppt_x"/>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ppt_x"/>
                                          </p:val>
                                        </p:tav>
                                        <p:tav tm="100000">
                                          <p:val>
                                            <p:strVal val="#ppt_x"/>
                                          </p:val>
                                        </p:tav>
                                      </p:tavLst>
                                    </p:anim>
                                    <p:anim calcmode="lin" valueType="num">
                                      <p:cBhvr additive="base">
                                        <p:cTn id="4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anim calcmode="lin" valueType="num">
                                      <p:cBhvr additive="base">
                                        <p:cTn id="54" dur="500" fill="hold"/>
                                        <p:tgtEl>
                                          <p:spTgt spid="18"/>
                                        </p:tgtEl>
                                        <p:attrNameLst>
                                          <p:attrName>ppt_x</p:attrName>
                                        </p:attrNameLst>
                                      </p:cBhvr>
                                      <p:tavLst>
                                        <p:tav tm="0">
                                          <p:val>
                                            <p:strVal val="#ppt_x"/>
                                          </p:val>
                                        </p:tav>
                                        <p:tav tm="100000">
                                          <p:val>
                                            <p:strVal val="#ppt_x"/>
                                          </p:val>
                                        </p:tav>
                                      </p:tavLst>
                                    </p:anim>
                                    <p:anim calcmode="lin" valueType="num">
                                      <p:cBhvr additive="base">
                                        <p:cTn id="55"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 calcmode="lin" valueType="num">
                                      <p:cBhvr additive="base">
                                        <p:cTn id="60" dur="500" fill="hold"/>
                                        <p:tgtEl>
                                          <p:spTgt spid="19"/>
                                        </p:tgtEl>
                                        <p:attrNameLst>
                                          <p:attrName>ppt_x</p:attrName>
                                        </p:attrNameLst>
                                      </p:cBhvr>
                                      <p:tavLst>
                                        <p:tav tm="0">
                                          <p:val>
                                            <p:strVal val="#ppt_x"/>
                                          </p:val>
                                        </p:tav>
                                        <p:tav tm="100000">
                                          <p:val>
                                            <p:strVal val="#ppt_x"/>
                                          </p:val>
                                        </p:tav>
                                      </p:tavLst>
                                    </p:anim>
                                    <p:anim calcmode="lin" valueType="num">
                                      <p:cBhvr additive="base">
                                        <p:cTn id="6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20"/>
                                        </p:tgtEl>
                                        <p:attrNameLst>
                                          <p:attrName>style.visibility</p:attrName>
                                        </p:attrNameLst>
                                      </p:cBhvr>
                                      <p:to>
                                        <p:strVal val="visible"/>
                                      </p:to>
                                    </p:set>
                                    <p:anim calcmode="lin" valueType="num">
                                      <p:cBhvr additive="base">
                                        <p:cTn id="66" dur="500" fill="hold"/>
                                        <p:tgtEl>
                                          <p:spTgt spid="20"/>
                                        </p:tgtEl>
                                        <p:attrNameLst>
                                          <p:attrName>ppt_x</p:attrName>
                                        </p:attrNameLst>
                                      </p:cBhvr>
                                      <p:tavLst>
                                        <p:tav tm="0">
                                          <p:val>
                                            <p:strVal val="#ppt_x"/>
                                          </p:val>
                                        </p:tav>
                                        <p:tav tm="100000">
                                          <p:val>
                                            <p:strVal val="#ppt_x"/>
                                          </p:val>
                                        </p:tav>
                                      </p:tavLst>
                                    </p:anim>
                                    <p:anim calcmode="lin" valueType="num">
                                      <p:cBhvr additive="base">
                                        <p:cTn id="67"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55"/>
                                        </p:tgtEl>
                                        <p:attrNameLst>
                                          <p:attrName>style.visibility</p:attrName>
                                        </p:attrNameLst>
                                      </p:cBhvr>
                                      <p:to>
                                        <p:strVal val="visible"/>
                                      </p:to>
                                    </p:set>
                                    <p:anim calcmode="lin" valueType="num">
                                      <p:cBhvr additive="base">
                                        <p:cTn id="72" dur="500" fill="hold"/>
                                        <p:tgtEl>
                                          <p:spTgt spid="55"/>
                                        </p:tgtEl>
                                        <p:attrNameLst>
                                          <p:attrName>ppt_x</p:attrName>
                                        </p:attrNameLst>
                                      </p:cBhvr>
                                      <p:tavLst>
                                        <p:tav tm="0">
                                          <p:val>
                                            <p:strVal val="#ppt_x"/>
                                          </p:val>
                                        </p:tav>
                                        <p:tav tm="100000">
                                          <p:val>
                                            <p:strVal val="#ppt_x"/>
                                          </p:val>
                                        </p:tav>
                                      </p:tavLst>
                                    </p:anim>
                                    <p:anim calcmode="lin" valueType="num">
                                      <p:cBhvr additive="base">
                                        <p:cTn id="73"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 grpId="0"/>
      <p:bldP spid="10" grpId="0" animBg="1"/>
      <p:bldP spid="12" grpId="0" animBg="1"/>
      <p:bldP spid="14" grpId="0" animBg="1"/>
      <p:bldP spid="15" grpId="0"/>
      <p:bldP spid="16" grpId="0"/>
      <p:bldP spid="17" grpId="0"/>
      <p:bldP spid="18" grpId="0"/>
      <p:bldP spid="19" grpId="0"/>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ïSļiḓé"/>
          <p:cNvSpPr txBox="1"/>
          <p:nvPr/>
        </p:nvSpPr>
        <p:spPr>
          <a:xfrm>
            <a:off x="3826840" y="2092550"/>
            <a:ext cx="4527806" cy="646331"/>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gn="ctr">
              <a:buSzPct val="25000"/>
            </a:pPr>
            <a:r>
              <a:rPr lang="zh-CN" altLang="en-US" sz="3600" dirty="0">
                <a:solidFill>
                  <a:schemeClr val="accent1"/>
                </a:solidFill>
                <a:effectLst/>
                <a:latin typeface="微软雅黑" panose="020B0503020204020204" pitchFamily="34" charset="-122"/>
                <a:ea typeface="微软雅黑" panose="020B0503020204020204" pitchFamily="34" charset="-122"/>
              </a:rPr>
              <a:t>第四部分</a:t>
            </a:r>
          </a:p>
        </p:txBody>
      </p:sp>
      <p:sp>
        <p:nvSpPr>
          <p:cNvPr id="51" name="í$ľiďé"/>
          <p:cNvSpPr txBox="1"/>
          <p:nvPr/>
        </p:nvSpPr>
        <p:spPr>
          <a:xfrm>
            <a:off x="3621650" y="4330037"/>
            <a:ext cx="4938187" cy="491994"/>
          </a:xfrm>
          <a:prstGeom prst="rect">
            <a:avLst/>
          </a:prstGeom>
          <a:noFill/>
        </p:spPr>
        <p:txBody>
          <a:bodyPr wrap="square" rtlCol="0">
            <a:spAutoFit/>
          </a:bodyPr>
          <a:lstStyle>
            <a:defPPr>
              <a:defRPr lang="zh-CN"/>
            </a:defPPr>
            <a:lvl1pPr>
              <a:lnSpc>
                <a:spcPts val="1500"/>
              </a:lnSpc>
              <a:defRPr sz="900"/>
            </a:lvl1pPr>
          </a:lstStyle>
          <a:p>
            <a:pPr algn="ctr">
              <a:lnSpc>
                <a:spcPct val="13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Adjust the spacing to adapt to Chinese typesetting, use the reference line in PPT. Adjust the spacing to adapt to Chinese typesetting. </a:t>
            </a:r>
          </a:p>
        </p:txBody>
      </p:sp>
      <p:sp>
        <p:nvSpPr>
          <p:cNvPr id="17" name="ïSļiḓé"/>
          <p:cNvSpPr txBox="1"/>
          <p:nvPr/>
        </p:nvSpPr>
        <p:spPr>
          <a:xfrm>
            <a:off x="3621650" y="2719582"/>
            <a:ext cx="4938187" cy="1015663"/>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gn="ctr">
              <a:buSzPct val="25000"/>
            </a:pPr>
            <a:r>
              <a:rPr lang="zh-CN" altLang="en-US" sz="6000" dirty="0">
                <a:solidFill>
                  <a:schemeClr val="tx1"/>
                </a:solidFill>
                <a:effectLst/>
                <a:latin typeface="思源宋体 CN Heavy" panose="02020900000000000000" pitchFamily="18" charset="-122"/>
                <a:ea typeface="思源宋体 CN Heavy" panose="02020900000000000000" pitchFamily="18" charset="-122"/>
              </a:rPr>
              <a:t>论文归纳总结</a:t>
            </a:r>
          </a:p>
        </p:txBody>
      </p:sp>
      <p:grpSp>
        <p:nvGrpSpPr>
          <p:cNvPr id="35" name="组合 34"/>
          <p:cNvGrpSpPr/>
          <p:nvPr/>
        </p:nvGrpSpPr>
        <p:grpSpPr>
          <a:xfrm>
            <a:off x="677558" y="5768065"/>
            <a:ext cx="1178224" cy="307831"/>
            <a:chOff x="665566" y="4782240"/>
            <a:chExt cx="3247783" cy="848538"/>
          </a:xfrm>
        </p:grpSpPr>
        <p:grpSp>
          <p:nvGrpSpPr>
            <p:cNvPr id="36" name="组合 35"/>
            <p:cNvGrpSpPr/>
            <p:nvPr/>
          </p:nvGrpSpPr>
          <p:grpSpPr>
            <a:xfrm>
              <a:off x="665566" y="4782240"/>
              <a:ext cx="848538" cy="848538"/>
              <a:chOff x="809944" y="4637862"/>
              <a:chExt cx="848538" cy="848538"/>
            </a:xfrm>
          </p:grpSpPr>
          <p:grpSp>
            <p:nvGrpSpPr>
              <p:cNvPr id="43" name="Group 20"/>
              <p:cNvGrpSpPr>
                <a:grpSpLocks noChangeAspect="1"/>
              </p:cNvGrpSpPr>
              <p:nvPr/>
            </p:nvGrpSpPr>
            <p:grpSpPr>
              <a:xfrm>
                <a:off x="1090315" y="4865848"/>
                <a:ext cx="287796" cy="392567"/>
                <a:chOff x="2597" y="4163"/>
                <a:chExt cx="217" cy="296"/>
              </a:xfrm>
              <a:solidFill>
                <a:schemeClr val="accent1"/>
              </a:solidFill>
            </p:grpSpPr>
            <p:sp>
              <p:nvSpPr>
                <p:cNvPr id="45" name="Freeform 22"/>
                <p:cNvSpPr>
                  <a:spLocks noEditPoints="1"/>
                </p:cNvSpPr>
                <p:nvPr/>
              </p:nvSpPr>
              <p:spPr bwMode="auto">
                <a:xfrm>
                  <a:off x="2630" y="4163"/>
                  <a:ext cx="151" cy="176"/>
                </a:xfrm>
                <a:custGeom>
                  <a:avLst/>
                  <a:gdLst>
                    <a:gd name="T0" fmla="*/ 410 w 1662"/>
                    <a:gd name="T1" fmla="*/ 645 h 1942"/>
                    <a:gd name="T2" fmla="*/ 309 w 1662"/>
                    <a:gd name="T3" fmla="*/ 847 h 1942"/>
                    <a:gd name="T4" fmla="*/ 255 w 1662"/>
                    <a:gd name="T5" fmla="*/ 1023 h 1942"/>
                    <a:gd name="T6" fmla="*/ 263 w 1662"/>
                    <a:gd name="T7" fmla="*/ 1206 h 1942"/>
                    <a:gd name="T8" fmla="*/ 347 w 1662"/>
                    <a:gd name="T9" fmla="*/ 1429 h 1942"/>
                    <a:gd name="T10" fmla="*/ 476 w 1662"/>
                    <a:gd name="T11" fmla="*/ 1620 h 1942"/>
                    <a:gd name="T12" fmla="*/ 638 w 1662"/>
                    <a:gd name="T13" fmla="*/ 1753 h 1942"/>
                    <a:gd name="T14" fmla="*/ 825 w 1662"/>
                    <a:gd name="T15" fmla="*/ 1803 h 1942"/>
                    <a:gd name="T16" fmla="*/ 1013 w 1662"/>
                    <a:gd name="T17" fmla="*/ 1753 h 1942"/>
                    <a:gd name="T18" fmla="*/ 1176 w 1662"/>
                    <a:gd name="T19" fmla="*/ 1619 h 1942"/>
                    <a:gd name="T20" fmla="*/ 1305 w 1662"/>
                    <a:gd name="T21" fmla="*/ 1428 h 1942"/>
                    <a:gd name="T22" fmla="*/ 1388 w 1662"/>
                    <a:gd name="T23" fmla="*/ 1205 h 1942"/>
                    <a:gd name="T24" fmla="*/ 1418 w 1662"/>
                    <a:gd name="T25" fmla="*/ 974 h 1942"/>
                    <a:gd name="T26" fmla="*/ 1266 w 1662"/>
                    <a:gd name="T27" fmla="*/ 836 h 1942"/>
                    <a:gd name="T28" fmla="*/ 1012 w 1662"/>
                    <a:gd name="T29" fmla="*/ 794 h 1942"/>
                    <a:gd name="T30" fmla="*/ 806 w 1662"/>
                    <a:gd name="T31" fmla="*/ 713 h 1942"/>
                    <a:gd name="T32" fmla="*/ 646 w 1662"/>
                    <a:gd name="T33" fmla="*/ 610 h 1942"/>
                    <a:gd name="T34" fmla="*/ 526 w 1662"/>
                    <a:gd name="T35" fmla="*/ 499 h 1942"/>
                    <a:gd name="T36" fmla="*/ 944 w 1662"/>
                    <a:gd name="T37" fmla="*/ 23 h 1942"/>
                    <a:gd name="T38" fmla="*/ 1152 w 1662"/>
                    <a:gd name="T39" fmla="*/ 118 h 1942"/>
                    <a:gd name="T40" fmla="*/ 1271 w 1662"/>
                    <a:gd name="T41" fmla="*/ 205 h 1942"/>
                    <a:gd name="T42" fmla="*/ 1388 w 1662"/>
                    <a:gd name="T43" fmla="*/ 323 h 1942"/>
                    <a:gd name="T44" fmla="*/ 1455 w 1662"/>
                    <a:gd name="T45" fmla="*/ 429 h 1942"/>
                    <a:gd name="T46" fmla="*/ 1524 w 1662"/>
                    <a:gd name="T47" fmla="*/ 626 h 1942"/>
                    <a:gd name="T48" fmla="*/ 1555 w 1662"/>
                    <a:gd name="T49" fmla="*/ 892 h 1942"/>
                    <a:gd name="T50" fmla="*/ 1619 w 1662"/>
                    <a:gd name="T51" fmla="*/ 939 h 1942"/>
                    <a:gd name="T52" fmla="*/ 1657 w 1662"/>
                    <a:gd name="T53" fmla="*/ 1032 h 1942"/>
                    <a:gd name="T54" fmla="*/ 1655 w 1662"/>
                    <a:gd name="T55" fmla="*/ 1183 h 1942"/>
                    <a:gd name="T56" fmla="*/ 1611 w 1662"/>
                    <a:gd name="T57" fmla="*/ 1304 h 1942"/>
                    <a:gd name="T58" fmla="*/ 1537 w 1662"/>
                    <a:gd name="T59" fmla="*/ 1372 h 1942"/>
                    <a:gd name="T60" fmla="*/ 1445 w 1662"/>
                    <a:gd name="T61" fmla="*/ 1454 h 1942"/>
                    <a:gd name="T62" fmla="*/ 1313 w 1662"/>
                    <a:gd name="T63" fmla="*/ 1670 h 1942"/>
                    <a:gd name="T64" fmla="*/ 1141 w 1662"/>
                    <a:gd name="T65" fmla="*/ 1836 h 1942"/>
                    <a:gd name="T66" fmla="*/ 937 w 1662"/>
                    <a:gd name="T67" fmla="*/ 1930 h 1942"/>
                    <a:gd name="T68" fmla="*/ 714 w 1662"/>
                    <a:gd name="T69" fmla="*/ 1930 h 1942"/>
                    <a:gd name="T70" fmla="*/ 510 w 1662"/>
                    <a:gd name="T71" fmla="*/ 1836 h 1942"/>
                    <a:gd name="T72" fmla="*/ 337 w 1662"/>
                    <a:gd name="T73" fmla="*/ 1669 h 1942"/>
                    <a:gd name="T74" fmla="*/ 205 w 1662"/>
                    <a:gd name="T75" fmla="*/ 1452 h 1942"/>
                    <a:gd name="T76" fmla="*/ 111 w 1662"/>
                    <a:gd name="T77" fmla="*/ 1364 h 1942"/>
                    <a:gd name="T78" fmla="*/ 39 w 1662"/>
                    <a:gd name="T79" fmla="*/ 1284 h 1942"/>
                    <a:gd name="T80" fmla="*/ 2 w 1662"/>
                    <a:gd name="T81" fmla="*/ 1143 h 1942"/>
                    <a:gd name="T82" fmla="*/ 9 w 1662"/>
                    <a:gd name="T83" fmla="*/ 1009 h 1942"/>
                    <a:gd name="T84" fmla="*/ 50 w 1662"/>
                    <a:gd name="T85" fmla="*/ 930 h 1942"/>
                    <a:gd name="T86" fmla="*/ 98 w 1662"/>
                    <a:gd name="T87" fmla="*/ 851 h 1942"/>
                    <a:gd name="T88" fmla="*/ 85 w 1662"/>
                    <a:gd name="T89" fmla="*/ 643 h 1942"/>
                    <a:gd name="T90" fmla="*/ 120 w 1662"/>
                    <a:gd name="T91" fmla="*/ 487 h 1942"/>
                    <a:gd name="T92" fmla="*/ 183 w 1662"/>
                    <a:gd name="T93" fmla="*/ 377 h 1942"/>
                    <a:gd name="T94" fmla="*/ 257 w 1662"/>
                    <a:gd name="T95" fmla="*/ 305 h 1942"/>
                    <a:gd name="T96" fmla="*/ 319 w 1662"/>
                    <a:gd name="T97" fmla="*/ 266 h 1942"/>
                    <a:gd name="T98" fmla="*/ 352 w 1662"/>
                    <a:gd name="T99" fmla="*/ 246 h 1942"/>
                    <a:gd name="T100" fmla="*/ 390 w 1662"/>
                    <a:gd name="T101" fmla="*/ 196 h 1942"/>
                    <a:gd name="T102" fmla="*/ 459 w 1662"/>
                    <a:gd name="T103" fmla="*/ 127 h 1942"/>
                    <a:gd name="T104" fmla="*/ 559 w 1662"/>
                    <a:gd name="T105" fmla="*/ 57 h 1942"/>
                    <a:gd name="T106" fmla="*/ 690 w 1662"/>
                    <a:gd name="T107" fmla="*/ 10 h 19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62" h="1942">
                      <a:moveTo>
                        <a:pt x="526" y="499"/>
                      </a:moveTo>
                      <a:lnTo>
                        <a:pt x="484" y="546"/>
                      </a:lnTo>
                      <a:lnTo>
                        <a:pt x="445" y="595"/>
                      </a:lnTo>
                      <a:lnTo>
                        <a:pt x="410" y="645"/>
                      </a:lnTo>
                      <a:lnTo>
                        <a:pt x="379" y="696"/>
                      </a:lnTo>
                      <a:lnTo>
                        <a:pt x="352" y="747"/>
                      </a:lnTo>
                      <a:lnTo>
                        <a:pt x="329" y="797"/>
                      </a:lnTo>
                      <a:lnTo>
                        <a:pt x="309" y="847"/>
                      </a:lnTo>
                      <a:lnTo>
                        <a:pt x="291" y="895"/>
                      </a:lnTo>
                      <a:lnTo>
                        <a:pt x="277" y="941"/>
                      </a:lnTo>
                      <a:lnTo>
                        <a:pt x="264" y="984"/>
                      </a:lnTo>
                      <a:lnTo>
                        <a:pt x="255" y="1023"/>
                      </a:lnTo>
                      <a:lnTo>
                        <a:pt x="247" y="1059"/>
                      </a:lnTo>
                      <a:lnTo>
                        <a:pt x="241" y="1091"/>
                      </a:lnTo>
                      <a:lnTo>
                        <a:pt x="250" y="1148"/>
                      </a:lnTo>
                      <a:lnTo>
                        <a:pt x="263" y="1206"/>
                      </a:lnTo>
                      <a:lnTo>
                        <a:pt x="280" y="1263"/>
                      </a:lnTo>
                      <a:lnTo>
                        <a:pt x="299" y="1320"/>
                      </a:lnTo>
                      <a:lnTo>
                        <a:pt x="322" y="1375"/>
                      </a:lnTo>
                      <a:lnTo>
                        <a:pt x="347" y="1429"/>
                      </a:lnTo>
                      <a:lnTo>
                        <a:pt x="375" y="1480"/>
                      </a:lnTo>
                      <a:lnTo>
                        <a:pt x="406" y="1530"/>
                      </a:lnTo>
                      <a:lnTo>
                        <a:pt x="440" y="1576"/>
                      </a:lnTo>
                      <a:lnTo>
                        <a:pt x="476" y="1620"/>
                      </a:lnTo>
                      <a:lnTo>
                        <a:pt x="513" y="1659"/>
                      </a:lnTo>
                      <a:lnTo>
                        <a:pt x="553" y="1695"/>
                      </a:lnTo>
                      <a:lnTo>
                        <a:pt x="594" y="1726"/>
                      </a:lnTo>
                      <a:lnTo>
                        <a:pt x="638" y="1753"/>
                      </a:lnTo>
                      <a:lnTo>
                        <a:pt x="683" y="1774"/>
                      </a:lnTo>
                      <a:lnTo>
                        <a:pt x="729" y="1789"/>
                      </a:lnTo>
                      <a:lnTo>
                        <a:pt x="777" y="1800"/>
                      </a:lnTo>
                      <a:lnTo>
                        <a:pt x="825" y="1803"/>
                      </a:lnTo>
                      <a:lnTo>
                        <a:pt x="875" y="1800"/>
                      </a:lnTo>
                      <a:lnTo>
                        <a:pt x="922" y="1789"/>
                      </a:lnTo>
                      <a:lnTo>
                        <a:pt x="968" y="1774"/>
                      </a:lnTo>
                      <a:lnTo>
                        <a:pt x="1013" y="1753"/>
                      </a:lnTo>
                      <a:lnTo>
                        <a:pt x="1056" y="1726"/>
                      </a:lnTo>
                      <a:lnTo>
                        <a:pt x="1099" y="1695"/>
                      </a:lnTo>
                      <a:lnTo>
                        <a:pt x="1139" y="1659"/>
                      </a:lnTo>
                      <a:lnTo>
                        <a:pt x="1176" y="1619"/>
                      </a:lnTo>
                      <a:lnTo>
                        <a:pt x="1212" y="1576"/>
                      </a:lnTo>
                      <a:lnTo>
                        <a:pt x="1245" y="1529"/>
                      </a:lnTo>
                      <a:lnTo>
                        <a:pt x="1276" y="1480"/>
                      </a:lnTo>
                      <a:lnTo>
                        <a:pt x="1305" y="1428"/>
                      </a:lnTo>
                      <a:lnTo>
                        <a:pt x="1330" y="1374"/>
                      </a:lnTo>
                      <a:lnTo>
                        <a:pt x="1353" y="1319"/>
                      </a:lnTo>
                      <a:lnTo>
                        <a:pt x="1372" y="1262"/>
                      </a:lnTo>
                      <a:lnTo>
                        <a:pt x="1388" y="1205"/>
                      </a:lnTo>
                      <a:lnTo>
                        <a:pt x="1401" y="1147"/>
                      </a:lnTo>
                      <a:lnTo>
                        <a:pt x="1411" y="1089"/>
                      </a:lnTo>
                      <a:lnTo>
                        <a:pt x="1416" y="1032"/>
                      </a:lnTo>
                      <a:lnTo>
                        <a:pt x="1418" y="974"/>
                      </a:lnTo>
                      <a:lnTo>
                        <a:pt x="1417" y="904"/>
                      </a:lnTo>
                      <a:lnTo>
                        <a:pt x="1414" y="838"/>
                      </a:lnTo>
                      <a:lnTo>
                        <a:pt x="1339" y="839"/>
                      </a:lnTo>
                      <a:lnTo>
                        <a:pt x="1266" y="836"/>
                      </a:lnTo>
                      <a:lnTo>
                        <a:pt x="1198" y="830"/>
                      </a:lnTo>
                      <a:lnTo>
                        <a:pt x="1133" y="820"/>
                      </a:lnTo>
                      <a:lnTo>
                        <a:pt x="1070" y="808"/>
                      </a:lnTo>
                      <a:lnTo>
                        <a:pt x="1012" y="794"/>
                      </a:lnTo>
                      <a:lnTo>
                        <a:pt x="956" y="777"/>
                      </a:lnTo>
                      <a:lnTo>
                        <a:pt x="903" y="757"/>
                      </a:lnTo>
                      <a:lnTo>
                        <a:pt x="853" y="737"/>
                      </a:lnTo>
                      <a:lnTo>
                        <a:pt x="806" y="713"/>
                      </a:lnTo>
                      <a:lnTo>
                        <a:pt x="762" y="690"/>
                      </a:lnTo>
                      <a:lnTo>
                        <a:pt x="721" y="664"/>
                      </a:lnTo>
                      <a:lnTo>
                        <a:pt x="682" y="638"/>
                      </a:lnTo>
                      <a:lnTo>
                        <a:pt x="646" y="610"/>
                      </a:lnTo>
                      <a:lnTo>
                        <a:pt x="612" y="583"/>
                      </a:lnTo>
                      <a:lnTo>
                        <a:pt x="581" y="555"/>
                      </a:lnTo>
                      <a:lnTo>
                        <a:pt x="552" y="527"/>
                      </a:lnTo>
                      <a:lnTo>
                        <a:pt x="526" y="499"/>
                      </a:lnTo>
                      <a:close/>
                      <a:moveTo>
                        <a:pt x="808" y="0"/>
                      </a:moveTo>
                      <a:lnTo>
                        <a:pt x="851" y="3"/>
                      </a:lnTo>
                      <a:lnTo>
                        <a:pt x="897" y="11"/>
                      </a:lnTo>
                      <a:lnTo>
                        <a:pt x="944" y="23"/>
                      </a:lnTo>
                      <a:lnTo>
                        <a:pt x="993" y="39"/>
                      </a:lnTo>
                      <a:lnTo>
                        <a:pt x="1044" y="60"/>
                      </a:lnTo>
                      <a:lnTo>
                        <a:pt x="1097" y="86"/>
                      </a:lnTo>
                      <a:lnTo>
                        <a:pt x="1152" y="118"/>
                      </a:lnTo>
                      <a:lnTo>
                        <a:pt x="1179" y="135"/>
                      </a:lnTo>
                      <a:lnTo>
                        <a:pt x="1208" y="155"/>
                      </a:lnTo>
                      <a:lnTo>
                        <a:pt x="1239" y="179"/>
                      </a:lnTo>
                      <a:lnTo>
                        <a:pt x="1271" y="205"/>
                      </a:lnTo>
                      <a:lnTo>
                        <a:pt x="1304" y="233"/>
                      </a:lnTo>
                      <a:lnTo>
                        <a:pt x="1334" y="261"/>
                      </a:lnTo>
                      <a:lnTo>
                        <a:pt x="1363" y="292"/>
                      </a:lnTo>
                      <a:lnTo>
                        <a:pt x="1388" y="323"/>
                      </a:lnTo>
                      <a:lnTo>
                        <a:pt x="1409" y="353"/>
                      </a:lnTo>
                      <a:lnTo>
                        <a:pt x="1409" y="353"/>
                      </a:lnTo>
                      <a:lnTo>
                        <a:pt x="1433" y="389"/>
                      </a:lnTo>
                      <a:lnTo>
                        <a:pt x="1455" y="429"/>
                      </a:lnTo>
                      <a:lnTo>
                        <a:pt x="1475" y="472"/>
                      </a:lnTo>
                      <a:lnTo>
                        <a:pt x="1493" y="519"/>
                      </a:lnTo>
                      <a:lnTo>
                        <a:pt x="1509" y="570"/>
                      </a:lnTo>
                      <a:lnTo>
                        <a:pt x="1524" y="626"/>
                      </a:lnTo>
                      <a:lnTo>
                        <a:pt x="1535" y="685"/>
                      </a:lnTo>
                      <a:lnTo>
                        <a:pt x="1545" y="749"/>
                      </a:lnTo>
                      <a:lnTo>
                        <a:pt x="1551" y="817"/>
                      </a:lnTo>
                      <a:lnTo>
                        <a:pt x="1555" y="892"/>
                      </a:lnTo>
                      <a:lnTo>
                        <a:pt x="1573" y="900"/>
                      </a:lnTo>
                      <a:lnTo>
                        <a:pt x="1590" y="910"/>
                      </a:lnTo>
                      <a:lnTo>
                        <a:pt x="1605" y="922"/>
                      </a:lnTo>
                      <a:lnTo>
                        <a:pt x="1619" y="939"/>
                      </a:lnTo>
                      <a:lnTo>
                        <a:pt x="1632" y="957"/>
                      </a:lnTo>
                      <a:lnTo>
                        <a:pt x="1642" y="979"/>
                      </a:lnTo>
                      <a:lnTo>
                        <a:pt x="1651" y="1003"/>
                      </a:lnTo>
                      <a:lnTo>
                        <a:pt x="1657" y="1032"/>
                      </a:lnTo>
                      <a:lnTo>
                        <a:pt x="1661" y="1064"/>
                      </a:lnTo>
                      <a:lnTo>
                        <a:pt x="1662" y="1102"/>
                      </a:lnTo>
                      <a:lnTo>
                        <a:pt x="1660" y="1143"/>
                      </a:lnTo>
                      <a:lnTo>
                        <a:pt x="1655" y="1183"/>
                      </a:lnTo>
                      <a:lnTo>
                        <a:pt x="1648" y="1218"/>
                      </a:lnTo>
                      <a:lnTo>
                        <a:pt x="1638" y="1250"/>
                      </a:lnTo>
                      <a:lnTo>
                        <a:pt x="1625" y="1278"/>
                      </a:lnTo>
                      <a:lnTo>
                        <a:pt x="1611" y="1304"/>
                      </a:lnTo>
                      <a:lnTo>
                        <a:pt x="1595" y="1325"/>
                      </a:lnTo>
                      <a:lnTo>
                        <a:pt x="1577" y="1344"/>
                      </a:lnTo>
                      <a:lnTo>
                        <a:pt x="1558" y="1360"/>
                      </a:lnTo>
                      <a:lnTo>
                        <a:pt x="1537" y="1372"/>
                      </a:lnTo>
                      <a:lnTo>
                        <a:pt x="1515" y="1382"/>
                      </a:lnTo>
                      <a:lnTo>
                        <a:pt x="1493" y="1390"/>
                      </a:lnTo>
                      <a:lnTo>
                        <a:pt x="1471" y="1395"/>
                      </a:lnTo>
                      <a:lnTo>
                        <a:pt x="1445" y="1454"/>
                      </a:lnTo>
                      <a:lnTo>
                        <a:pt x="1416" y="1512"/>
                      </a:lnTo>
                      <a:lnTo>
                        <a:pt x="1385" y="1567"/>
                      </a:lnTo>
                      <a:lnTo>
                        <a:pt x="1350" y="1620"/>
                      </a:lnTo>
                      <a:lnTo>
                        <a:pt x="1313" y="1670"/>
                      </a:lnTo>
                      <a:lnTo>
                        <a:pt x="1273" y="1717"/>
                      </a:lnTo>
                      <a:lnTo>
                        <a:pt x="1231" y="1761"/>
                      </a:lnTo>
                      <a:lnTo>
                        <a:pt x="1187" y="1801"/>
                      </a:lnTo>
                      <a:lnTo>
                        <a:pt x="1141" y="1836"/>
                      </a:lnTo>
                      <a:lnTo>
                        <a:pt x="1092" y="1868"/>
                      </a:lnTo>
                      <a:lnTo>
                        <a:pt x="1042" y="1893"/>
                      </a:lnTo>
                      <a:lnTo>
                        <a:pt x="990" y="1915"/>
                      </a:lnTo>
                      <a:lnTo>
                        <a:pt x="937" y="1930"/>
                      </a:lnTo>
                      <a:lnTo>
                        <a:pt x="882" y="1939"/>
                      </a:lnTo>
                      <a:lnTo>
                        <a:pt x="825" y="1942"/>
                      </a:lnTo>
                      <a:lnTo>
                        <a:pt x="769" y="1939"/>
                      </a:lnTo>
                      <a:lnTo>
                        <a:pt x="714" y="1930"/>
                      </a:lnTo>
                      <a:lnTo>
                        <a:pt x="661" y="1915"/>
                      </a:lnTo>
                      <a:lnTo>
                        <a:pt x="608" y="1893"/>
                      </a:lnTo>
                      <a:lnTo>
                        <a:pt x="558" y="1867"/>
                      </a:lnTo>
                      <a:lnTo>
                        <a:pt x="510" y="1836"/>
                      </a:lnTo>
                      <a:lnTo>
                        <a:pt x="464" y="1800"/>
                      </a:lnTo>
                      <a:lnTo>
                        <a:pt x="419" y="1760"/>
                      </a:lnTo>
                      <a:lnTo>
                        <a:pt x="377" y="1716"/>
                      </a:lnTo>
                      <a:lnTo>
                        <a:pt x="337" y="1669"/>
                      </a:lnTo>
                      <a:lnTo>
                        <a:pt x="300" y="1618"/>
                      </a:lnTo>
                      <a:lnTo>
                        <a:pt x="266" y="1565"/>
                      </a:lnTo>
                      <a:lnTo>
                        <a:pt x="234" y="1510"/>
                      </a:lnTo>
                      <a:lnTo>
                        <a:pt x="205" y="1452"/>
                      </a:lnTo>
                      <a:lnTo>
                        <a:pt x="179" y="1392"/>
                      </a:lnTo>
                      <a:lnTo>
                        <a:pt x="156" y="1386"/>
                      </a:lnTo>
                      <a:lnTo>
                        <a:pt x="133" y="1376"/>
                      </a:lnTo>
                      <a:lnTo>
                        <a:pt x="111" y="1364"/>
                      </a:lnTo>
                      <a:lnTo>
                        <a:pt x="91" y="1349"/>
                      </a:lnTo>
                      <a:lnTo>
                        <a:pt x="72" y="1330"/>
                      </a:lnTo>
                      <a:lnTo>
                        <a:pt x="55" y="1309"/>
                      </a:lnTo>
                      <a:lnTo>
                        <a:pt x="39" y="1284"/>
                      </a:lnTo>
                      <a:lnTo>
                        <a:pt x="26" y="1254"/>
                      </a:lnTo>
                      <a:lnTo>
                        <a:pt x="15" y="1221"/>
                      </a:lnTo>
                      <a:lnTo>
                        <a:pt x="7" y="1184"/>
                      </a:lnTo>
                      <a:lnTo>
                        <a:pt x="2" y="1143"/>
                      </a:lnTo>
                      <a:lnTo>
                        <a:pt x="0" y="1104"/>
                      </a:lnTo>
                      <a:lnTo>
                        <a:pt x="1" y="1068"/>
                      </a:lnTo>
                      <a:lnTo>
                        <a:pt x="4" y="1038"/>
                      </a:lnTo>
                      <a:lnTo>
                        <a:pt x="9" y="1009"/>
                      </a:lnTo>
                      <a:lnTo>
                        <a:pt x="17" y="985"/>
                      </a:lnTo>
                      <a:lnTo>
                        <a:pt x="27" y="964"/>
                      </a:lnTo>
                      <a:lnTo>
                        <a:pt x="38" y="946"/>
                      </a:lnTo>
                      <a:lnTo>
                        <a:pt x="50" y="930"/>
                      </a:lnTo>
                      <a:lnTo>
                        <a:pt x="65" y="916"/>
                      </a:lnTo>
                      <a:lnTo>
                        <a:pt x="80" y="906"/>
                      </a:lnTo>
                      <a:lnTo>
                        <a:pt x="96" y="897"/>
                      </a:lnTo>
                      <a:lnTo>
                        <a:pt x="98" y="851"/>
                      </a:lnTo>
                      <a:lnTo>
                        <a:pt x="89" y="794"/>
                      </a:lnTo>
                      <a:lnTo>
                        <a:pt x="85" y="740"/>
                      </a:lnTo>
                      <a:lnTo>
                        <a:pt x="83" y="690"/>
                      </a:lnTo>
                      <a:lnTo>
                        <a:pt x="85" y="643"/>
                      </a:lnTo>
                      <a:lnTo>
                        <a:pt x="90" y="599"/>
                      </a:lnTo>
                      <a:lnTo>
                        <a:pt x="98" y="559"/>
                      </a:lnTo>
                      <a:lnTo>
                        <a:pt x="108" y="522"/>
                      </a:lnTo>
                      <a:lnTo>
                        <a:pt x="120" y="487"/>
                      </a:lnTo>
                      <a:lnTo>
                        <a:pt x="134" y="455"/>
                      </a:lnTo>
                      <a:lnTo>
                        <a:pt x="149" y="427"/>
                      </a:lnTo>
                      <a:lnTo>
                        <a:pt x="166" y="400"/>
                      </a:lnTo>
                      <a:lnTo>
                        <a:pt x="183" y="377"/>
                      </a:lnTo>
                      <a:lnTo>
                        <a:pt x="202" y="355"/>
                      </a:lnTo>
                      <a:lnTo>
                        <a:pt x="220" y="337"/>
                      </a:lnTo>
                      <a:lnTo>
                        <a:pt x="239" y="320"/>
                      </a:lnTo>
                      <a:lnTo>
                        <a:pt x="257" y="305"/>
                      </a:lnTo>
                      <a:lnTo>
                        <a:pt x="274" y="293"/>
                      </a:lnTo>
                      <a:lnTo>
                        <a:pt x="290" y="282"/>
                      </a:lnTo>
                      <a:lnTo>
                        <a:pt x="305" y="273"/>
                      </a:lnTo>
                      <a:lnTo>
                        <a:pt x="319" y="266"/>
                      </a:lnTo>
                      <a:lnTo>
                        <a:pt x="331" y="260"/>
                      </a:lnTo>
                      <a:lnTo>
                        <a:pt x="341" y="255"/>
                      </a:lnTo>
                      <a:lnTo>
                        <a:pt x="348" y="253"/>
                      </a:lnTo>
                      <a:lnTo>
                        <a:pt x="352" y="246"/>
                      </a:lnTo>
                      <a:lnTo>
                        <a:pt x="359" y="237"/>
                      </a:lnTo>
                      <a:lnTo>
                        <a:pt x="367" y="225"/>
                      </a:lnTo>
                      <a:lnTo>
                        <a:pt x="377" y="212"/>
                      </a:lnTo>
                      <a:lnTo>
                        <a:pt x="390" y="196"/>
                      </a:lnTo>
                      <a:lnTo>
                        <a:pt x="404" y="180"/>
                      </a:lnTo>
                      <a:lnTo>
                        <a:pt x="421" y="163"/>
                      </a:lnTo>
                      <a:lnTo>
                        <a:pt x="439" y="145"/>
                      </a:lnTo>
                      <a:lnTo>
                        <a:pt x="459" y="127"/>
                      </a:lnTo>
                      <a:lnTo>
                        <a:pt x="481" y="108"/>
                      </a:lnTo>
                      <a:lnTo>
                        <a:pt x="505" y="91"/>
                      </a:lnTo>
                      <a:lnTo>
                        <a:pt x="531" y="74"/>
                      </a:lnTo>
                      <a:lnTo>
                        <a:pt x="559" y="57"/>
                      </a:lnTo>
                      <a:lnTo>
                        <a:pt x="589" y="43"/>
                      </a:lnTo>
                      <a:lnTo>
                        <a:pt x="620" y="30"/>
                      </a:lnTo>
                      <a:lnTo>
                        <a:pt x="655" y="19"/>
                      </a:lnTo>
                      <a:lnTo>
                        <a:pt x="690" y="10"/>
                      </a:lnTo>
                      <a:lnTo>
                        <a:pt x="728" y="3"/>
                      </a:lnTo>
                      <a:lnTo>
                        <a:pt x="767" y="0"/>
                      </a:lnTo>
                      <a:lnTo>
                        <a:pt x="808"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8" name="Freeform 23"/>
                <p:cNvSpPr>
                  <a:spLocks noEditPoints="1"/>
                </p:cNvSpPr>
                <p:nvPr/>
              </p:nvSpPr>
              <p:spPr bwMode="auto">
                <a:xfrm>
                  <a:off x="2664" y="4250"/>
                  <a:ext cx="83" cy="27"/>
                </a:xfrm>
                <a:custGeom>
                  <a:avLst/>
                  <a:gdLst>
                    <a:gd name="T0" fmla="*/ 613 w 916"/>
                    <a:gd name="T1" fmla="*/ 78 h 300"/>
                    <a:gd name="T2" fmla="*/ 561 w 916"/>
                    <a:gd name="T3" fmla="*/ 109 h 300"/>
                    <a:gd name="T4" fmla="*/ 554 w 916"/>
                    <a:gd name="T5" fmla="*/ 165 h 300"/>
                    <a:gd name="T6" fmla="*/ 579 w 916"/>
                    <a:gd name="T7" fmla="*/ 210 h 300"/>
                    <a:gd name="T8" fmla="*/ 665 w 916"/>
                    <a:gd name="T9" fmla="*/ 229 h 300"/>
                    <a:gd name="T10" fmla="*/ 787 w 916"/>
                    <a:gd name="T11" fmla="*/ 223 h 300"/>
                    <a:gd name="T12" fmla="*/ 839 w 916"/>
                    <a:gd name="T13" fmla="*/ 191 h 300"/>
                    <a:gd name="T14" fmla="*/ 846 w 916"/>
                    <a:gd name="T15" fmla="*/ 135 h 300"/>
                    <a:gd name="T16" fmla="*/ 820 w 916"/>
                    <a:gd name="T17" fmla="*/ 90 h 300"/>
                    <a:gd name="T18" fmla="*/ 734 w 916"/>
                    <a:gd name="T19" fmla="*/ 72 h 300"/>
                    <a:gd name="T20" fmla="*/ 153 w 916"/>
                    <a:gd name="T21" fmla="*/ 74 h 300"/>
                    <a:gd name="T22" fmla="*/ 85 w 916"/>
                    <a:gd name="T23" fmla="*/ 99 h 300"/>
                    <a:gd name="T24" fmla="*/ 70 w 916"/>
                    <a:gd name="T25" fmla="*/ 150 h 300"/>
                    <a:gd name="T26" fmla="*/ 85 w 916"/>
                    <a:gd name="T27" fmla="*/ 201 h 300"/>
                    <a:gd name="T28" fmla="*/ 153 w 916"/>
                    <a:gd name="T29" fmla="*/ 227 h 300"/>
                    <a:gd name="T30" fmla="*/ 280 w 916"/>
                    <a:gd name="T31" fmla="*/ 227 h 300"/>
                    <a:gd name="T32" fmla="*/ 348 w 916"/>
                    <a:gd name="T33" fmla="*/ 201 h 300"/>
                    <a:gd name="T34" fmla="*/ 363 w 916"/>
                    <a:gd name="T35" fmla="*/ 150 h 300"/>
                    <a:gd name="T36" fmla="*/ 348 w 916"/>
                    <a:gd name="T37" fmla="*/ 99 h 300"/>
                    <a:gd name="T38" fmla="*/ 280 w 916"/>
                    <a:gd name="T39" fmla="*/ 74 h 300"/>
                    <a:gd name="T40" fmla="*/ 234 w 916"/>
                    <a:gd name="T41" fmla="*/ 0 h 300"/>
                    <a:gd name="T42" fmla="*/ 321 w 916"/>
                    <a:gd name="T43" fmla="*/ 9 h 300"/>
                    <a:gd name="T44" fmla="*/ 400 w 916"/>
                    <a:gd name="T45" fmla="*/ 53 h 300"/>
                    <a:gd name="T46" fmla="*/ 574 w 916"/>
                    <a:gd name="T47" fmla="*/ 17 h 300"/>
                    <a:gd name="T48" fmla="*/ 662 w 916"/>
                    <a:gd name="T49" fmla="*/ 1 h 300"/>
                    <a:gd name="T50" fmla="*/ 732 w 916"/>
                    <a:gd name="T51" fmla="*/ 0 h 300"/>
                    <a:gd name="T52" fmla="*/ 806 w 916"/>
                    <a:gd name="T53" fmla="*/ 10 h 300"/>
                    <a:gd name="T54" fmla="*/ 875 w 916"/>
                    <a:gd name="T55" fmla="*/ 45 h 300"/>
                    <a:gd name="T56" fmla="*/ 914 w 916"/>
                    <a:gd name="T57" fmla="*/ 123 h 300"/>
                    <a:gd name="T58" fmla="*/ 900 w 916"/>
                    <a:gd name="T59" fmla="*/ 223 h 300"/>
                    <a:gd name="T60" fmla="*/ 843 w 916"/>
                    <a:gd name="T61" fmla="*/ 277 h 300"/>
                    <a:gd name="T62" fmla="*/ 768 w 916"/>
                    <a:gd name="T63" fmla="*/ 297 h 300"/>
                    <a:gd name="T64" fmla="*/ 699 w 916"/>
                    <a:gd name="T65" fmla="*/ 300 h 300"/>
                    <a:gd name="T66" fmla="*/ 632 w 916"/>
                    <a:gd name="T67" fmla="*/ 297 h 300"/>
                    <a:gd name="T68" fmla="*/ 557 w 916"/>
                    <a:gd name="T69" fmla="*/ 277 h 300"/>
                    <a:gd name="T70" fmla="*/ 500 w 916"/>
                    <a:gd name="T71" fmla="*/ 224 h 300"/>
                    <a:gd name="T72" fmla="*/ 485 w 916"/>
                    <a:gd name="T73" fmla="*/ 137 h 300"/>
                    <a:gd name="T74" fmla="*/ 432 w 916"/>
                    <a:gd name="T75" fmla="*/ 150 h 300"/>
                    <a:gd name="T76" fmla="*/ 405 w 916"/>
                    <a:gd name="T77" fmla="*/ 241 h 300"/>
                    <a:gd name="T78" fmla="*/ 342 w 916"/>
                    <a:gd name="T79" fmla="*/ 284 h 300"/>
                    <a:gd name="T80" fmla="*/ 266 w 916"/>
                    <a:gd name="T81" fmla="*/ 298 h 300"/>
                    <a:gd name="T82" fmla="*/ 201 w 916"/>
                    <a:gd name="T83" fmla="*/ 299 h 300"/>
                    <a:gd name="T84" fmla="*/ 129 w 916"/>
                    <a:gd name="T85" fmla="*/ 294 h 300"/>
                    <a:gd name="T86" fmla="*/ 57 w 916"/>
                    <a:gd name="T87" fmla="*/ 267 h 300"/>
                    <a:gd name="T88" fmla="*/ 7 w 916"/>
                    <a:gd name="T89" fmla="*/ 202 h 300"/>
                    <a:gd name="T90" fmla="*/ 7 w 916"/>
                    <a:gd name="T91" fmla="*/ 98 h 300"/>
                    <a:gd name="T92" fmla="*/ 57 w 916"/>
                    <a:gd name="T93" fmla="*/ 33 h 300"/>
                    <a:gd name="T94" fmla="*/ 129 w 916"/>
                    <a:gd name="T95" fmla="*/ 6 h 300"/>
                    <a:gd name="T96" fmla="*/ 201 w 916"/>
                    <a:gd name="T97"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16" h="300">
                      <a:moveTo>
                        <a:pt x="699" y="71"/>
                      </a:moveTo>
                      <a:lnTo>
                        <a:pt x="665" y="72"/>
                      </a:lnTo>
                      <a:lnTo>
                        <a:pt x="636" y="74"/>
                      </a:lnTo>
                      <a:lnTo>
                        <a:pt x="613" y="78"/>
                      </a:lnTo>
                      <a:lnTo>
                        <a:pt x="594" y="83"/>
                      </a:lnTo>
                      <a:lnTo>
                        <a:pt x="579" y="90"/>
                      </a:lnTo>
                      <a:lnTo>
                        <a:pt x="569" y="99"/>
                      </a:lnTo>
                      <a:lnTo>
                        <a:pt x="561" y="109"/>
                      </a:lnTo>
                      <a:lnTo>
                        <a:pt x="556" y="122"/>
                      </a:lnTo>
                      <a:lnTo>
                        <a:pt x="554" y="135"/>
                      </a:lnTo>
                      <a:lnTo>
                        <a:pt x="553" y="150"/>
                      </a:lnTo>
                      <a:lnTo>
                        <a:pt x="554" y="165"/>
                      </a:lnTo>
                      <a:lnTo>
                        <a:pt x="556" y="179"/>
                      </a:lnTo>
                      <a:lnTo>
                        <a:pt x="561" y="191"/>
                      </a:lnTo>
                      <a:lnTo>
                        <a:pt x="569" y="201"/>
                      </a:lnTo>
                      <a:lnTo>
                        <a:pt x="579" y="210"/>
                      </a:lnTo>
                      <a:lnTo>
                        <a:pt x="594" y="216"/>
                      </a:lnTo>
                      <a:lnTo>
                        <a:pt x="613" y="223"/>
                      </a:lnTo>
                      <a:lnTo>
                        <a:pt x="636" y="227"/>
                      </a:lnTo>
                      <a:lnTo>
                        <a:pt x="665" y="229"/>
                      </a:lnTo>
                      <a:lnTo>
                        <a:pt x="699" y="230"/>
                      </a:lnTo>
                      <a:lnTo>
                        <a:pt x="734" y="229"/>
                      </a:lnTo>
                      <a:lnTo>
                        <a:pt x="763" y="227"/>
                      </a:lnTo>
                      <a:lnTo>
                        <a:pt x="787" y="223"/>
                      </a:lnTo>
                      <a:lnTo>
                        <a:pt x="805" y="216"/>
                      </a:lnTo>
                      <a:lnTo>
                        <a:pt x="820" y="210"/>
                      </a:lnTo>
                      <a:lnTo>
                        <a:pt x="831" y="201"/>
                      </a:lnTo>
                      <a:lnTo>
                        <a:pt x="839" y="191"/>
                      </a:lnTo>
                      <a:lnTo>
                        <a:pt x="843" y="179"/>
                      </a:lnTo>
                      <a:lnTo>
                        <a:pt x="846" y="165"/>
                      </a:lnTo>
                      <a:lnTo>
                        <a:pt x="847" y="150"/>
                      </a:lnTo>
                      <a:lnTo>
                        <a:pt x="846" y="135"/>
                      </a:lnTo>
                      <a:lnTo>
                        <a:pt x="843" y="122"/>
                      </a:lnTo>
                      <a:lnTo>
                        <a:pt x="839" y="109"/>
                      </a:lnTo>
                      <a:lnTo>
                        <a:pt x="831" y="99"/>
                      </a:lnTo>
                      <a:lnTo>
                        <a:pt x="820" y="90"/>
                      </a:lnTo>
                      <a:lnTo>
                        <a:pt x="805" y="83"/>
                      </a:lnTo>
                      <a:lnTo>
                        <a:pt x="787" y="78"/>
                      </a:lnTo>
                      <a:lnTo>
                        <a:pt x="763" y="74"/>
                      </a:lnTo>
                      <a:lnTo>
                        <a:pt x="734" y="72"/>
                      </a:lnTo>
                      <a:lnTo>
                        <a:pt x="699" y="71"/>
                      </a:lnTo>
                      <a:close/>
                      <a:moveTo>
                        <a:pt x="216" y="71"/>
                      </a:moveTo>
                      <a:lnTo>
                        <a:pt x="182" y="72"/>
                      </a:lnTo>
                      <a:lnTo>
                        <a:pt x="153" y="74"/>
                      </a:lnTo>
                      <a:lnTo>
                        <a:pt x="130" y="78"/>
                      </a:lnTo>
                      <a:lnTo>
                        <a:pt x="111" y="83"/>
                      </a:lnTo>
                      <a:lnTo>
                        <a:pt x="96" y="90"/>
                      </a:lnTo>
                      <a:lnTo>
                        <a:pt x="85" y="99"/>
                      </a:lnTo>
                      <a:lnTo>
                        <a:pt x="78" y="109"/>
                      </a:lnTo>
                      <a:lnTo>
                        <a:pt x="73" y="122"/>
                      </a:lnTo>
                      <a:lnTo>
                        <a:pt x="70" y="135"/>
                      </a:lnTo>
                      <a:lnTo>
                        <a:pt x="70" y="150"/>
                      </a:lnTo>
                      <a:lnTo>
                        <a:pt x="70" y="165"/>
                      </a:lnTo>
                      <a:lnTo>
                        <a:pt x="73" y="179"/>
                      </a:lnTo>
                      <a:lnTo>
                        <a:pt x="78" y="191"/>
                      </a:lnTo>
                      <a:lnTo>
                        <a:pt x="85" y="201"/>
                      </a:lnTo>
                      <a:lnTo>
                        <a:pt x="96" y="210"/>
                      </a:lnTo>
                      <a:lnTo>
                        <a:pt x="111" y="216"/>
                      </a:lnTo>
                      <a:lnTo>
                        <a:pt x="130" y="223"/>
                      </a:lnTo>
                      <a:lnTo>
                        <a:pt x="153" y="227"/>
                      </a:lnTo>
                      <a:lnTo>
                        <a:pt x="182" y="229"/>
                      </a:lnTo>
                      <a:lnTo>
                        <a:pt x="216" y="230"/>
                      </a:lnTo>
                      <a:lnTo>
                        <a:pt x="250" y="229"/>
                      </a:lnTo>
                      <a:lnTo>
                        <a:pt x="280" y="227"/>
                      </a:lnTo>
                      <a:lnTo>
                        <a:pt x="304" y="223"/>
                      </a:lnTo>
                      <a:lnTo>
                        <a:pt x="322" y="216"/>
                      </a:lnTo>
                      <a:lnTo>
                        <a:pt x="337" y="210"/>
                      </a:lnTo>
                      <a:lnTo>
                        <a:pt x="348" y="201"/>
                      </a:lnTo>
                      <a:lnTo>
                        <a:pt x="355" y="191"/>
                      </a:lnTo>
                      <a:lnTo>
                        <a:pt x="360" y="179"/>
                      </a:lnTo>
                      <a:lnTo>
                        <a:pt x="363" y="165"/>
                      </a:lnTo>
                      <a:lnTo>
                        <a:pt x="363" y="150"/>
                      </a:lnTo>
                      <a:lnTo>
                        <a:pt x="363" y="135"/>
                      </a:lnTo>
                      <a:lnTo>
                        <a:pt x="360" y="122"/>
                      </a:lnTo>
                      <a:lnTo>
                        <a:pt x="355" y="109"/>
                      </a:lnTo>
                      <a:lnTo>
                        <a:pt x="348" y="99"/>
                      </a:lnTo>
                      <a:lnTo>
                        <a:pt x="337" y="90"/>
                      </a:lnTo>
                      <a:lnTo>
                        <a:pt x="322" y="83"/>
                      </a:lnTo>
                      <a:lnTo>
                        <a:pt x="304" y="78"/>
                      </a:lnTo>
                      <a:lnTo>
                        <a:pt x="280" y="74"/>
                      </a:lnTo>
                      <a:lnTo>
                        <a:pt x="250" y="72"/>
                      </a:lnTo>
                      <a:lnTo>
                        <a:pt x="216" y="71"/>
                      </a:lnTo>
                      <a:close/>
                      <a:moveTo>
                        <a:pt x="216" y="0"/>
                      </a:moveTo>
                      <a:lnTo>
                        <a:pt x="234" y="0"/>
                      </a:lnTo>
                      <a:lnTo>
                        <a:pt x="254" y="1"/>
                      </a:lnTo>
                      <a:lnTo>
                        <a:pt x="276" y="2"/>
                      </a:lnTo>
                      <a:lnTo>
                        <a:pt x="298" y="5"/>
                      </a:lnTo>
                      <a:lnTo>
                        <a:pt x="321" y="9"/>
                      </a:lnTo>
                      <a:lnTo>
                        <a:pt x="343" y="17"/>
                      </a:lnTo>
                      <a:lnTo>
                        <a:pt x="364" y="26"/>
                      </a:lnTo>
                      <a:lnTo>
                        <a:pt x="383" y="37"/>
                      </a:lnTo>
                      <a:lnTo>
                        <a:pt x="400" y="53"/>
                      </a:lnTo>
                      <a:lnTo>
                        <a:pt x="516" y="53"/>
                      </a:lnTo>
                      <a:lnTo>
                        <a:pt x="533" y="37"/>
                      </a:lnTo>
                      <a:lnTo>
                        <a:pt x="553" y="26"/>
                      </a:lnTo>
                      <a:lnTo>
                        <a:pt x="574" y="17"/>
                      </a:lnTo>
                      <a:lnTo>
                        <a:pt x="596" y="9"/>
                      </a:lnTo>
                      <a:lnTo>
                        <a:pt x="618" y="5"/>
                      </a:lnTo>
                      <a:lnTo>
                        <a:pt x="640" y="2"/>
                      </a:lnTo>
                      <a:lnTo>
                        <a:pt x="662" y="1"/>
                      </a:lnTo>
                      <a:lnTo>
                        <a:pt x="682" y="0"/>
                      </a:lnTo>
                      <a:lnTo>
                        <a:pt x="699" y="0"/>
                      </a:lnTo>
                      <a:lnTo>
                        <a:pt x="715" y="0"/>
                      </a:lnTo>
                      <a:lnTo>
                        <a:pt x="732" y="0"/>
                      </a:lnTo>
                      <a:lnTo>
                        <a:pt x="749" y="1"/>
                      </a:lnTo>
                      <a:lnTo>
                        <a:pt x="768" y="3"/>
                      </a:lnTo>
                      <a:lnTo>
                        <a:pt x="787" y="6"/>
                      </a:lnTo>
                      <a:lnTo>
                        <a:pt x="806" y="10"/>
                      </a:lnTo>
                      <a:lnTo>
                        <a:pt x="825" y="16"/>
                      </a:lnTo>
                      <a:lnTo>
                        <a:pt x="843" y="24"/>
                      </a:lnTo>
                      <a:lnTo>
                        <a:pt x="860" y="33"/>
                      </a:lnTo>
                      <a:lnTo>
                        <a:pt x="875" y="45"/>
                      </a:lnTo>
                      <a:lnTo>
                        <a:pt x="889" y="59"/>
                      </a:lnTo>
                      <a:lnTo>
                        <a:pt x="900" y="77"/>
                      </a:lnTo>
                      <a:lnTo>
                        <a:pt x="908" y="98"/>
                      </a:lnTo>
                      <a:lnTo>
                        <a:pt x="914" y="123"/>
                      </a:lnTo>
                      <a:lnTo>
                        <a:pt x="916" y="150"/>
                      </a:lnTo>
                      <a:lnTo>
                        <a:pt x="914" y="178"/>
                      </a:lnTo>
                      <a:lnTo>
                        <a:pt x="908" y="202"/>
                      </a:lnTo>
                      <a:lnTo>
                        <a:pt x="900" y="223"/>
                      </a:lnTo>
                      <a:lnTo>
                        <a:pt x="889" y="241"/>
                      </a:lnTo>
                      <a:lnTo>
                        <a:pt x="875" y="255"/>
                      </a:lnTo>
                      <a:lnTo>
                        <a:pt x="860" y="267"/>
                      </a:lnTo>
                      <a:lnTo>
                        <a:pt x="843" y="277"/>
                      </a:lnTo>
                      <a:lnTo>
                        <a:pt x="825" y="285"/>
                      </a:lnTo>
                      <a:lnTo>
                        <a:pt x="806" y="290"/>
                      </a:lnTo>
                      <a:lnTo>
                        <a:pt x="787" y="294"/>
                      </a:lnTo>
                      <a:lnTo>
                        <a:pt x="768" y="297"/>
                      </a:lnTo>
                      <a:lnTo>
                        <a:pt x="749" y="298"/>
                      </a:lnTo>
                      <a:lnTo>
                        <a:pt x="732" y="299"/>
                      </a:lnTo>
                      <a:lnTo>
                        <a:pt x="715" y="299"/>
                      </a:lnTo>
                      <a:lnTo>
                        <a:pt x="699" y="300"/>
                      </a:lnTo>
                      <a:lnTo>
                        <a:pt x="685" y="299"/>
                      </a:lnTo>
                      <a:lnTo>
                        <a:pt x="668" y="299"/>
                      </a:lnTo>
                      <a:lnTo>
                        <a:pt x="650" y="298"/>
                      </a:lnTo>
                      <a:lnTo>
                        <a:pt x="632" y="297"/>
                      </a:lnTo>
                      <a:lnTo>
                        <a:pt x="613" y="294"/>
                      </a:lnTo>
                      <a:lnTo>
                        <a:pt x="593" y="290"/>
                      </a:lnTo>
                      <a:lnTo>
                        <a:pt x="575" y="285"/>
                      </a:lnTo>
                      <a:lnTo>
                        <a:pt x="557" y="277"/>
                      </a:lnTo>
                      <a:lnTo>
                        <a:pt x="540" y="267"/>
                      </a:lnTo>
                      <a:lnTo>
                        <a:pt x="524" y="255"/>
                      </a:lnTo>
                      <a:lnTo>
                        <a:pt x="511" y="241"/>
                      </a:lnTo>
                      <a:lnTo>
                        <a:pt x="500" y="224"/>
                      </a:lnTo>
                      <a:lnTo>
                        <a:pt x="491" y="202"/>
                      </a:lnTo>
                      <a:lnTo>
                        <a:pt x="486" y="179"/>
                      </a:lnTo>
                      <a:lnTo>
                        <a:pt x="484" y="150"/>
                      </a:lnTo>
                      <a:lnTo>
                        <a:pt x="485" y="137"/>
                      </a:lnTo>
                      <a:lnTo>
                        <a:pt x="486" y="125"/>
                      </a:lnTo>
                      <a:lnTo>
                        <a:pt x="430" y="125"/>
                      </a:lnTo>
                      <a:lnTo>
                        <a:pt x="432" y="137"/>
                      </a:lnTo>
                      <a:lnTo>
                        <a:pt x="432" y="150"/>
                      </a:lnTo>
                      <a:lnTo>
                        <a:pt x="430" y="179"/>
                      </a:lnTo>
                      <a:lnTo>
                        <a:pt x="425" y="202"/>
                      </a:lnTo>
                      <a:lnTo>
                        <a:pt x="416" y="224"/>
                      </a:lnTo>
                      <a:lnTo>
                        <a:pt x="405" y="241"/>
                      </a:lnTo>
                      <a:lnTo>
                        <a:pt x="392" y="255"/>
                      </a:lnTo>
                      <a:lnTo>
                        <a:pt x="377" y="267"/>
                      </a:lnTo>
                      <a:lnTo>
                        <a:pt x="360" y="277"/>
                      </a:lnTo>
                      <a:lnTo>
                        <a:pt x="342" y="284"/>
                      </a:lnTo>
                      <a:lnTo>
                        <a:pt x="323" y="290"/>
                      </a:lnTo>
                      <a:lnTo>
                        <a:pt x="304" y="294"/>
                      </a:lnTo>
                      <a:lnTo>
                        <a:pt x="285" y="296"/>
                      </a:lnTo>
                      <a:lnTo>
                        <a:pt x="266" y="298"/>
                      </a:lnTo>
                      <a:lnTo>
                        <a:pt x="248" y="299"/>
                      </a:lnTo>
                      <a:lnTo>
                        <a:pt x="231" y="299"/>
                      </a:lnTo>
                      <a:lnTo>
                        <a:pt x="216" y="299"/>
                      </a:lnTo>
                      <a:lnTo>
                        <a:pt x="201" y="299"/>
                      </a:lnTo>
                      <a:lnTo>
                        <a:pt x="185" y="299"/>
                      </a:lnTo>
                      <a:lnTo>
                        <a:pt x="167" y="298"/>
                      </a:lnTo>
                      <a:lnTo>
                        <a:pt x="148" y="296"/>
                      </a:lnTo>
                      <a:lnTo>
                        <a:pt x="129" y="294"/>
                      </a:lnTo>
                      <a:lnTo>
                        <a:pt x="110" y="290"/>
                      </a:lnTo>
                      <a:lnTo>
                        <a:pt x="91" y="284"/>
                      </a:lnTo>
                      <a:lnTo>
                        <a:pt x="73" y="277"/>
                      </a:lnTo>
                      <a:lnTo>
                        <a:pt x="57" y="267"/>
                      </a:lnTo>
                      <a:lnTo>
                        <a:pt x="41" y="255"/>
                      </a:lnTo>
                      <a:lnTo>
                        <a:pt x="27" y="240"/>
                      </a:lnTo>
                      <a:lnTo>
                        <a:pt x="16" y="223"/>
                      </a:lnTo>
                      <a:lnTo>
                        <a:pt x="7" y="202"/>
                      </a:lnTo>
                      <a:lnTo>
                        <a:pt x="2" y="178"/>
                      </a:lnTo>
                      <a:lnTo>
                        <a:pt x="0" y="150"/>
                      </a:lnTo>
                      <a:lnTo>
                        <a:pt x="2" y="122"/>
                      </a:lnTo>
                      <a:lnTo>
                        <a:pt x="7" y="98"/>
                      </a:lnTo>
                      <a:lnTo>
                        <a:pt x="16" y="77"/>
                      </a:lnTo>
                      <a:lnTo>
                        <a:pt x="27" y="59"/>
                      </a:lnTo>
                      <a:lnTo>
                        <a:pt x="41" y="45"/>
                      </a:lnTo>
                      <a:lnTo>
                        <a:pt x="57" y="33"/>
                      </a:lnTo>
                      <a:lnTo>
                        <a:pt x="73" y="23"/>
                      </a:lnTo>
                      <a:lnTo>
                        <a:pt x="91" y="16"/>
                      </a:lnTo>
                      <a:lnTo>
                        <a:pt x="110" y="10"/>
                      </a:lnTo>
                      <a:lnTo>
                        <a:pt x="129" y="6"/>
                      </a:lnTo>
                      <a:lnTo>
                        <a:pt x="148" y="3"/>
                      </a:lnTo>
                      <a:lnTo>
                        <a:pt x="167" y="1"/>
                      </a:lnTo>
                      <a:lnTo>
                        <a:pt x="185" y="0"/>
                      </a:lnTo>
                      <a:lnTo>
                        <a:pt x="201" y="0"/>
                      </a:lnTo>
                      <a:lnTo>
                        <a:pt x="216"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9" name="Freeform 24"/>
                <p:cNvSpPr>
                  <a:spLocks noEditPoints="1"/>
                </p:cNvSpPr>
                <p:nvPr/>
              </p:nvSpPr>
              <p:spPr bwMode="auto">
                <a:xfrm>
                  <a:off x="2597" y="4335"/>
                  <a:ext cx="217" cy="124"/>
                </a:xfrm>
                <a:custGeom>
                  <a:avLst/>
                  <a:gdLst>
                    <a:gd name="T0" fmla="*/ 1796 w 2393"/>
                    <a:gd name="T1" fmla="*/ 704 h 1360"/>
                    <a:gd name="T2" fmla="*/ 1761 w 2393"/>
                    <a:gd name="T3" fmla="*/ 720 h 1360"/>
                    <a:gd name="T4" fmla="*/ 1590 w 2393"/>
                    <a:gd name="T5" fmla="*/ 904 h 1360"/>
                    <a:gd name="T6" fmla="*/ 1882 w 2393"/>
                    <a:gd name="T7" fmla="*/ 733 h 1360"/>
                    <a:gd name="T8" fmla="*/ 1851 w 2393"/>
                    <a:gd name="T9" fmla="*/ 709 h 1360"/>
                    <a:gd name="T10" fmla="*/ 1814 w 2393"/>
                    <a:gd name="T11" fmla="*/ 702 h 1360"/>
                    <a:gd name="T12" fmla="*/ 1831 w 2393"/>
                    <a:gd name="T13" fmla="*/ 20 h 1360"/>
                    <a:gd name="T14" fmla="*/ 1950 w 2393"/>
                    <a:gd name="T15" fmla="*/ 61 h 1360"/>
                    <a:gd name="T16" fmla="*/ 2057 w 2393"/>
                    <a:gd name="T17" fmla="*/ 121 h 1360"/>
                    <a:gd name="T18" fmla="*/ 2154 w 2393"/>
                    <a:gd name="T19" fmla="*/ 196 h 1360"/>
                    <a:gd name="T20" fmla="*/ 2235 w 2393"/>
                    <a:gd name="T21" fmla="*/ 286 h 1360"/>
                    <a:gd name="T22" fmla="*/ 2301 w 2393"/>
                    <a:gd name="T23" fmla="*/ 388 h 1360"/>
                    <a:gd name="T24" fmla="*/ 2352 w 2393"/>
                    <a:gd name="T25" fmla="*/ 501 h 1360"/>
                    <a:gd name="T26" fmla="*/ 2382 w 2393"/>
                    <a:gd name="T27" fmla="*/ 622 h 1360"/>
                    <a:gd name="T28" fmla="*/ 2393 w 2393"/>
                    <a:gd name="T29" fmla="*/ 748 h 1360"/>
                    <a:gd name="T30" fmla="*/ 2390 w 2393"/>
                    <a:gd name="T31" fmla="*/ 1230 h 1360"/>
                    <a:gd name="T32" fmla="*/ 2370 w 2393"/>
                    <a:gd name="T33" fmla="*/ 1282 h 1360"/>
                    <a:gd name="T34" fmla="*/ 2335 w 2393"/>
                    <a:gd name="T35" fmla="*/ 1324 h 1360"/>
                    <a:gd name="T36" fmla="*/ 2286 w 2393"/>
                    <a:gd name="T37" fmla="*/ 1351 h 1360"/>
                    <a:gd name="T38" fmla="*/ 2230 w 2393"/>
                    <a:gd name="T39" fmla="*/ 1360 h 1360"/>
                    <a:gd name="T40" fmla="*/ 129 w 2393"/>
                    <a:gd name="T41" fmla="*/ 1358 h 1360"/>
                    <a:gd name="T42" fmla="*/ 77 w 2393"/>
                    <a:gd name="T43" fmla="*/ 1339 h 1360"/>
                    <a:gd name="T44" fmla="*/ 36 w 2393"/>
                    <a:gd name="T45" fmla="*/ 1304 h 1360"/>
                    <a:gd name="T46" fmla="*/ 10 w 2393"/>
                    <a:gd name="T47" fmla="*/ 1256 h 1360"/>
                    <a:gd name="T48" fmla="*/ 0 w 2393"/>
                    <a:gd name="T49" fmla="*/ 1200 h 1360"/>
                    <a:gd name="T50" fmla="*/ 3 w 2393"/>
                    <a:gd name="T51" fmla="*/ 684 h 1360"/>
                    <a:gd name="T52" fmla="*/ 23 w 2393"/>
                    <a:gd name="T53" fmla="*/ 561 h 1360"/>
                    <a:gd name="T54" fmla="*/ 63 w 2393"/>
                    <a:gd name="T55" fmla="*/ 443 h 1360"/>
                    <a:gd name="T56" fmla="*/ 122 w 2393"/>
                    <a:gd name="T57" fmla="*/ 336 h 1360"/>
                    <a:gd name="T58" fmla="*/ 195 w 2393"/>
                    <a:gd name="T59" fmla="*/ 240 h 1360"/>
                    <a:gd name="T60" fmla="*/ 283 w 2393"/>
                    <a:gd name="T61" fmla="*/ 157 h 1360"/>
                    <a:gd name="T62" fmla="*/ 385 w 2393"/>
                    <a:gd name="T63" fmla="*/ 89 h 1360"/>
                    <a:gd name="T64" fmla="*/ 498 w 2393"/>
                    <a:gd name="T65" fmla="*/ 38 h 1360"/>
                    <a:gd name="T66" fmla="*/ 640 w 2393"/>
                    <a:gd name="T67" fmla="*/ 0 h 1360"/>
                    <a:gd name="T68" fmla="*/ 1748 w 2393"/>
                    <a:gd name="T69" fmla="*/ 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93" h="1360">
                      <a:moveTo>
                        <a:pt x="1814" y="702"/>
                      </a:moveTo>
                      <a:lnTo>
                        <a:pt x="1796" y="704"/>
                      </a:lnTo>
                      <a:lnTo>
                        <a:pt x="1778" y="709"/>
                      </a:lnTo>
                      <a:lnTo>
                        <a:pt x="1761" y="720"/>
                      </a:lnTo>
                      <a:lnTo>
                        <a:pt x="1746" y="733"/>
                      </a:lnTo>
                      <a:lnTo>
                        <a:pt x="1590" y="904"/>
                      </a:lnTo>
                      <a:lnTo>
                        <a:pt x="2038" y="904"/>
                      </a:lnTo>
                      <a:lnTo>
                        <a:pt x="1882" y="733"/>
                      </a:lnTo>
                      <a:lnTo>
                        <a:pt x="1867" y="719"/>
                      </a:lnTo>
                      <a:lnTo>
                        <a:pt x="1851" y="709"/>
                      </a:lnTo>
                      <a:lnTo>
                        <a:pt x="1833" y="703"/>
                      </a:lnTo>
                      <a:lnTo>
                        <a:pt x="1814" y="702"/>
                      </a:lnTo>
                      <a:close/>
                      <a:moveTo>
                        <a:pt x="1748" y="0"/>
                      </a:moveTo>
                      <a:lnTo>
                        <a:pt x="1831" y="20"/>
                      </a:lnTo>
                      <a:lnTo>
                        <a:pt x="1892" y="38"/>
                      </a:lnTo>
                      <a:lnTo>
                        <a:pt x="1950" y="61"/>
                      </a:lnTo>
                      <a:lnTo>
                        <a:pt x="2005" y="88"/>
                      </a:lnTo>
                      <a:lnTo>
                        <a:pt x="2057" y="121"/>
                      </a:lnTo>
                      <a:lnTo>
                        <a:pt x="2107" y="157"/>
                      </a:lnTo>
                      <a:lnTo>
                        <a:pt x="2154" y="196"/>
                      </a:lnTo>
                      <a:lnTo>
                        <a:pt x="2196" y="239"/>
                      </a:lnTo>
                      <a:lnTo>
                        <a:pt x="2235" y="286"/>
                      </a:lnTo>
                      <a:lnTo>
                        <a:pt x="2270" y="336"/>
                      </a:lnTo>
                      <a:lnTo>
                        <a:pt x="2301" y="388"/>
                      </a:lnTo>
                      <a:lnTo>
                        <a:pt x="2328" y="443"/>
                      </a:lnTo>
                      <a:lnTo>
                        <a:pt x="2352" y="501"/>
                      </a:lnTo>
                      <a:lnTo>
                        <a:pt x="2369" y="561"/>
                      </a:lnTo>
                      <a:lnTo>
                        <a:pt x="2382" y="622"/>
                      </a:lnTo>
                      <a:lnTo>
                        <a:pt x="2390" y="684"/>
                      </a:lnTo>
                      <a:lnTo>
                        <a:pt x="2393" y="748"/>
                      </a:lnTo>
                      <a:lnTo>
                        <a:pt x="2393" y="1200"/>
                      </a:lnTo>
                      <a:lnTo>
                        <a:pt x="2390" y="1230"/>
                      </a:lnTo>
                      <a:lnTo>
                        <a:pt x="2383" y="1256"/>
                      </a:lnTo>
                      <a:lnTo>
                        <a:pt x="2370" y="1282"/>
                      </a:lnTo>
                      <a:lnTo>
                        <a:pt x="2354" y="1304"/>
                      </a:lnTo>
                      <a:lnTo>
                        <a:pt x="2335" y="1324"/>
                      </a:lnTo>
                      <a:lnTo>
                        <a:pt x="2311" y="1339"/>
                      </a:lnTo>
                      <a:lnTo>
                        <a:pt x="2286" y="1351"/>
                      </a:lnTo>
                      <a:lnTo>
                        <a:pt x="2259" y="1358"/>
                      </a:lnTo>
                      <a:lnTo>
                        <a:pt x="2230" y="1360"/>
                      </a:lnTo>
                      <a:lnTo>
                        <a:pt x="157" y="1360"/>
                      </a:lnTo>
                      <a:lnTo>
                        <a:pt x="129" y="1358"/>
                      </a:lnTo>
                      <a:lnTo>
                        <a:pt x="101" y="1351"/>
                      </a:lnTo>
                      <a:lnTo>
                        <a:pt x="77" y="1339"/>
                      </a:lnTo>
                      <a:lnTo>
                        <a:pt x="55" y="1324"/>
                      </a:lnTo>
                      <a:lnTo>
                        <a:pt x="36" y="1304"/>
                      </a:lnTo>
                      <a:lnTo>
                        <a:pt x="21" y="1282"/>
                      </a:lnTo>
                      <a:lnTo>
                        <a:pt x="10" y="1256"/>
                      </a:lnTo>
                      <a:lnTo>
                        <a:pt x="3" y="1230"/>
                      </a:lnTo>
                      <a:lnTo>
                        <a:pt x="0" y="1200"/>
                      </a:lnTo>
                      <a:lnTo>
                        <a:pt x="0" y="748"/>
                      </a:lnTo>
                      <a:lnTo>
                        <a:pt x="3" y="684"/>
                      </a:lnTo>
                      <a:lnTo>
                        <a:pt x="11" y="622"/>
                      </a:lnTo>
                      <a:lnTo>
                        <a:pt x="23" y="561"/>
                      </a:lnTo>
                      <a:lnTo>
                        <a:pt x="41" y="501"/>
                      </a:lnTo>
                      <a:lnTo>
                        <a:pt x="63" y="443"/>
                      </a:lnTo>
                      <a:lnTo>
                        <a:pt x="90" y="389"/>
                      </a:lnTo>
                      <a:lnTo>
                        <a:pt x="122" y="336"/>
                      </a:lnTo>
                      <a:lnTo>
                        <a:pt x="156" y="286"/>
                      </a:lnTo>
                      <a:lnTo>
                        <a:pt x="195" y="240"/>
                      </a:lnTo>
                      <a:lnTo>
                        <a:pt x="237" y="196"/>
                      </a:lnTo>
                      <a:lnTo>
                        <a:pt x="283" y="157"/>
                      </a:lnTo>
                      <a:lnTo>
                        <a:pt x="332" y="121"/>
                      </a:lnTo>
                      <a:lnTo>
                        <a:pt x="385" y="89"/>
                      </a:lnTo>
                      <a:lnTo>
                        <a:pt x="440" y="62"/>
                      </a:lnTo>
                      <a:lnTo>
                        <a:pt x="498" y="38"/>
                      </a:lnTo>
                      <a:lnTo>
                        <a:pt x="559" y="20"/>
                      </a:lnTo>
                      <a:lnTo>
                        <a:pt x="640" y="0"/>
                      </a:lnTo>
                      <a:lnTo>
                        <a:pt x="1193" y="1280"/>
                      </a:lnTo>
                      <a:lnTo>
                        <a:pt x="1748"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52" name="Freeform 25"/>
                <p:cNvSpPr/>
                <p:nvPr/>
              </p:nvSpPr>
              <p:spPr bwMode="auto">
                <a:xfrm>
                  <a:off x="2689" y="4347"/>
                  <a:ext cx="34" cy="83"/>
                </a:xfrm>
                <a:custGeom>
                  <a:avLst/>
                  <a:gdLst>
                    <a:gd name="T0" fmla="*/ 135 w 373"/>
                    <a:gd name="T1" fmla="*/ 0 h 915"/>
                    <a:gd name="T2" fmla="*/ 237 w 373"/>
                    <a:gd name="T3" fmla="*/ 0 h 915"/>
                    <a:gd name="T4" fmla="*/ 258 w 373"/>
                    <a:gd name="T5" fmla="*/ 2 h 915"/>
                    <a:gd name="T6" fmla="*/ 278 w 373"/>
                    <a:gd name="T7" fmla="*/ 9 h 915"/>
                    <a:gd name="T8" fmla="*/ 295 w 373"/>
                    <a:gd name="T9" fmla="*/ 21 h 915"/>
                    <a:gd name="T10" fmla="*/ 310 w 373"/>
                    <a:gd name="T11" fmla="*/ 36 h 915"/>
                    <a:gd name="T12" fmla="*/ 321 w 373"/>
                    <a:gd name="T13" fmla="*/ 53 h 915"/>
                    <a:gd name="T14" fmla="*/ 328 w 373"/>
                    <a:gd name="T15" fmla="*/ 74 h 915"/>
                    <a:gd name="T16" fmla="*/ 366 w 373"/>
                    <a:gd name="T17" fmla="*/ 234 h 915"/>
                    <a:gd name="T18" fmla="*/ 368 w 373"/>
                    <a:gd name="T19" fmla="*/ 257 h 915"/>
                    <a:gd name="T20" fmla="*/ 365 w 373"/>
                    <a:gd name="T21" fmla="*/ 281 h 915"/>
                    <a:gd name="T22" fmla="*/ 357 w 373"/>
                    <a:gd name="T23" fmla="*/ 301 h 915"/>
                    <a:gd name="T24" fmla="*/ 345 w 373"/>
                    <a:gd name="T25" fmla="*/ 319 h 915"/>
                    <a:gd name="T26" fmla="*/ 329 w 373"/>
                    <a:gd name="T27" fmla="*/ 334 h 915"/>
                    <a:gd name="T28" fmla="*/ 309 w 373"/>
                    <a:gd name="T29" fmla="*/ 345 h 915"/>
                    <a:gd name="T30" fmla="*/ 287 w 373"/>
                    <a:gd name="T31" fmla="*/ 351 h 915"/>
                    <a:gd name="T32" fmla="*/ 373 w 373"/>
                    <a:gd name="T33" fmla="*/ 438 h 915"/>
                    <a:gd name="T34" fmla="*/ 187 w 373"/>
                    <a:gd name="T35" fmla="*/ 915 h 915"/>
                    <a:gd name="T36" fmla="*/ 0 w 373"/>
                    <a:gd name="T37" fmla="*/ 438 h 915"/>
                    <a:gd name="T38" fmla="*/ 85 w 373"/>
                    <a:gd name="T39" fmla="*/ 351 h 915"/>
                    <a:gd name="T40" fmla="*/ 63 w 373"/>
                    <a:gd name="T41" fmla="*/ 345 h 915"/>
                    <a:gd name="T42" fmla="*/ 44 w 373"/>
                    <a:gd name="T43" fmla="*/ 334 h 915"/>
                    <a:gd name="T44" fmla="*/ 27 w 373"/>
                    <a:gd name="T45" fmla="*/ 319 h 915"/>
                    <a:gd name="T46" fmla="*/ 15 w 373"/>
                    <a:gd name="T47" fmla="*/ 301 h 915"/>
                    <a:gd name="T48" fmla="*/ 7 w 373"/>
                    <a:gd name="T49" fmla="*/ 281 h 915"/>
                    <a:gd name="T50" fmla="*/ 4 w 373"/>
                    <a:gd name="T51" fmla="*/ 257 h 915"/>
                    <a:gd name="T52" fmla="*/ 6 w 373"/>
                    <a:gd name="T53" fmla="*/ 234 h 915"/>
                    <a:gd name="T54" fmla="*/ 44 w 373"/>
                    <a:gd name="T55" fmla="*/ 74 h 915"/>
                    <a:gd name="T56" fmla="*/ 52 w 373"/>
                    <a:gd name="T57" fmla="*/ 53 h 915"/>
                    <a:gd name="T58" fmla="*/ 63 w 373"/>
                    <a:gd name="T59" fmla="*/ 36 h 915"/>
                    <a:gd name="T60" fmla="*/ 77 w 373"/>
                    <a:gd name="T61" fmla="*/ 21 h 915"/>
                    <a:gd name="T62" fmla="*/ 95 w 373"/>
                    <a:gd name="T63" fmla="*/ 9 h 915"/>
                    <a:gd name="T64" fmla="*/ 114 w 373"/>
                    <a:gd name="T65" fmla="*/ 2 h 915"/>
                    <a:gd name="T66" fmla="*/ 135 w 373"/>
                    <a:gd name="T67" fmla="*/ 0 h 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3" h="915">
                      <a:moveTo>
                        <a:pt x="135" y="0"/>
                      </a:moveTo>
                      <a:lnTo>
                        <a:pt x="237" y="0"/>
                      </a:lnTo>
                      <a:lnTo>
                        <a:pt x="258" y="2"/>
                      </a:lnTo>
                      <a:lnTo>
                        <a:pt x="278" y="9"/>
                      </a:lnTo>
                      <a:lnTo>
                        <a:pt x="295" y="21"/>
                      </a:lnTo>
                      <a:lnTo>
                        <a:pt x="310" y="36"/>
                      </a:lnTo>
                      <a:lnTo>
                        <a:pt x="321" y="53"/>
                      </a:lnTo>
                      <a:lnTo>
                        <a:pt x="328" y="74"/>
                      </a:lnTo>
                      <a:lnTo>
                        <a:pt x="366" y="234"/>
                      </a:lnTo>
                      <a:lnTo>
                        <a:pt x="368" y="257"/>
                      </a:lnTo>
                      <a:lnTo>
                        <a:pt x="365" y="281"/>
                      </a:lnTo>
                      <a:lnTo>
                        <a:pt x="357" y="301"/>
                      </a:lnTo>
                      <a:lnTo>
                        <a:pt x="345" y="319"/>
                      </a:lnTo>
                      <a:lnTo>
                        <a:pt x="329" y="334"/>
                      </a:lnTo>
                      <a:lnTo>
                        <a:pt x="309" y="345"/>
                      </a:lnTo>
                      <a:lnTo>
                        <a:pt x="287" y="351"/>
                      </a:lnTo>
                      <a:lnTo>
                        <a:pt x="373" y="438"/>
                      </a:lnTo>
                      <a:lnTo>
                        <a:pt x="187" y="915"/>
                      </a:lnTo>
                      <a:lnTo>
                        <a:pt x="0" y="438"/>
                      </a:lnTo>
                      <a:lnTo>
                        <a:pt x="85" y="351"/>
                      </a:lnTo>
                      <a:lnTo>
                        <a:pt x="63" y="345"/>
                      </a:lnTo>
                      <a:lnTo>
                        <a:pt x="44" y="334"/>
                      </a:lnTo>
                      <a:lnTo>
                        <a:pt x="27" y="319"/>
                      </a:lnTo>
                      <a:lnTo>
                        <a:pt x="15" y="301"/>
                      </a:lnTo>
                      <a:lnTo>
                        <a:pt x="7" y="281"/>
                      </a:lnTo>
                      <a:lnTo>
                        <a:pt x="4" y="257"/>
                      </a:lnTo>
                      <a:lnTo>
                        <a:pt x="6" y="234"/>
                      </a:lnTo>
                      <a:lnTo>
                        <a:pt x="44" y="74"/>
                      </a:lnTo>
                      <a:lnTo>
                        <a:pt x="52" y="53"/>
                      </a:lnTo>
                      <a:lnTo>
                        <a:pt x="63" y="36"/>
                      </a:lnTo>
                      <a:lnTo>
                        <a:pt x="77" y="21"/>
                      </a:lnTo>
                      <a:lnTo>
                        <a:pt x="95" y="9"/>
                      </a:lnTo>
                      <a:lnTo>
                        <a:pt x="114" y="2"/>
                      </a:lnTo>
                      <a:lnTo>
                        <a:pt x="135"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grpSp>
          <p:sp>
            <p:nvSpPr>
              <p:cNvPr id="44" name="椭圆 43"/>
              <p:cNvSpPr/>
              <p:nvPr/>
            </p:nvSpPr>
            <p:spPr>
              <a:xfrm>
                <a:off x="809944" y="4637862"/>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nvGrpSpPr>
            <p:cNvPr id="37" name="组合 36"/>
            <p:cNvGrpSpPr/>
            <p:nvPr/>
          </p:nvGrpSpPr>
          <p:grpSpPr>
            <a:xfrm>
              <a:off x="1865189" y="4782240"/>
              <a:ext cx="848538" cy="848538"/>
              <a:chOff x="2418701" y="4675290"/>
              <a:chExt cx="848538" cy="848538"/>
            </a:xfrm>
          </p:grpSpPr>
          <p:sp>
            <p:nvSpPr>
              <p:cNvPr id="41" name="Freeform 11"/>
              <p:cNvSpPr>
                <a:spLocks noEditPoints="1"/>
              </p:cNvSpPr>
              <p:nvPr/>
            </p:nvSpPr>
            <p:spPr bwMode="auto">
              <a:xfrm flipH="1">
                <a:off x="2635681" y="4884457"/>
                <a:ext cx="350410" cy="430205"/>
              </a:xfrm>
              <a:custGeom>
                <a:avLst/>
                <a:gdLst>
                  <a:gd name="T0" fmla="*/ 1930 w 2831"/>
                  <a:gd name="T1" fmla="*/ 2787 h 3472"/>
                  <a:gd name="T2" fmla="*/ 1791 w 2831"/>
                  <a:gd name="T3" fmla="*/ 2855 h 3472"/>
                  <a:gd name="T4" fmla="*/ 2114 w 2831"/>
                  <a:gd name="T5" fmla="*/ 3172 h 3472"/>
                  <a:gd name="T6" fmla="*/ 2628 w 2831"/>
                  <a:gd name="T7" fmla="*/ 2656 h 3472"/>
                  <a:gd name="T8" fmla="*/ 2538 w 2831"/>
                  <a:gd name="T9" fmla="*/ 2529 h 3472"/>
                  <a:gd name="T10" fmla="*/ 1440 w 2831"/>
                  <a:gd name="T11" fmla="*/ 2529 h 3472"/>
                  <a:gd name="T12" fmla="*/ 914 w 2831"/>
                  <a:gd name="T13" fmla="*/ 2569 h 3472"/>
                  <a:gd name="T14" fmla="*/ 928 w 2831"/>
                  <a:gd name="T15" fmla="*/ 2433 h 3472"/>
                  <a:gd name="T16" fmla="*/ 807 w 2831"/>
                  <a:gd name="T17" fmla="*/ 2382 h 3472"/>
                  <a:gd name="T18" fmla="*/ 439 w 2831"/>
                  <a:gd name="T19" fmla="*/ 2514 h 3472"/>
                  <a:gd name="T20" fmla="*/ 470 w 2831"/>
                  <a:gd name="T21" fmla="*/ 2433 h 3472"/>
                  <a:gd name="T22" fmla="*/ 2186 w 2831"/>
                  <a:gd name="T23" fmla="*/ 2182 h 3472"/>
                  <a:gd name="T24" fmla="*/ 2642 w 2831"/>
                  <a:gd name="T25" fmla="*/ 2371 h 3472"/>
                  <a:gd name="T26" fmla="*/ 2831 w 2831"/>
                  <a:gd name="T27" fmla="*/ 2827 h 3472"/>
                  <a:gd name="T28" fmla="*/ 2642 w 2831"/>
                  <a:gd name="T29" fmla="*/ 3283 h 3472"/>
                  <a:gd name="T30" fmla="*/ 2186 w 2831"/>
                  <a:gd name="T31" fmla="*/ 3472 h 3472"/>
                  <a:gd name="T32" fmla="*/ 1729 w 2831"/>
                  <a:gd name="T33" fmla="*/ 3283 h 3472"/>
                  <a:gd name="T34" fmla="*/ 1540 w 2831"/>
                  <a:gd name="T35" fmla="*/ 2827 h 3472"/>
                  <a:gd name="T36" fmla="*/ 1729 w 2831"/>
                  <a:gd name="T37" fmla="*/ 2371 h 3472"/>
                  <a:gd name="T38" fmla="*/ 2186 w 2831"/>
                  <a:gd name="T39" fmla="*/ 2182 h 3472"/>
                  <a:gd name="T40" fmla="*/ 1540 w 2831"/>
                  <a:gd name="T41" fmla="*/ 2083 h 3472"/>
                  <a:gd name="T42" fmla="*/ 914 w 2831"/>
                  <a:gd name="T43" fmla="*/ 2123 h 3472"/>
                  <a:gd name="T44" fmla="*/ 928 w 2831"/>
                  <a:gd name="T45" fmla="*/ 1986 h 3472"/>
                  <a:gd name="T46" fmla="*/ 807 w 2831"/>
                  <a:gd name="T47" fmla="*/ 1957 h 3472"/>
                  <a:gd name="T48" fmla="*/ 439 w 2831"/>
                  <a:gd name="T49" fmla="*/ 2088 h 3472"/>
                  <a:gd name="T50" fmla="*/ 470 w 2831"/>
                  <a:gd name="T51" fmla="*/ 2007 h 3472"/>
                  <a:gd name="T52" fmla="*/ 944 w 2831"/>
                  <a:gd name="T53" fmla="*/ 1588 h 3472"/>
                  <a:gd name="T54" fmla="*/ 1786 w 2831"/>
                  <a:gd name="T55" fmla="*/ 1702 h 3472"/>
                  <a:gd name="T56" fmla="*/ 904 w 2831"/>
                  <a:gd name="T57" fmla="*/ 1716 h 3472"/>
                  <a:gd name="T58" fmla="*/ 944 w 2831"/>
                  <a:gd name="T59" fmla="*/ 1588 h 3472"/>
                  <a:gd name="T60" fmla="*/ 800 w 2831"/>
                  <a:gd name="T61" fmla="*/ 1548 h 3472"/>
                  <a:gd name="T62" fmla="*/ 430 w 2831"/>
                  <a:gd name="T63" fmla="*/ 1656 h 3472"/>
                  <a:gd name="T64" fmla="*/ 484 w 2831"/>
                  <a:gd name="T65" fmla="*/ 1589 h 3472"/>
                  <a:gd name="T66" fmla="*/ 1738 w 2831"/>
                  <a:gd name="T67" fmla="*/ 1140 h 3472"/>
                  <a:gd name="T68" fmla="*/ 1778 w 2831"/>
                  <a:gd name="T69" fmla="*/ 1269 h 3472"/>
                  <a:gd name="T70" fmla="*/ 896 w 2831"/>
                  <a:gd name="T71" fmla="*/ 1255 h 3472"/>
                  <a:gd name="T72" fmla="*/ 769 w 2831"/>
                  <a:gd name="T73" fmla="*/ 1030 h 3472"/>
                  <a:gd name="T74" fmla="*/ 616 w 2831"/>
                  <a:gd name="T75" fmla="*/ 1312 h 3472"/>
                  <a:gd name="T76" fmla="*/ 423 w 2831"/>
                  <a:gd name="T77" fmla="*/ 1202 h 3472"/>
                  <a:gd name="T78" fmla="*/ 496 w 2831"/>
                  <a:gd name="T79" fmla="*/ 1154 h 3472"/>
                  <a:gd name="T80" fmla="*/ 548 w 2831"/>
                  <a:gd name="T81" fmla="*/ 372 h 3472"/>
                  <a:gd name="T82" fmla="*/ 681 w 2831"/>
                  <a:gd name="T83" fmla="*/ 618 h 3472"/>
                  <a:gd name="T84" fmla="*/ 1588 w 2831"/>
                  <a:gd name="T85" fmla="*/ 597 h 3472"/>
                  <a:gd name="T86" fmla="*/ 1683 w 2831"/>
                  <a:gd name="T87" fmla="*/ 347 h 3472"/>
                  <a:gd name="T88" fmla="*/ 2201 w 2831"/>
                  <a:gd name="T89" fmla="*/ 438 h 3472"/>
                  <a:gd name="T90" fmla="*/ 2118 w 2831"/>
                  <a:gd name="T91" fmla="*/ 2037 h 3472"/>
                  <a:gd name="T92" fmla="*/ 1412 w 2831"/>
                  <a:gd name="T93" fmla="*/ 3005 h 3472"/>
                  <a:gd name="T94" fmla="*/ 47 w 2831"/>
                  <a:gd name="T95" fmla="*/ 3054 h 3472"/>
                  <a:gd name="T96" fmla="*/ 21 w 2831"/>
                  <a:gd name="T97" fmla="*/ 455 h 3472"/>
                  <a:gd name="T98" fmla="*/ 1118 w 2831"/>
                  <a:gd name="T99" fmla="*/ 99 h 3472"/>
                  <a:gd name="T100" fmla="*/ 1053 w 2831"/>
                  <a:gd name="T101" fmla="*/ 211 h 3472"/>
                  <a:gd name="T102" fmla="*/ 1182 w 2831"/>
                  <a:gd name="T103" fmla="*/ 211 h 3472"/>
                  <a:gd name="T104" fmla="*/ 1118 w 2831"/>
                  <a:gd name="T105" fmla="*/ 99 h 3472"/>
                  <a:gd name="T106" fmla="*/ 1268 w 2831"/>
                  <a:gd name="T107" fmla="*/ 85 h 3472"/>
                  <a:gd name="T108" fmla="*/ 1328 w 2831"/>
                  <a:gd name="T109" fmla="*/ 238 h 3472"/>
                  <a:gd name="T110" fmla="*/ 1564 w 2831"/>
                  <a:gd name="T111" fmla="*/ 312 h 3472"/>
                  <a:gd name="T112" fmla="*/ 1547 w 2831"/>
                  <a:gd name="T113" fmla="*/ 503 h 3472"/>
                  <a:gd name="T114" fmla="*/ 711 w 2831"/>
                  <a:gd name="T115" fmla="*/ 521 h 3472"/>
                  <a:gd name="T116" fmla="*/ 657 w 2831"/>
                  <a:gd name="T117" fmla="*/ 338 h 3472"/>
                  <a:gd name="T118" fmla="*/ 889 w 2831"/>
                  <a:gd name="T119" fmla="*/ 245 h 3472"/>
                  <a:gd name="T120" fmla="*/ 954 w 2831"/>
                  <a:gd name="T121" fmla="*/ 112 h 3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31" h="3471">
                    <a:moveTo>
                      <a:pt x="2538" y="2529"/>
                    </a:moveTo>
                    <a:lnTo>
                      <a:pt x="2517" y="2531"/>
                    </a:lnTo>
                    <a:lnTo>
                      <a:pt x="2496" y="2537"/>
                    </a:lnTo>
                    <a:lnTo>
                      <a:pt x="2476" y="2547"/>
                    </a:lnTo>
                    <a:lnTo>
                      <a:pt x="2459" y="2563"/>
                    </a:lnTo>
                    <a:lnTo>
                      <a:pt x="2124" y="2939"/>
                    </a:lnTo>
                    <a:lnTo>
                      <a:pt x="1950" y="2800"/>
                    </a:lnTo>
                    <a:lnTo>
                      <a:pt x="1930" y="2787"/>
                    </a:lnTo>
                    <a:lnTo>
                      <a:pt x="1909" y="2780"/>
                    </a:lnTo>
                    <a:lnTo>
                      <a:pt x="1888" y="2778"/>
                    </a:lnTo>
                    <a:lnTo>
                      <a:pt x="1866" y="2780"/>
                    </a:lnTo>
                    <a:lnTo>
                      <a:pt x="1845" y="2787"/>
                    </a:lnTo>
                    <a:lnTo>
                      <a:pt x="1826" y="2799"/>
                    </a:lnTo>
                    <a:lnTo>
                      <a:pt x="1810" y="2814"/>
                    </a:lnTo>
                    <a:lnTo>
                      <a:pt x="1797" y="2834"/>
                    </a:lnTo>
                    <a:lnTo>
                      <a:pt x="1791" y="2855"/>
                    </a:lnTo>
                    <a:lnTo>
                      <a:pt x="1788" y="2876"/>
                    </a:lnTo>
                    <a:lnTo>
                      <a:pt x="1791" y="2899"/>
                    </a:lnTo>
                    <a:lnTo>
                      <a:pt x="1797" y="2920"/>
                    </a:lnTo>
                    <a:lnTo>
                      <a:pt x="1809" y="2938"/>
                    </a:lnTo>
                    <a:lnTo>
                      <a:pt x="1826" y="2954"/>
                    </a:lnTo>
                    <a:lnTo>
                      <a:pt x="2073" y="3152"/>
                    </a:lnTo>
                    <a:lnTo>
                      <a:pt x="2093" y="3165"/>
                    </a:lnTo>
                    <a:lnTo>
                      <a:pt x="2114" y="3172"/>
                    </a:lnTo>
                    <a:lnTo>
                      <a:pt x="2135" y="3174"/>
                    </a:lnTo>
                    <a:lnTo>
                      <a:pt x="2156" y="3172"/>
                    </a:lnTo>
                    <a:lnTo>
                      <a:pt x="2175" y="3166"/>
                    </a:lnTo>
                    <a:lnTo>
                      <a:pt x="2194" y="3155"/>
                    </a:lnTo>
                    <a:lnTo>
                      <a:pt x="2210" y="3142"/>
                    </a:lnTo>
                    <a:lnTo>
                      <a:pt x="2607" y="2694"/>
                    </a:lnTo>
                    <a:lnTo>
                      <a:pt x="2620" y="2676"/>
                    </a:lnTo>
                    <a:lnTo>
                      <a:pt x="2628" y="2656"/>
                    </a:lnTo>
                    <a:lnTo>
                      <a:pt x="2633" y="2633"/>
                    </a:lnTo>
                    <a:lnTo>
                      <a:pt x="2631" y="2612"/>
                    </a:lnTo>
                    <a:lnTo>
                      <a:pt x="2625" y="2591"/>
                    </a:lnTo>
                    <a:lnTo>
                      <a:pt x="2615" y="2571"/>
                    </a:lnTo>
                    <a:lnTo>
                      <a:pt x="2599" y="2555"/>
                    </a:lnTo>
                    <a:lnTo>
                      <a:pt x="2580" y="2542"/>
                    </a:lnTo>
                    <a:lnTo>
                      <a:pt x="2560" y="2534"/>
                    </a:lnTo>
                    <a:lnTo>
                      <a:pt x="2538" y="2529"/>
                    </a:lnTo>
                    <a:close/>
                    <a:moveTo>
                      <a:pt x="944" y="2430"/>
                    </a:moveTo>
                    <a:lnTo>
                      <a:pt x="1391" y="2430"/>
                    </a:lnTo>
                    <a:lnTo>
                      <a:pt x="1406" y="2433"/>
                    </a:lnTo>
                    <a:lnTo>
                      <a:pt x="1420" y="2440"/>
                    </a:lnTo>
                    <a:lnTo>
                      <a:pt x="1431" y="2450"/>
                    </a:lnTo>
                    <a:lnTo>
                      <a:pt x="1438" y="2464"/>
                    </a:lnTo>
                    <a:lnTo>
                      <a:pt x="1440" y="2480"/>
                    </a:lnTo>
                    <a:lnTo>
                      <a:pt x="1440" y="2529"/>
                    </a:lnTo>
                    <a:lnTo>
                      <a:pt x="1438" y="2545"/>
                    </a:lnTo>
                    <a:lnTo>
                      <a:pt x="1431" y="2559"/>
                    </a:lnTo>
                    <a:lnTo>
                      <a:pt x="1420" y="2569"/>
                    </a:lnTo>
                    <a:lnTo>
                      <a:pt x="1406" y="2577"/>
                    </a:lnTo>
                    <a:lnTo>
                      <a:pt x="1391" y="2579"/>
                    </a:lnTo>
                    <a:lnTo>
                      <a:pt x="944" y="2579"/>
                    </a:lnTo>
                    <a:lnTo>
                      <a:pt x="928" y="2577"/>
                    </a:lnTo>
                    <a:lnTo>
                      <a:pt x="914" y="2569"/>
                    </a:lnTo>
                    <a:lnTo>
                      <a:pt x="904" y="2559"/>
                    </a:lnTo>
                    <a:lnTo>
                      <a:pt x="896" y="2545"/>
                    </a:lnTo>
                    <a:lnTo>
                      <a:pt x="894" y="2529"/>
                    </a:lnTo>
                    <a:lnTo>
                      <a:pt x="894" y="2480"/>
                    </a:lnTo>
                    <a:lnTo>
                      <a:pt x="896" y="2464"/>
                    </a:lnTo>
                    <a:lnTo>
                      <a:pt x="904" y="2450"/>
                    </a:lnTo>
                    <a:lnTo>
                      <a:pt x="914" y="2440"/>
                    </a:lnTo>
                    <a:lnTo>
                      <a:pt x="928" y="2433"/>
                    </a:lnTo>
                    <a:lnTo>
                      <a:pt x="944" y="2430"/>
                    </a:lnTo>
                    <a:close/>
                    <a:moveTo>
                      <a:pt x="769" y="2319"/>
                    </a:moveTo>
                    <a:lnTo>
                      <a:pt x="783" y="2322"/>
                    </a:lnTo>
                    <a:lnTo>
                      <a:pt x="795" y="2330"/>
                    </a:lnTo>
                    <a:lnTo>
                      <a:pt x="805" y="2341"/>
                    </a:lnTo>
                    <a:lnTo>
                      <a:pt x="810" y="2355"/>
                    </a:lnTo>
                    <a:lnTo>
                      <a:pt x="810" y="2368"/>
                    </a:lnTo>
                    <a:lnTo>
                      <a:pt x="807" y="2382"/>
                    </a:lnTo>
                    <a:lnTo>
                      <a:pt x="800" y="2395"/>
                    </a:lnTo>
                    <a:lnTo>
                      <a:pt x="616" y="2600"/>
                    </a:lnTo>
                    <a:lnTo>
                      <a:pt x="606" y="2608"/>
                    </a:lnTo>
                    <a:lnTo>
                      <a:pt x="594" y="2613"/>
                    </a:lnTo>
                    <a:lnTo>
                      <a:pt x="581" y="2616"/>
                    </a:lnTo>
                    <a:lnTo>
                      <a:pt x="567" y="2612"/>
                    </a:lnTo>
                    <a:lnTo>
                      <a:pt x="553" y="2605"/>
                    </a:lnTo>
                    <a:lnTo>
                      <a:pt x="439" y="2514"/>
                    </a:lnTo>
                    <a:lnTo>
                      <a:pt x="430" y="2503"/>
                    </a:lnTo>
                    <a:lnTo>
                      <a:pt x="423" y="2490"/>
                    </a:lnTo>
                    <a:lnTo>
                      <a:pt x="422" y="2477"/>
                    </a:lnTo>
                    <a:lnTo>
                      <a:pt x="425" y="2463"/>
                    </a:lnTo>
                    <a:lnTo>
                      <a:pt x="432" y="2449"/>
                    </a:lnTo>
                    <a:lnTo>
                      <a:pt x="442" y="2440"/>
                    </a:lnTo>
                    <a:lnTo>
                      <a:pt x="456" y="2435"/>
                    </a:lnTo>
                    <a:lnTo>
                      <a:pt x="470" y="2433"/>
                    </a:lnTo>
                    <a:lnTo>
                      <a:pt x="484" y="2436"/>
                    </a:lnTo>
                    <a:lnTo>
                      <a:pt x="496" y="2443"/>
                    </a:lnTo>
                    <a:lnTo>
                      <a:pt x="576" y="2507"/>
                    </a:lnTo>
                    <a:lnTo>
                      <a:pt x="731" y="2334"/>
                    </a:lnTo>
                    <a:lnTo>
                      <a:pt x="742" y="2324"/>
                    </a:lnTo>
                    <a:lnTo>
                      <a:pt x="755" y="2320"/>
                    </a:lnTo>
                    <a:lnTo>
                      <a:pt x="769" y="2319"/>
                    </a:lnTo>
                    <a:close/>
                    <a:moveTo>
                      <a:pt x="2186" y="2182"/>
                    </a:moveTo>
                    <a:lnTo>
                      <a:pt x="2251" y="2185"/>
                    </a:lnTo>
                    <a:lnTo>
                      <a:pt x="2316" y="2196"/>
                    </a:lnTo>
                    <a:lnTo>
                      <a:pt x="2378" y="2212"/>
                    </a:lnTo>
                    <a:lnTo>
                      <a:pt x="2437" y="2233"/>
                    </a:lnTo>
                    <a:lnTo>
                      <a:pt x="2494" y="2260"/>
                    </a:lnTo>
                    <a:lnTo>
                      <a:pt x="2546" y="2293"/>
                    </a:lnTo>
                    <a:lnTo>
                      <a:pt x="2596" y="2329"/>
                    </a:lnTo>
                    <a:lnTo>
                      <a:pt x="2642" y="2371"/>
                    </a:lnTo>
                    <a:lnTo>
                      <a:pt x="2683" y="2417"/>
                    </a:lnTo>
                    <a:lnTo>
                      <a:pt x="2721" y="2466"/>
                    </a:lnTo>
                    <a:lnTo>
                      <a:pt x="2753" y="2520"/>
                    </a:lnTo>
                    <a:lnTo>
                      <a:pt x="2780" y="2577"/>
                    </a:lnTo>
                    <a:lnTo>
                      <a:pt x="2802" y="2636"/>
                    </a:lnTo>
                    <a:lnTo>
                      <a:pt x="2818" y="2698"/>
                    </a:lnTo>
                    <a:lnTo>
                      <a:pt x="2828" y="2761"/>
                    </a:lnTo>
                    <a:lnTo>
                      <a:pt x="2831" y="2827"/>
                    </a:lnTo>
                    <a:lnTo>
                      <a:pt x="2828" y="2893"/>
                    </a:lnTo>
                    <a:lnTo>
                      <a:pt x="2818" y="2958"/>
                    </a:lnTo>
                    <a:lnTo>
                      <a:pt x="2802" y="3019"/>
                    </a:lnTo>
                    <a:lnTo>
                      <a:pt x="2780" y="3079"/>
                    </a:lnTo>
                    <a:lnTo>
                      <a:pt x="2753" y="3134"/>
                    </a:lnTo>
                    <a:lnTo>
                      <a:pt x="2721" y="3188"/>
                    </a:lnTo>
                    <a:lnTo>
                      <a:pt x="2683" y="3237"/>
                    </a:lnTo>
                    <a:lnTo>
                      <a:pt x="2642" y="3283"/>
                    </a:lnTo>
                    <a:lnTo>
                      <a:pt x="2596" y="3325"/>
                    </a:lnTo>
                    <a:lnTo>
                      <a:pt x="2546" y="3362"/>
                    </a:lnTo>
                    <a:lnTo>
                      <a:pt x="2494" y="3394"/>
                    </a:lnTo>
                    <a:lnTo>
                      <a:pt x="2437" y="3421"/>
                    </a:lnTo>
                    <a:lnTo>
                      <a:pt x="2378" y="3443"/>
                    </a:lnTo>
                    <a:lnTo>
                      <a:pt x="2316" y="3459"/>
                    </a:lnTo>
                    <a:lnTo>
                      <a:pt x="2251" y="3469"/>
                    </a:lnTo>
                    <a:lnTo>
                      <a:pt x="2186" y="3472"/>
                    </a:lnTo>
                    <a:lnTo>
                      <a:pt x="2120" y="3469"/>
                    </a:lnTo>
                    <a:lnTo>
                      <a:pt x="2055" y="3459"/>
                    </a:lnTo>
                    <a:lnTo>
                      <a:pt x="1993" y="3443"/>
                    </a:lnTo>
                    <a:lnTo>
                      <a:pt x="1934" y="3421"/>
                    </a:lnTo>
                    <a:lnTo>
                      <a:pt x="1877" y="3394"/>
                    </a:lnTo>
                    <a:lnTo>
                      <a:pt x="1825" y="3362"/>
                    </a:lnTo>
                    <a:lnTo>
                      <a:pt x="1775" y="3325"/>
                    </a:lnTo>
                    <a:lnTo>
                      <a:pt x="1729" y="3283"/>
                    </a:lnTo>
                    <a:lnTo>
                      <a:pt x="1688" y="3237"/>
                    </a:lnTo>
                    <a:lnTo>
                      <a:pt x="1650" y="3188"/>
                    </a:lnTo>
                    <a:lnTo>
                      <a:pt x="1618" y="3134"/>
                    </a:lnTo>
                    <a:lnTo>
                      <a:pt x="1591" y="3079"/>
                    </a:lnTo>
                    <a:lnTo>
                      <a:pt x="1569" y="3019"/>
                    </a:lnTo>
                    <a:lnTo>
                      <a:pt x="1553" y="2958"/>
                    </a:lnTo>
                    <a:lnTo>
                      <a:pt x="1543" y="2893"/>
                    </a:lnTo>
                    <a:lnTo>
                      <a:pt x="1540" y="2827"/>
                    </a:lnTo>
                    <a:lnTo>
                      <a:pt x="1543" y="2761"/>
                    </a:lnTo>
                    <a:lnTo>
                      <a:pt x="1553" y="2698"/>
                    </a:lnTo>
                    <a:lnTo>
                      <a:pt x="1569" y="2636"/>
                    </a:lnTo>
                    <a:lnTo>
                      <a:pt x="1591" y="2577"/>
                    </a:lnTo>
                    <a:lnTo>
                      <a:pt x="1618" y="2520"/>
                    </a:lnTo>
                    <a:lnTo>
                      <a:pt x="1650" y="2466"/>
                    </a:lnTo>
                    <a:lnTo>
                      <a:pt x="1688" y="2417"/>
                    </a:lnTo>
                    <a:lnTo>
                      <a:pt x="1729" y="2371"/>
                    </a:lnTo>
                    <a:lnTo>
                      <a:pt x="1775" y="2329"/>
                    </a:lnTo>
                    <a:lnTo>
                      <a:pt x="1825" y="2293"/>
                    </a:lnTo>
                    <a:lnTo>
                      <a:pt x="1877" y="2260"/>
                    </a:lnTo>
                    <a:lnTo>
                      <a:pt x="1934" y="2233"/>
                    </a:lnTo>
                    <a:lnTo>
                      <a:pt x="1993" y="2212"/>
                    </a:lnTo>
                    <a:lnTo>
                      <a:pt x="2055" y="2196"/>
                    </a:lnTo>
                    <a:lnTo>
                      <a:pt x="2120" y="2185"/>
                    </a:lnTo>
                    <a:lnTo>
                      <a:pt x="2186" y="2182"/>
                    </a:lnTo>
                    <a:close/>
                    <a:moveTo>
                      <a:pt x="944" y="1984"/>
                    </a:moveTo>
                    <a:lnTo>
                      <a:pt x="1491" y="1984"/>
                    </a:lnTo>
                    <a:lnTo>
                      <a:pt x="1505" y="1986"/>
                    </a:lnTo>
                    <a:lnTo>
                      <a:pt x="1519" y="1994"/>
                    </a:lnTo>
                    <a:lnTo>
                      <a:pt x="1531" y="2004"/>
                    </a:lnTo>
                    <a:lnTo>
                      <a:pt x="1537" y="2018"/>
                    </a:lnTo>
                    <a:lnTo>
                      <a:pt x="1540" y="2034"/>
                    </a:lnTo>
                    <a:lnTo>
                      <a:pt x="1540" y="2083"/>
                    </a:lnTo>
                    <a:lnTo>
                      <a:pt x="1537" y="2099"/>
                    </a:lnTo>
                    <a:lnTo>
                      <a:pt x="1531" y="2113"/>
                    </a:lnTo>
                    <a:lnTo>
                      <a:pt x="1519" y="2123"/>
                    </a:lnTo>
                    <a:lnTo>
                      <a:pt x="1505" y="2131"/>
                    </a:lnTo>
                    <a:lnTo>
                      <a:pt x="1491" y="2133"/>
                    </a:lnTo>
                    <a:lnTo>
                      <a:pt x="944" y="2133"/>
                    </a:lnTo>
                    <a:lnTo>
                      <a:pt x="928" y="2131"/>
                    </a:lnTo>
                    <a:lnTo>
                      <a:pt x="914" y="2123"/>
                    </a:lnTo>
                    <a:lnTo>
                      <a:pt x="904" y="2113"/>
                    </a:lnTo>
                    <a:lnTo>
                      <a:pt x="896" y="2099"/>
                    </a:lnTo>
                    <a:lnTo>
                      <a:pt x="894" y="2083"/>
                    </a:lnTo>
                    <a:lnTo>
                      <a:pt x="894" y="2034"/>
                    </a:lnTo>
                    <a:lnTo>
                      <a:pt x="896" y="2018"/>
                    </a:lnTo>
                    <a:lnTo>
                      <a:pt x="904" y="2004"/>
                    </a:lnTo>
                    <a:lnTo>
                      <a:pt x="914" y="1994"/>
                    </a:lnTo>
                    <a:lnTo>
                      <a:pt x="928" y="1986"/>
                    </a:lnTo>
                    <a:lnTo>
                      <a:pt x="944" y="1984"/>
                    </a:lnTo>
                    <a:close/>
                    <a:moveTo>
                      <a:pt x="769" y="1894"/>
                    </a:moveTo>
                    <a:lnTo>
                      <a:pt x="783" y="1897"/>
                    </a:lnTo>
                    <a:lnTo>
                      <a:pt x="795" y="1905"/>
                    </a:lnTo>
                    <a:lnTo>
                      <a:pt x="805" y="1916"/>
                    </a:lnTo>
                    <a:lnTo>
                      <a:pt x="810" y="1930"/>
                    </a:lnTo>
                    <a:lnTo>
                      <a:pt x="810" y="1943"/>
                    </a:lnTo>
                    <a:lnTo>
                      <a:pt x="807" y="1957"/>
                    </a:lnTo>
                    <a:lnTo>
                      <a:pt x="800" y="1970"/>
                    </a:lnTo>
                    <a:lnTo>
                      <a:pt x="616" y="2175"/>
                    </a:lnTo>
                    <a:lnTo>
                      <a:pt x="606" y="2183"/>
                    </a:lnTo>
                    <a:lnTo>
                      <a:pt x="594" y="2188"/>
                    </a:lnTo>
                    <a:lnTo>
                      <a:pt x="581" y="2191"/>
                    </a:lnTo>
                    <a:lnTo>
                      <a:pt x="567" y="2187"/>
                    </a:lnTo>
                    <a:lnTo>
                      <a:pt x="553" y="2180"/>
                    </a:lnTo>
                    <a:lnTo>
                      <a:pt x="439" y="2088"/>
                    </a:lnTo>
                    <a:lnTo>
                      <a:pt x="430" y="2078"/>
                    </a:lnTo>
                    <a:lnTo>
                      <a:pt x="423" y="2065"/>
                    </a:lnTo>
                    <a:lnTo>
                      <a:pt x="422" y="2052"/>
                    </a:lnTo>
                    <a:lnTo>
                      <a:pt x="425" y="2038"/>
                    </a:lnTo>
                    <a:lnTo>
                      <a:pt x="432" y="2024"/>
                    </a:lnTo>
                    <a:lnTo>
                      <a:pt x="442" y="2015"/>
                    </a:lnTo>
                    <a:lnTo>
                      <a:pt x="456" y="2010"/>
                    </a:lnTo>
                    <a:lnTo>
                      <a:pt x="470" y="2007"/>
                    </a:lnTo>
                    <a:lnTo>
                      <a:pt x="484" y="2011"/>
                    </a:lnTo>
                    <a:lnTo>
                      <a:pt x="496" y="2018"/>
                    </a:lnTo>
                    <a:lnTo>
                      <a:pt x="576" y="2082"/>
                    </a:lnTo>
                    <a:lnTo>
                      <a:pt x="731" y="1909"/>
                    </a:lnTo>
                    <a:lnTo>
                      <a:pt x="742" y="1899"/>
                    </a:lnTo>
                    <a:lnTo>
                      <a:pt x="755" y="1895"/>
                    </a:lnTo>
                    <a:lnTo>
                      <a:pt x="769" y="1894"/>
                    </a:lnTo>
                    <a:close/>
                    <a:moveTo>
                      <a:pt x="944" y="1588"/>
                    </a:moveTo>
                    <a:lnTo>
                      <a:pt x="1738" y="1588"/>
                    </a:lnTo>
                    <a:lnTo>
                      <a:pt x="1754" y="1590"/>
                    </a:lnTo>
                    <a:lnTo>
                      <a:pt x="1768" y="1597"/>
                    </a:lnTo>
                    <a:lnTo>
                      <a:pt x="1778" y="1608"/>
                    </a:lnTo>
                    <a:lnTo>
                      <a:pt x="1786" y="1621"/>
                    </a:lnTo>
                    <a:lnTo>
                      <a:pt x="1788" y="1637"/>
                    </a:lnTo>
                    <a:lnTo>
                      <a:pt x="1788" y="1687"/>
                    </a:lnTo>
                    <a:lnTo>
                      <a:pt x="1786" y="1702"/>
                    </a:lnTo>
                    <a:lnTo>
                      <a:pt x="1778" y="1716"/>
                    </a:lnTo>
                    <a:lnTo>
                      <a:pt x="1768" y="1727"/>
                    </a:lnTo>
                    <a:lnTo>
                      <a:pt x="1754" y="1734"/>
                    </a:lnTo>
                    <a:lnTo>
                      <a:pt x="1738" y="1736"/>
                    </a:lnTo>
                    <a:lnTo>
                      <a:pt x="944" y="1736"/>
                    </a:lnTo>
                    <a:lnTo>
                      <a:pt x="928" y="1734"/>
                    </a:lnTo>
                    <a:lnTo>
                      <a:pt x="914" y="1727"/>
                    </a:lnTo>
                    <a:lnTo>
                      <a:pt x="904" y="1716"/>
                    </a:lnTo>
                    <a:lnTo>
                      <a:pt x="896" y="1702"/>
                    </a:lnTo>
                    <a:lnTo>
                      <a:pt x="894" y="1687"/>
                    </a:lnTo>
                    <a:lnTo>
                      <a:pt x="894" y="1637"/>
                    </a:lnTo>
                    <a:lnTo>
                      <a:pt x="896" y="1621"/>
                    </a:lnTo>
                    <a:lnTo>
                      <a:pt x="904" y="1608"/>
                    </a:lnTo>
                    <a:lnTo>
                      <a:pt x="914" y="1597"/>
                    </a:lnTo>
                    <a:lnTo>
                      <a:pt x="928" y="1590"/>
                    </a:lnTo>
                    <a:lnTo>
                      <a:pt x="944" y="1588"/>
                    </a:lnTo>
                    <a:close/>
                    <a:moveTo>
                      <a:pt x="769" y="1472"/>
                    </a:moveTo>
                    <a:lnTo>
                      <a:pt x="783" y="1475"/>
                    </a:lnTo>
                    <a:lnTo>
                      <a:pt x="795" y="1483"/>
                    </a:lnTo>
                    <a:lnTo>
                      <a:pt x="805" y="1494"/>
                    </a:lnTo>
                    <a:lnTo>
                      <a:pt x="810" y="1508"/>
                    </a:lnTo>
                    <a:lnTo>
                      <a:pt x="810" y="1521"/>
                    </a:lnTo>
                    <a:lnTo>
                      <a:pt x="807" y="1535"/>
                    </a:lnTo>
                    <a:lnTo>
                      <a:pt x="800" y="1548"/>
                    </a:lnTo>
                    <a:lnTo>
                      <a:pt x="616" y="1753"/>
                    </a:lnTo>
                    <a:lnTo>
                      <a:pt x="606" y="1761"/>
                    </a:lnTo>
                    <a:lnTo>
                      <a:pt x="594" y="1767"/>
                    </a:lnTo>
                    <a:lnTo>
                      <a:pt x="581" y="1769"/>
                    </a:lnTo>
                    <a:lnTo>
                      <a:pt x="567" y="1765"/>
                    </a:lnTo>
                    <a:lnTo>
                      <a:pt x="553" y="1758"/>
                    </a:lnTo>
                    <a:lnTo>
                      <a:pt x="439" y="1667"/>
                    </a:lnTo>
                    <a:lnTo>
                      <a:pt x="430" y="1656"/>
                    </a:lnTo>
                    <a:lnTo>
                      <a:pt x="423" y="1643"/>
                    </a:lnTo>
                    <a:lnTo>
                      <a:pt x="422" y="1630"/>
                    </a:lnTo>
                    <a:lnTo>
                      <a:pt x="425" y="1615"/>
                    </a:lnTo>
                    <a:lnTo>
                      <a:pt x="432" y="1602"/>
                    </a:lnTo>
                    <a:lnTo>
                      <a:pt x="442" y="1593"/>
                    </a:lnTo>
                    <a:lnTo>
                      <a:pt x="456" y="1588"/>
                    </a:lnTo>
                    <a:lnTo>
                      <a:pt x="470" y="1586"/>
                    </a:lnTo>
                    <a:lnTo>
                      <a:pt x="484" y="1589"/>
                    </a:lnTo>
                    <a:lnTo>
                      <a:pt x="496" y="1596"/>
                    </a:lnTo>
                    <a:lnTo>
                      <a:pt x="576" y="1660"/>
                    </a:lnTo>
                    <a:lnTo>
                      <a:pt x="731" y="1487"/>
                    </a:lnTo>
                    <a:lnTo>
                      <a:pt x="742" y="1477"/>
                    </a:lnTo>
                    <a:lnTo>
                      <a:pt x="755" y="1473"/>
                    </a:lnTo>
                    <a:lnTo>
                      <a:pt x="769" y="1472"/>
                    </a:lnTo>
                    <a:close/>
                    <a:moveTo>
                      <a:pt x="944" y="1140"/>
                    </a:moveTo>
                    <a:lnTo>
                      <a:pt x="1738" y="1140"/>
                    </a:lnTo>
                    <a:lnTo>
                      <a:pt x="1754" y="1144"/>
                    </a:lnTo>
                    <a:lnTo>
                      <a:pt x="1768" y="1150"/>
                    </a:lnTo>
                    <a:lnTo>
                      <a:pt x="1778" y="1162"/>
                    </a:lnTo>
                    <a:lnTo>
                      <a:pt x="1786" y="1175"/>
                    </a:lnTo>
                    <a:lnTo>
                      <a:pt x="1788" y="1190"/>
                    </a:lnTo>
                    <a:lnTo>
                      <a:pt x="1788" y="1240"/>
                    </a:lnTo>
                    <a:lnTo>
                      <a:pt x="1786" y="1255"/>
                    </a:lnTo>
                    <a:lnTo>
                      <a:pt x="1778" y="1269"/>
                    </a:lnTo>
                    <a:lnTo>
                      <a:pt x="1768" y="1280"/>
                    </a:lnTo>
                    <a:lnTo>
                      <a:pt x="1754" y="1287"/>
                    </a:lnTo>
                    <a:lnTo>
                      <a:pt x="1738" y="1290"/>
                    </a:lnTo>
                    <a:lnTo>
                      <a:pt x="944" y="1290"/>
                    </a:lnTo>
                    <a:lnTo>
                      <a:pt x="928" y="1287"/>
                    </a:lnTo>
                    <a:lnTo>
                      <a:pt x="914" y="1280"/>
                    </a:lnTo>
                    <a:lnTo>
                      <a:pt x="904" y="1269"/>
                    </a:lnTo>
                    <a:lnTo>
                      <a:pt x="896" y="1255"/>
                    </a:lnTo>
                    <a:lnTo>
                      <a:pt x="894" y="1240"/>
                    </a:lnTo>
                    <a:lnTo>
                      <a:pt x="894" y="1190"/>
                    </a:lnTo>
                    <a:lnTo>
                      <a:pt x="896" y="1175"/>
                    </a:lnTo>
                    <a:lnTo>
                      <a:pt x="904" y="1162"/>
                    </a:lnTo>
                    <a:lnTo>
                      <a:pt x="914" y="1150"/>
                    </a:lnTo>
                    <a:lnTo>
                      <a:pt x="928" y="1144"/>
                    </a:lnTo>
                    <a:lnTo>
                      <a:pt x="944" y="1140"/>
                    </a:lnTo>
                    <a:close/>
                    <a:moveTo>
                      <a:pt x="769" y="1030"/>
                    </a:moveTo>
                    <a:lnTo>
                      <a:pt x="783" y="1034"/>
                    </a:lnTo>
                    <a:lnTo>
                      <a:pt x="795" y="1042"/>
                    </a:lnTo>
                    <a:lnTo>
                      <a:pt x="805" y="1053"/>
                    </a:lnTo>
                    <a:lnTo>
                      <a:pt x="810" y="1066"/>
                    </a:lnTo>
                    <a:lnTo>
                      <a:pt x="810" y="1081"/>
                    </a:lnTo>
                    <a:lnTo>
                      <a:pt x="807" y="1094"/>
                    </a:lnTo>
                    <a:lnTo>
                      <a:pt x="800" y="1106"/>
                    </a:lnTo>
                    <a:lnTo>
                      <a:pt x="616" y="1312"/>
                    </a:lnTo>
                    <a:lnTo>
                      <a:pt x="606" y="1320"/>
                    </a:lnTo>
                    <a:lnTo>
                      <a:pt x="594" y="1326"/>
                    </a:lnTo>
                    <a:lnTo>
                      <a:pt x="581" y="1327"/>
                    </a:lnTo>
                    <a:lnTo>
                      <a:pt x="567" y="1325"/>
                    </a:lnTo>
                    <a:lnTo>
                      <a:pt x="553" y="1317"/>
                    </a:lnTo>
                    <a:lnTo>
                      <a:pt x="439" y="1226"/>
                    </a:lnTo>
                    <a:lnTo>
                      <a:pt x="430" y="1215"/>
                    </a:lnTo>
                    <a:lnTo>
                      <a:pt x="423" y="1202"/>
                    </a:lnTo>
                    <a:lnTo>
                      <a:pt x="422" y="1188"/>
                    </a:lnTo>
                    <a:lnTo>
                      <a:pt x="425" y="1174"/>
                    </a:lnTo>
                    <a:lnTo>
                      <a:pt x="432" y="1162"/>
                    </a:lnTo>
                    <a:lnTo>
                      <a:pt x="442" y="1152"/>
                    </a:lnTo>
                    <a:lnTo>
                      <a:pt x="456" y="1146"/>
                    </a:lnTo>
                    <a:lnTo>
                      <a:pt x="470" y="1145"/>
                    </a:lnTo>
                    <a:lnTo>
                      <a:pt x="484" y="1147"/>
                    </a:lnTo>
                    <a:lnTo>
                      <a:pt x="496" y="1154"/>
                    </a:lnTo>
                    <a:lnTo>
                      <a:pt x="576" y="1218"/>
                    </a:lnTo>
                    <a:lnTo>
                      <a:pt x="731" y="1046"/>
                    </a:lnTo>
                    <a:lnTo>
                      <a:pt x="742" y="1036"/>
                    </a:lnTo>
                    <a:lnTo>
                      <a:pt x="755" y="1031"/>
                    </a:lnTo>
                    <a:lnTo>
                      <a:pt x="769" y="1030"/>
                    </a:lnTo>
                    <a:close/>
                    <a:moveTo>
                      <a:pt x="150" y="347"/>
                    </a:moveTo>
                    <a:lnTo>
                      <a:pt x="552" y="347"/>
                    </a:lnTo>
                    <a:lnTo>
                      <a:pt x="548" y="372"/>
                    </a:lnTo>
                    <a:lnTo>
                      <a:pt x="547" y="399"/>
                    </a:lnTo>
                    <a:lnTo>
                      <a:pt x="550" y="439"/>
                    </a:lnTo>
                    <a:lnTo>
                      <a:pt x="559" y="477"/>
                    </a:lnTo>
                    <a:lnTo>
                      <a:pt x="574" y="511"/>
                    </a:lnTo>
                    <a:lnTo>
                      <a:pt x="594" y="544"/>
                    </a:lnTo>
                    <a:lnTo>
                      <a:pt x="618" y="572"/>
                    </a:lnTo>
                    <a:lnTo>
                      <a:pt x="648" y="598"/>
                    </a:lnTo>
                    <a:lnTo>
                      <a:pt x="681" y="618"/>
                    </a:lnTo>
                    <a:lnTo>
                      <a:pt x="715" y="632"/>
                    </a:lnTo>
                    <a:lnTo>
                      <a:pt x="753" y="642"/>
                    </a:lnTo>
                    <a:lnTo>
                      <a:pt x="793" y="645"/>
                    </a:lnTo>
                    <a:lnTo>
                      <a:pt x="1442" y="645"/>
                    </a:lnTo>
                    <a:lnTo>
                      <a:pt x="1482" y="642"/>
                    </a:lnTo>
                    <a:lnTo>
                      <a:pt x="1520" y="632"/>
                    </a:lnTo>
                    <a:lnTo>
                      <a:pt x="1555" y="618"/>
                    </a:lnTo>
                    <a:lnTo>
                      <a:pt x="1588" y="597"/>
                    </a:lnTo>
                    <a:lnTo>
                      <a:pt x="1616" y="572"/>
                    </a:lnTo>
                    <a:lnTo>
                      <a:pt x="1641" y="543"/>
                    </a:lnTo>
                    <a:lnTo>
                      <a:pt x="1661" y="510"/>
                    </a:lnTo>
                    <a:lnTo>
                      <a:pt x="1676" y="475"/>
                    </a:lnTo>
                    <a:lnTo>
                      <a:pt x="1686" y="436"/>
                    </a:lnTo>
                    <a:lnTo>
                      <a:pt x="1689" y="396"/>
                    </a:lnTo>
                    <a:lnTo>
                      <a:pt x="1688" y="371"/>
                    </a:lnTo>
                    <a:lnTo>
                      <a:pt x="1683" y="347"/>
                    </a:lnTo>
                    <a:lnTo>
                      <a:pt x="1987" y="347"/>
                    </a:lnTo>
                    <a:lnTo>
                      <a:pt x="2029" y="349"/>
                    </a:lnTo>
                    <a:lnTo>
                      <a:pt x="2067" y="356"/>
                    </a:lnTo>
                    <a:lnTo>
                      <a:pt x="2101" y="366"/>
                    </a:lnTo>
                    <a:lnTo>
                      <a:pt x="2132" y="379"/>
                    </a:lnTo>
                    <a:lnTo>
                      <a:pt x="2159" y="396"/>
                    </a:lnTo>
                    <a:lnTo>
                      <a:pt x="2182" y="416"/>
                    </a:lnTo>
                    <a:lnTo>
                      <a:pt x="2201" y="438"/>
                    </a:lnTo>
                    <a:lnTo>
                      <a:pt x="2215" y="462"/>
                    </a:lnTo>
                    <a:lnTo>
                      <a:pt x="2226" y="488"/>
                    </a:lnTo>
                    <a:lnTo>
                      <a:pt x="2233" y="517"/>
                    </a:lnTo>
                    <a:lnTo>
                      <a:pt x="2235" y="546"/>
                    </a:lnTo>
                    <a:lnTo>
                      <a:pt x="2235" y="2036"/>
                    </a:lnTo>
                    <a:lnTo>
                      <a:pt x="2210" y="2035"/>
                    </a:lnTo>
                    <a:lnTo>
                      <a:pt x="2186" y="2034"/>
                    </a:lnTo>
                    <a:lnTo>
                      <a:pt x="2118" y="2037"/>
                    </a:lnTo>
                    <a:lnTo>
                      <a:pt x="2051" y="2045"/>
                    </a:lnTo>
                    <a:lnTo>
                      <a:pt x="1987" y="2060"/>
                    </a:lnTo>
                    <a:lnTo>
                      <a:pt x="1987" y="893"/>
                    </a:lnTo>
                    <a:lnTo>
                      <a:pt x="249" y="893"/>
                    </a:lnTo>
                    <a:lnTo>
                      <a:pt x="249" y="2876"/>
                    </a:lnTo>
                    <a:lnTo>
                      <a:pt x="1394" y="2876"/>
                    </a:lnTo>
                    <a:lnTo>
                      <a:pt x="1400" y="2942"/>
                    </a:lnTo>
                    <a:lnTo>
                      <a:pt x="1412" y="3005"/>
                    </a:lnTo>
                    <a:lnTo>
                      <a:pt x="1429" y="3066"/>
                    </a:lnTo>
                    <a:lnTo>
                      <a:pt x="1450" y="3125"/>
                    </a:lnTo>
                    <a:lnTo>
                      <a:pt x="199" y="3125"/>
                    </a:lnTo>
                    <a:lnTo>
                      <a:pt x="163" y="3122"/>
                    </a:lnTo>
                    <a:lnTo>
                      <a:pt x="130" y="3112"/>
                    </a:lnTo>
                    <a:lnTo>
                      <a:pt x="99" y="3097"/>
                    </a:lnTo>
                    <a:lnTo>
                      <a:pt x="71" y="3079"/>
                    </a:lnTo>
                    <a:lnTo>
                      <a:pt x="47" y="3054"/>
                    </a:lnTo>
                    <a:lnTo>
                      <a:pt x="27" y="3027"/>
                    </a:lnTo>
                    <a:lnTo>
                      <a:pt x="13" y="2995"/>
                    </a:lnTo>
                    <a:lnTo>
                      <a:pt x="3" y="2962"/>
                    </a:lnTo>
                    <a:lnTo>
                      <a:pt x="0" y="2926"/>
                    </a:lnTo>
                    <a:lnTo>
                      <a:pt x="0" y="546"/>
                    </a:lnTo>
                    <a:lnTo>
                      <a:pt x="3" y="513"/>
                    </a:lnTo>
                    <a:lnTo>
                      <a:pt x="9" y="483"/>
                    </a:lnTo>
                    <a:lnTo>
                      <a:pt x="21" y="455"/>
                    </a:lnTo>
                    <a:lnTo>
                      <a:pt x="36" y="428"/>
                    </a:lnTo>
                    <a:lnTo>
                      <a:pt x="53" y="405"/>
                    </a:lnTo>
                    <a:lnTo>
                      <a:pt x="71" y="385"/>
                    </a:lnTo>
                    <a:lnTo>
                      <a:pt x="91" y="369"/>
                    </a:lnTo>
                    <a:lnTo>
                      <a:pt x="111" y="358"/>
                    </a:lnTo>
                    <a:lnTo>
                      <a:pt x="131" y="349"/>
                    </a:lnTo>
                    <a:lnTo>
                      <a:pt x="150" y="347"/>
                    </a:lnTo>
                    <a:close/>
                    <a:moveTo>
                      <a:pt x="1118" y="99"/>
                    </a:moveTo>
                    <a:lnTo>
                      <a:pt x="1098" y="102"/>
                    </a:lnTo>
                    <a:lnTo>
                      <a:pt x="1080" y="109"/>
                    </a:lnTo>
                    <a:lnTo>
                      <a:pt x="1065" y="121"/>
                    </a:lnTo>
                    <a:lnTo>
                      <a:pt x="1053" y="136"/>
                    </a:lnTo>
                    <a:lnTo>
                      <a:pt x="1046" y="154"/>
                    </a:lnTo>
                    <a:lnTo>
                      <a:pt x="1043" y="174"/>
                    </a:lnTo>
                    <a:lnTo>
                      <a:pt x="1046" y="194"/>
                    </a:lnTo>
                    <a:lnTo>
                      <a:pt x="1053" y="211"/>
                    </a:lnTo>
                    <a:lnTo>
                      <a:pt x="1065" y="226"/>
                    </a:lnTo>
                    <a:lnTo>
                      <a:pt x="1080" y="238"/>
                    </a:lnTo>
                    <a:lnTo>
                      <a:pt x="1098" y="245"/>
                    </a:lnTo>
                    <a:lnTo>
                      <a:pt x="1118" y="248"/>
                    </a:lnTo>
                    <a:lnTo>
                      <a:pt x="1138" y="245"/>
                    </a:lnTo>
                    <a:lnTo>
                      <a:pt x="1156" y="238"/>
                    </a:lnTo>
                    <a:lnTo>
                      <a:pt x="1170" y="226"/>
                    </a:lnTo>
                    <a:lnTo>
                      <a:pt x="1182" y="211"/>
                    </a:lnTo>
                    <a:lnTo>
                      <a:pt x="1189" y="194"/>
                    </a:lnTo>
                    <a:lnTo>
                      <a:pt x="1193" y="174"/>
                    </a:lnTo>
                    <a:lnTo>
                      <a:pt x="1189" y="154"/>
                    </a:lnTo>
                    <a:lnTo>
                      <a:pt x="1182" y="136"/>
                    </a:lnTo>
                    <a:lnTo>
                      <a:pt x="1170" y="121"/>
                    </a:lnTo>
                    <a:lnTo>
                      <a:pt x="1156" y="109"/>
                    </a:lnTo>
                    <a:lnTo>
                      <a:pt x="1138" y="102"/>
                    </a:lnTo>
                    <a:lnTo>
                      <a:pt x="1118" y="99"/>
                    </a:lnTo>
                    <a:close/>
                    <a:moveTo>
                      <a:pt x="1116" y="0"/>
                    </a:moveTo>
                    <a:lnTo>
                      <a:pt x="1120" y="0"/>
                    </a:lnTo>
                    <a:lnTo>
                      <a:pt x="1150" y="3"/>
                    </a:lnTo>
                    <a:lnTo>
                      <a:pt x="1180" y="11"/>
                    </a:lnTo>
                    <a:lnTo>
                      <a:pt x="1206" y="23"/>
                    </a:lnTo>
                    <a:lnTo>
                      <a:pt x="1230" y="40"/>
                    </a:lnTo>
                    <a:lnTo>
                      <a:pt x="1252" y="61"/>
                    </a:lnTo>
                    <a:lnTo>
                      <a:pt x="1268" y="85"/>
                    </a:lnTo>
                    <a:lnTo>
                      <a:pt x="1281" y="112"/>
                    </a:lnTo>
                    <a:lnTo>
                      <a:pt x="1288" y="141"/>
                    </a:lnTo>
                    <a:lnTo>
                      <a:pt x="1292" y="171"/>
                    </a:lnTo>
                    <a:lnTo>
                      <a:pt x="1292" y="174"/>
                    </a:lnTo>
                    <a:lnTo>
                      <a:pt x="1294" y="194"/>
                    </a:lnTo>
                    <a:lnTo>
                      <a:pt x="1302" y="211"/>
                    </a:lnTo>
                    <a:lnTo>
                      <a:pt x="1314" y="226"/>
                    </a:lnTo>
                    <a:lnTo>
                      <a:pt x="1328" y="238"/>
                    </a:lnTo>
                    <a:lnTo>
                      <a:pt x="1345" y="245"/>
                    </a:lnTo>
                    <a:lnTo>
                      <a:pt x="1365" y="248"/>
                    </a:lnTo>
                    <a:lnTo>
                      <a:pt x="1442" y="248"/>
                    </a:lnTo>
                    <a:lnTo>
                      <a:pt x="1472" y="251"/>
                    </a:lnTo>
                    <a:lnTo>
                      <a:pt x="1499" y="260"/>
                    </a:lnTo>
                    <a:lnTo>
                      <a:pt x="1524" y="274"/>
                    </a:lnTo>
                    <a:lnTo>
                      <a:pt x="1547" y="291"/>
                    </a:lnTo>
                    <a:lnTo>
                      <a:pt x="1564" y="312"/>
                    </a:lnTo>
                    <a:lnTo>
                      <a:pt x="1578" y="338"/>
                    </a:lnTo>
                    <a:lnTo>
                      <a:pt x="1587" y="366"/>
                    </a:lnTo>
                    <a:lnTo>
                      <a:pt x="1590" y="396"/>
                    </a:lnTo>
                    <a:lnTo>
                      <a:pt x="1590" y="399"/>
                    </a:lnTo>
                    <a:lnTo>
                      <a:pt x="1587" y="428"/>
                    </a:lnTo>
                    <a:lnTo>
                      <a:pt x="1578" y="456"/>
                    </a:lnTo>
                    <a:lnTo>
                      <a:pt x="1564" y="481"/>
                    </a:lnTo>
                    <a:lnTo>
                      <a:pt x="1547" y="503"/>
                    </a:lnTo>
                    <a:lnTo>
                      <a:pt x="1524" y="521"/>
                    </a:lnTo>
                    <a:lnTo>
                      <a:pt x="1499" y="534"/>
                    </a:lnTo>
                    <a:lnTo>
                      <a:pt x="1472" y="543"/>
                    </a:lnTo>
                    <a:lnTo>
                      <a:pt x="1442" y="546"/>
                    </a:lnTo>
                    <a:lnTo>
                      <a:pt x="793" y="546"/>
                    </a:lnTo>
                    <a:lnTo>
                      <a:pt x="764" y="543"/>
                    </a:lnTo>
                    <a:lnTo>
                      <a:pt x="736" y="534"/>
                    </a:lnTo>
                    <a:lnTo>
                      <a:pt x="711" y="521"/>
                    </a:lnTo>
                    <a:lnTo>
                      <a:pt x="689" y="503"/>
                    </a:lnTo>
                    <a:lnTo>
                      <a:pt x="671" y="481"/>
                    </a:lnTo>
                    <a:lnTo>
                      <a:pt x="657" y="456"/>
                    </a:lnTo>
                    <a:lnTo>
                      <a:pt x="649" y="428"/>
                    </a:lnTo>
                    <a:lnTo>
                      <a:pt x="646" y="399"/>
                    </a:lnTo>
                    <a:lnTo>
                      <a:pt x="646" y="396"/>
                    </a:lnTo>
                    <a:lnTo>
                      <a:pt x="649" y="366"/>
                    </a:lnTo>
                    <a:lnTo>
                      <a:pt x="657" y="338"/>
                    </a:lnTo>
                    <a:lnTo>
                      <a:pt x="671" y="312"/>
                    </a:lnTo>
                    <a:lnTo>
                      <a:pt x="689" y="291"/>
                    </a:lnTo>
                    <a:lnTo>
                      <a:pt x="711" y="274"/>
                    </a:lnTo>
                    <a:lnTo>
                      <a:pt x="736" y="260"/>
                    </a:lnTo>
                    <a:lnTo>
                      <a:pt x="764" y="251"/>
                    </a:lnTo>
                    <a:lnTo>
                      <a:pt x="793" y="248"/>
                    </a:lnTo>
                    <a:lnTo>
                      <a:pt x="870" y="248"/>
                    </a:lnTo>
                    <a:lnTo>
                      <a:pt x="889" y="245"/>
                    </a:lnTo>
                    <a:lnTo>
                      <a:pt x="907" y="238"/>
                    </a:lnTo>
                    <a:lnTo>
                      <a:pt x="922" y="226"/>
                    </a:lnTo>
                    <a:lnTo>
                      <a:pt x="933" y="211"/>
                    </a:lnTo>
                    <a:lnTo>
                      <a:pt x="941" y="194"/>
                    </a:lnTo>
                    <a:lnTo>
                      <a:pt x="944" y="174"/>
                    </a:lnTo>
                    <a:lnTo>
                      <a:pt x="944" y="171"/>
                    </a:lnTo>
                    <a:lnTo>
                      <a:pt x="947" y="141"/>
                    </a:lnTo>
                    <a:lnTo>
                      <a:pt x="954" y="112"/>
                    </a:lnTo>
                    <a:lnTo>
                      <a:pt x="967" y="85"/>
                    </a:lnTo>
                    <a:lnTo>
                      <a:pt x="984" y="61"/>
                    </a:lnTo>
                    <a:lnTo>
                      <a:pt x="1005" y="40"/>
                    </a:lnTo>
                    <a:lnTo>
                      <a:pt x="1029" y="23"/>
                    </a:lnTo>
                    <a:lnTo>
                      <a:pt x="1056" y="11"/>
                    </a:lnTo>
                    <a:lnTo>
                      <a:pt x="1085" y="3"/>
                    </a:lnTo>
                    <a:lnTo>
                      <a:pt x="1116"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2" name="椭圆 41"/>
              <p:cNvSpPr/>
              <p:nvPr/>
            </p:nvSpPr>
            <p:spPr>
              <a:xfrm>
                <a:off x="2418701" y="4675290"/>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nvGrpSpPr>
            <p:cNvPr id="38" name="组合 37"/>
            <p:cNvGrpSpPr/>
            <p:nvPr/>
          </p:nvGrpSpPr>
          <p:grpSpPr>
            <a:xfrm>
              <a:off x="3064811" y="4782240"/>
              <a:ext cx="848538" cy="848538"/>
              <a:chOff x="3601296" y="4737148"/>
              <a:chExt cx="848538" cy="848538"/>
            </a:xfrm>
          </p:grpSpPr>
          <p:sp>
            <p:nvSpPr>
              <p:cNvPr id="39" name="자유형 60"/>
              <p:cNvSpPr/>
              <p:nvPr/>
            </p:nvSpPr>
            <p:spPr bwMode="auto">
              <a:xfrm flipV="1">
                <a:off x="3843099" y="5001724"/>
                <a:ext cx="364932" cy="319387"/>
              </a:xfrm>
              <a:custGeom>
                <a:avLst/>
                <a:gdLst>
                  <a:gd name="connsiteX0" fmla="*/ 149021 w 448462"/>
                  <a:gd name="connsiteY0" fmla="*/ 328125 h 392491"/>
                  <a:gd name="connsiteX1" fmla="*/ 210588 w 448462"/>
                  <a:gd name="connsiteY1" fmla="*/ 357224 h 392491"/>
                  <a:gd name="connsiteX2" fmla="*/ 160375 w 448462"/>
                  <a:gd name="connsiteY2" fmla="*/ 391211 h 392491"/>
                  <a:gd name="connsiteX3" fmla="*/ 158502 w 448462"/>
                  <a:gd name="connsiteY3" fmla="*/ 392025 h 392491"/>
                  <a:gd name="connsiteX4" fmla="*/ 156629 w 448462"/>
                  <a:gd name="connsiteY4" fmla="*/ 392491 h 392491"/>
                  <a:gd name="connsiteX5" fmla="*/ 154757 w 448462"/>
                  <a:gd name="connsiteY5" fmla="*/ 392375 h 392491"/>
                  <a:gd name="connsiteX6" fmla="*/ 153001 w 448462"/>
                  <a:gd name="connsiteY6" fmla="*/ 391676 h 392491"/>
                  <a:gd name="connsiteX7" fmla="*/ 151362 w 448462"/>
                  <a:gd name="connsiteY7" fmla="*/ 390396 h 392491"/>
                  <a:gd name="connsiteX8" fmla="*/ 150075 w 448462"/>
                  <a:gd name="connsiteY8" fmla="*/ 388883 h 392491"/>
                  <a:gd name="connsiteX9" fmla="*/ 149255 w 448462"/>
                  <a:gd name="connsiteY9" fmla="*/ 387137 h 392491"/>
                  <a:gd name="connsiteX10" fmla="*/ 149021 w 448462"/>
                  <a:gd name="connsiteY10" fmla="*/ 385158 h 392491"/>
                  <a:gd name="connsiteX11" fmla="*/ 441235 w 448462"/>
                  <a:gd name="connsiteY11" fmla="*/ 0 h 392491"/>
                  <a:gd name="connsiteX12" fmla="*/ 442983 w 448462"/>
                  <a:gd name="connsiteY12" fmla="*/ 233 h 392491"/>
                  <a:gd name="connsiteX13" fmla="*/ 444615 w 448462"/>
                  <a:gd name="connsiteY13" fmla="*/ 816 h 392491"/>
                  <a:gd name="connsiteX14" fmla="*/ 446131 w 448462"/>
                  <a:gd name="connsiteY14" fmla="*/ 1866 h 392491"/>
                  <a:gd name="connsiteX15" fmla="*/ 447530 w 448462"/>
                  <a:gd name="connsiteY15" fmla="*/ 3615 h 392491"/>
                  <a:gd name="connsiteX16" fmla="*/ 448346 w 448462"/>
                  <a:gd name="connsiteY16" fmla="*/ 5714 h 392491"/>
                  <a:gd name="connsiteX17" fmla="*/ 448462 w 448462"/>
                  <a:gd name="connsiteY17" fmla="*/ 7696 h 392491"/>
                  <a:gd name="connsiteX18" fmla="*/ 447879 w 448462"/>
                  <a:gd name="connsiteY18" fmla="*/ 9911 h 392491"/>
                  <a:gd name="connsiteX19" fmla="*/ 307990 w 448462"/>
                  <a:gd name="connsiteY19" fmla="*/ 362641 h 392491"/>
                  <a:gd name="connsiteX20" fmla="*/ 306708 w 448462"/>
                  <a:gd name="connsiteY20" fmla="*/ 364973 h 392491"/>
                  <a:gd name="connsiteX21" fmla="*/ 305076 w 448462"/>
                  <a:gd name="connsiteY21" fmla="*/ 366955 h 392491"/>
                  <a:gd name="connsiteX22" fmla="*/ 303094 w 448462"/>
                  <a:gd name="connsiteY22" fmla="*/ 368588 h 392491"/>
                  <a:gd name="connsiteX23" fmla="*/ 300646 w 448462"/>
                  <a:gd name="connsiteY23" fmla="*/ 369870 h 392491"/>
                  <a:gd name="connsiteX24" fmla="*/ 298314 w 448462"/>
                  <a:gd name="connsiteY24" fmla="*/ 370570 h 392491"/>
                  <a:gd name="connsiteX25" fmla="*/ 295983 w 448462"/>
                  <a:gd name="connsiteY25" fmla="*/ 370803 h 392491"/>
                  <a:gd name="connsiteX26" fmla="*/ 293068 w 448462"/>
                  <a:gd name="connsiteY26" fmla="*/ 370453 h 392491"/>
                  <a:gd name="connsiteX27" fmla="*/ 290387 w 448462"/>
                  <a:gd name="connsiteY27" fmla="*/ 369404 h 392491"/>
                  <a:gd name="connsiteX28" fmla="*/ 148982 w 448462"/>
                  <a:gd name="connsiteY28" fmla="*/ 302123 h 392491"/>
                  <a:gd name="connsiteX29" fmla="*/ 347858 w 448462"/>
                  <a:gd name="connsiteY29" fmla="*/ 102379 h 392491"/>
                  <a:gd name="connsiteX30" fmla="*/ 120771 w 448462"/>
                  <a:gd name="connsiteY30" fmla="*/ 288830 h 392491"/>
                  <a:gd name="connsiteX31" fmla="*/ 7344 w 448462"/>
                  <a:gd name="connsiteY31" fmla="*/ 234842 h 392491"/>
                  <a:gd name="connsiteX32" fmla="*/ 4896 w 448462"/>
                  <a:gd name="connsiteY32" fmla="*/ 233209 h 392491"/>
                  <a:gd name="connsiteX33" fmla="*/ 2798 w 448462"/>
                  <a:gd name="connsiteY33" fmla="*/ 231227 h 392491"/>
                  <a:gd name="connsiteX34" fmla="*/ 1282 w 448462"/>
                  <a:gd name="connsiteY34" fmla="*/ 228895 h 392491"/>
                  <a:gd name="connsiteX35" fmla="*/ 349 w 448462"/>
                  <a:gd name="connsiteY35" fmla="*/ 226213 h 392491"/>
                  <a:gd name="connsiteX36" fmla="*/ 0 w 448462"/>
                  <a:gd name="connsiteY36" fmla="*/ 223298 h 392491"/>
                  <a:gd name="connsiteX37" fmla="*/ 233 w 448462"/>
                  <a:gd name="connsiteY37" fmla="*/ 220499 h 392491"/>
                  <a:gd name="connsiteX38" fmla="*/ 1165 w 448462"/>
                  <a:gd name="connsiteY38" fmla="*/ 217701 h 392491"/>
                  <a:gd name="connsiteX39" fmla="*/ 2681 w 448462"/>
                  <a:gd name="connsiteY39" fmla="*/ 215252 h 392491"/>
                  <a:gd name="connsiteX40" fmla="*/ 4779 w 448462"/>
                  <a:gd name="connsiteY40" fmla="*/ 213270 h 392491"/>
                  <a:gd name="connsiteX41" fmla="*/ 7227 w 448462"/>
                  <a:gd name="connsiteY41" fmla="*/ 211754 h 392491"/>
                  <a:gd name="connsiteX42" fmla="*/ 437971 w 448462"/>
                  <a:gd name="connsiteY42" fmla="*/ 583 h 392491"/>
                  <a:gd name="connsiteX43" fmla="*/ 439603 w 448462"/>
                  <a:gd name="connsiteY43" fmla="*/ 117 h 392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48462" h="392491">
                    <a:moveTo>
                      <a:pt x="149021" y="328125"/>
                    </a:moveTo>
                    <a:lnTo>
                      <a:pt x="210588" y="357224"/>
                    </a:lnTo>
                    <a:lnTo>
                      <a:pt x="160375" y="391211"/>
                    </a:lnTo>
                    <a:lnTo>
                      <a:pt x="158502" y="392025"/>
                    </a:lnTo>
                    <a:lnTo>
                      <a:pt x="156629" y="392491"/>
                    </a:lnTo>
                    <a:lnTo>
                      <a:pt x="154757" y="392375"/>
                    </a:lnTo>
                    <a:lnTo>
                      <a:pt x="153001" y="391676"/>
                    </a:lnTo>
                    <a:lnTo>
                      <a:pt x="151362" y="390396"/>
                    </a:lnTo>
                    <a:lnTo>
                      <a:pt x="150075" y="388883"/>
                    </a:lnTo>
                    <a:lnTo>
                      <a:pt x="149255" y="387137"/>
                    </a:lnTo>
                    <a:lnTo>
                      <a:pt x="149021" y="385158"/>
                    </a:lnTo>
                    <a:close/>
                    <a:moveTo>
                      <a:pt x="441235" y="0"/>
                    </a:moveTo>
                    <a:lnTo>
                      <a:pt x="442983" y="233"/>
                    </a:lnTo>
                    <a:lnTo>
                      <a:pt x="444615" y="816"/>
                    </a:lnTo>
                    <a:lnTo>
                      <a:pt x="446131" y="1866"/>
                    </a:lnTo>
                    <a:lnTo>
                      <a:pt x="447530" y="3615"/>
                    </a:lnTo>
                    <a:lnTo>
                      <a:pt x="448346" y="5714"/>
                    </a:lnTo>
                    <a:lnTo>
                      <a:pt x="448462" y="7696"/>
                    </a:lnTo>
                    <a:lnTo>
                      <a:pt x="447879" y="9911"/>
                    </a:lnTo>
                    <a:lnTo>
                      <a:pt x="307990" y="362641"/>
                    </a:lnTo>
                    <a:lnTo>
                      <a:pt x="306708" y="364973"/>
                    </a:lnTo>
                    <a:lnTo>
                      <a:pt x="305076" y="366955"/>
                    </a:lnTo>
                    <a:lnTo>
                      <a:pt x="303094" y="368588"/>
                    </a:lnTo>
                    <a:lnTo>
                      <a:pt x="300646" y="369870"/>
                    </a:lnTo>
                    <a:lnTo>
                      <a:pt x="298314" y="370570"/>
                    </a:lnTo>
                    <a:lnTo>
                      <a:pt x="295983" y="370803"/>
                    </a:lnTo>
                    <a:lnTo>
                      <a:pt x="293068" y="370453"/>
                    </a:lnTo>
                    <a:lnTo>
                      <a:pt x="290387" y="369404"/>
                    </a:lnTo>
                    <a:lnTo>
                      <a:pt x="148982" y="302123"/>
                    </a:lnTo>
                    <a:lnTo>
                      <a:pt x="347858" y="102379"/>
                    </a:lnTo>
                    <a:lnTo>
                      <a:pt x="120771" y="288830"/>
                    </a:lnTo>
                    <a:lnTo>
                      <a:pt x="7344" y="234842"/>
                    </a:lnTo>
                    <a:lnTo>
                      <a:pt x="4896" y="233209"/>
                    </a:lnTo>
                    <a:lnTo>
                      <a:pt x="2798" y="231227"/>
                    </a:lnTo>
                    <a:lnTo>
                      <a:pt x="1282" y="228895"/>
                    </a:lnTo>
                    <a:lnTo>
                      <a:pt x="349" y="226213"/>
                    </a:lnTo>
                    <a:lnTo>
                      <a:pt x="0" y="223298"/>
                    </a:lnTo>
                    <a:lnTo>
                      <a:pt x="233" y="220499"/>
                    </a:lnTo>
                    <a:lnTo>
                      <a:pt x="1165" y="217701"/>
                    </a:lnTo>
                    <a:lnTo>
                      <a:pt x="2681" y="215252"/>
                    </a:lnTo>
                    <a:lnTo>
                      <a:pt x="4779" y="213270"/>
                    </a:lnTo>
                    <a:lnTo>
                      <a:pt x="7227" y="211754"/>
                    </a:lnTo>
                    <a:lnTo>
                      <a:pt x="437971" y="583"/>
                    </a:lnTo>
                    <a:lnTo>
                      <a:pt x="439603" y="117"/>
                    </a:lnTo>
                    <a:close/>
                  </a:path>
                </a:pathLst>
              </a:custGeom>
              <a:solidFill>
                <a:schemeClr val="accent2"/>
              </a:solidFill>
              <a:ln w="0">
                <a:noFill/>
                <a:prstDash val="solid"/>
                <a:round/>
              </a:ln>
            </p:spPr>
            <p:txBody>
              <a:bodyPr vert="horz" wrap="square" lIns="91440" tIns="45720" rIns="91440" bIns="45720" numCol="1" anchor="t" anchorCtr="0" compatLnSpc="1">
                <a:noAutofit/>
              </a:bodyPr>
              <a:lstStyle/>
              <a:p>
                <a:endParaRPr lang="ko-KR" altLang="en-US">
                  <a:solidFill>
                    <a:schemeClr val="accent2"/>
                  </a:solidFill>
                </a:endParaRPr>
              </a:p>
            </p:txBody>
          </p:sp>
          <p:sp>
            <p:nvSpPr>
              <p:cNvPr id="40" name="椭圆 39"/>
              <p:cNvSpPr/>
              <p:nvPr/>
            </p:nvSpPr>
            <p:spPr>
              <a:xfrm>
                <a:off x="3601296" y="4737148"/>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sp>
        <p:nvSpPr>
          <p:cNvPr id="53" name="PA-文本框 14"/>
          <p:cNvSpPr txBox="1"/>
          <p:nvPr>
            <p:custDataLst>
              <p:tags r:id="rId2"/>
            </p:custDataLst>
          </p:nvPr>
        </p:nvSpPr>
        <p:spPr>
          <a:xfrm>
            <a:off x="3841782" y="3830495"/>
            <a:ext cx="4497922" cy="307777"/>
          </a:xfrm>
          <a:prstGeom prst="rect">
            <a:avLst/>
          </a:prstGeom>
          <a:solidFill>
            <a:schemeClr val="accent2"/>
          </a:solidFill>
        </p:spPr>
        <p:txBody>
          <a:bodyPr wrap="square" rtlCol="0">
            <a:spAutoFit/>
          </a:bodyPr>
          <a:lstStyle/>
          <a:p>
            <a:pPr algn="dist"/>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开题报告</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论文答辩</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毕业答辩</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毕业论文</a:t>
            </a:r>
          </a:p>
        </p:txBody>
      </p:sp>
      <p:sp>
        <p:nvSpPr>
          <p:cNvPr id="2" name="矩形 1"/>
          <p:cNvSpPr/>
          <p:nvPr/>
        </p:nvSpPr>
        <p:spPr>
          <a:xfrm>
            <a:off x="404420" y="457200"/>
            <a:ext cx="11413067" cy="594359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rcRect r="46593" b="59420"/>
          <a:stretch>
            <a:fillRect/>
          </a:stretch>
        </p:blipFill>
        <p:spPr>
          <a:xfrm>
            <a:off x="834" y="3586"/>
            <a:ext cx="5192671" cy="2782957"/>
          </a:xfrm>
          <a:prstGeom prst="rect">
            <a:avLst/>
          </a:prstGeom>
        </p:spPr>
      </p:pic>
      <p:pic>
        <p:nvPicPr>
          <p:cNvPr id="4" name="图片 3"/>
          <p:cNvPicPr>
            <a:picLocks noChangeAspect="1"/>
          </p:cNvPicPr>
          <p:nvPr/>
        </p:nvPicPr>
        <p:blipFill>
          <a:blip r:embed="rId6" cstate="print">
            <a:extLst>
              <a:ext uri="{28A0092B-C50C-407E-A947-70E740481C1C}">
                <a14:useLocalDpi xmlns:a14="http://schemas.microsoft.com/office/drawing/2010/main" val="0"/>
              </a:ext>
            </a:extLst>
          </a:blip>
          <a:srcRect l="59291" t="67288"/>
          <a:stretch>
            <a:fillRect/>
          </a:stretch>
        </p:blipFill>
        <p:spPr>
          <a:xfrm>
            <a:off x="8241542" y="4614597"/>
            <a:ext cx="3958038" cy="2243403"/>
          </a:xfrm>
          <a:prstGeom prst="rect">
            <a:avLst/>
          </a:prstGeom>
        </p:spPr>
      </p:pic>
      <p:sp>
        <p:nvSpPr>
          <p:cNvPr id="5" name="PA_矩形 29"/>
          <p:cNvSpPr/>
          <p:nvPr>
            <p:custDataLst>
              <p:tags r:id="rId3"/>
            </p:custDataLst>
          </p:nvPr>
        </p:nvSpPr>
        <p:spPr>
          <a:xfrm>
            <a:off x="10464786" y="735133"/>
            <a:ext cx="1134533" cy="461665"/>
          </a:xfrm>
          <a:prstGeom prst="rect">
            <a:avLst/>
          </a:prstGeom>
          <a:ln>
            <a:noFill/>
          </a:ln>
          <a:effectLst/>
        </p:spPr>
        <p:txBody>
          <a:bodyPr wrap="square">
            <a:spAutoFit/>
          </a:bodyPr>
          <a:lstStyle/>
          <a:p>
            <a:pPr algn="dist"/>
            <a:r>
              <a:rPr lang="en-US" altLang="zh-CN" sz="2400" b="1" dirty="0">
                <a:latin typeface="思源宋体 CN Heavy" panose="02020900000000000000" pitchFamily="18" charset="-122"/>
                <a:ea typeface="思源宋体 CN Heavy" panose="02020900000000000000" pitchFamily="18" charset="-122"/>
                <a:cs typeface="Open Sans" panose="020B0606030504020204" pitchFamily="34" charset="0"/>
                <a:sym typeface="Arial" panose="020B0604020202020204"/>
              </a:rPr>
              <a:t>LOGO</a:t>
            </a:r>
            <a:endParaRPr lang="zh-CN" altLang="en-US" sz="2400" b="1" dirty="0">
              <a:latin typeface="思源宋体 CN Heavy" panose="02020900000000000000" pitchFamily="18" charset="-122"/>
              <a:ea typeface="思源宋体 CN Heavy" panose="02020900000000000000" pitchFamily="18" charset="-122"/>
              <a:cs typeface="Open Sans" panose="020B0606030504020204" pitchFamily="34" charset="0"/>
              <a:sym typeface="Arial" panose="020B0604020202020204"/>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left)">
                                      <p:cBhvr>
                                        <p:cTn id="7" dur="500"/>
                                        <p:tgtEl>
                                          <p:spTgt spid="53"/>
                                        </p:tgtEl>
                                      </p:cBhvr>
                                    </p:animEffect>
                                  </p:childTnLst>
                                </p:cTn>
                              </p:par>
                            </p:childTnLst>
                          </p:cTn>
                        </p:par>
                        <p:par>
                          <p:cTn id="8" fill="hold">
                            <p:stCondLst>
                              <p:cond delay="500"/>
                            </p:stCondLst>
                            <p:childTnLst>
                              <p:par>
                                <p:cTn id="9" presetID="0" presetClass="entr" presetSubtype="0" fill="hold" grpId="0" nodeType="afterEffect">
                                  <p:stCondLst>
                                    <p:cond delay="0"/>
                                  </p:stCondLst>
                                  <p:iterate type="lt">
                                    <p:tmPct val="10000"/>
                                  </p:iterate>
                                  <p:childTnLst>
                                    <p:set>
                                      <p:cBhvr>
                                        <p:cTn id="10" dur="1" fill="hold">
                                          <p:stCondLst>
                                            <p:cond delay="0"/>
                                          </p:stCondLst>
                                        </p:cTn>
                                        <p:tgtEl>
                                          <p:spTgt spid="5"/>
                                        </p:tgtEl>
                                        <p:attrNameLst>
                                          <p:attrName>style.visibility</p:attrName>
                                        </p:attrNameLst>
                                      </p:cBhvr>
                                      <p:to>
                                        <p:strVal val="visible"/>
                                      </p:to>
                                    </p:set>
                                    <p:anim to="" calcmode="lin" valueType="num">
                                      <p:cBhvr>
                                        <p:cTn id="11" dur="700" fill="hold">
                                          <p:stCondLst>
                                            <p:cond delay="0"/>
                                          </p:stCondLst>
                                        </p:cTn>
                                        <p:tgtEl>
                                          <p:spTgt spid="5"/>
                                        </p:tgtEl>
                                        <p:attrNameLst>
                                          <p:attrName>ppt_y</p:attrName>
                                        </p:attrNameLst>
                                      </p:cBhvr>
                                      <p:tavLst>
                                        <p:tav tm="0" fmla="#ppt_y+#ppt_h/2*((1.5-1.5*$)^3-(1.5-1.5*$)^2)*8/9">
                                          <p:val>
                                            <p:fltVal val="0"/>
                                          </p:val>
                                        </p:tav>
                                        <p:tav tm="100000">
                                          <p:val>
                                            <p:fltVal val="1"/>
                                          </p:val>
                                        </p:tav>
                                      </p:tavLst>
                                    </p:anim>
                                    <p:anim to="" calcmode="lin" valueType="num">
                                      <p:cBhvr>
                                        <p:cTn id="12" dur="700" fill="hold">
                                          <p:stCondLst>
                                            <p:cond delay="0"/>
                                          </p:stCondLst>
                                        </p:cTn>
                                        <p:tgtEl>
                                          <p:spTgt spid="5"/>
                                        </p:tgtEl>
                                        <p:attrNameLst>
                                          <p:attrName>ppt_h</p:attrName>
                                        </p:attrNameLst>
                                      </p:cBhvr>
                                      <p:tavLst>
                                        <p:tav tm="0" fmla="#ppt_h-#ppt_h*((1.5-1.5*$)^3-(1.5-1.5*$)^2)">
                                          <p:val>
                                            <p:fltVal val="0"/>
                                          </p:val>
                                        </p:tav>
                                        <p:tav tm="100000">
                                          <p:val>
                                            <p:fltVal val="1"/>
                                          </p:val>
                                        </p:tav>
                                      </p:tavLst>
                                    </p:anim>
                                    <p:animEffect filter="fade">
                                      <p:cBhvr>
                                        <p:cTn id="13" dur="700">
                                          <p:stCondLst>
                                            <p:cond delay="0"/>
                                          </p:stCondLst>
                                        </p:cTn>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19"/>
          <p:cNvGrpSpPr/>
          <p:nvPr/>
        </p:nvGrpSpPr>
        <p:grpSpPr>
          <a:xfrm>
            <a:off x="1355669" y="2672526"/>
            <a:ext cx="3474230" cy="1771631"/>
            <a:chOff x="1169759" y="2653068"/>
            <a:chExt cx="3474230" cy="1771631"/>
          </a:xfrm>
        </p:grpSpPr>
        <p:sp>
          <p:nvSpPr>
            <p:cNvPr id="4" name="원호 20"/>
            <p:cNvSpPr/>
            <p:nvPr/>
          </p:nvSpPr>
          <p:spPr>
            <a:xfrm rot="16200000">
              <a:off x="1169760" y="2661861"/>
              <a:ext cx="288925" cy="288925"/>
            </a:xfrm>
            <a:prstGeom prst="arc">
              <a:avLst>
                <a:gd name="adj1" fmla="val 16200000"/>
                <a:gd name="adj2" fmla="val 117151"/>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30000"/>
                </a:lnSpc>
              </a:pPr>
              <a:endParaRPr lang="ko-KR" altLang="en-US" dirty="0">
                <a:solidFill>
                  <a:prstClr val="black"/>
                </a:solidFill>
                <a:latin typeface="思源宋体 CN Heavy" panose="02020900000000000000" pitchFamily="18" charset="-122"/>
              </a:endParaRPr>
            </a:p>
          </p:txBody>
        </p:sp>
        <p:cxnSp>
          <p:nvCxnSpPr>
            <p:cNvPr id="5" name="직선 연결선 21"/>
            <p:cNvCxnSpPr/>
            <p:nvPr/>
          </p:nvCxnSpPr>
          <p:spPr>
            <a:xfrm flipV="1">
              <a:off x="1314222" y="2662610"/>
              <a:ext cx="1152000" cy="709"/>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직선 연결선 22"/>
            <p:cNvCxnSpPr>
              <a:endCxn id="7" idx="2"/>
            </p:cNvCxnSpPr>
            <p:nvPr/>
          </p:nvCxnSpPr>
          <p:spPr>
            <a:xfrm>
              <a:off x="1169761" y="2806324"/>
              <a:ext cx="53" cy="1469233"/>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원호 23"/>
            <p:cNvSpPr/>
            <p:nvPr/>
          </p:nvSpPr>
          <p:spPr>
            <a:xfrm rot="10800000">
              <a:off x="1169759" y="4135063"/>
              <a:ext cx="288925" cy="288925"/>
            </a:xfrm>
            <a:prstGeom prst="arc">
              <a:avLst>
                <a:gd name="adj1" fmla="val 16200000"/>
                <a:gd name="adj2" fmla="val 94459"/>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30000"/>
                </a:lnSpc>
              </a:pPr>
              <a:endParaRPr lang="ko-KR" altLang="en-US" dirty="0">
                <a:solidFill>
                  <a:prstClr val="black"/>
                </a:solidFill>
                <a:latin typeface="思源宋体 CN Heavy" panose="02020900000000000000" pitchFamily="18" charset="-122"/>
              </a:endParaRPr>
            </a:p>
          </p:txBody>
        </p:sp>
        <p:cxnSp>
          <p:nvCxnSpPr>
            <p:cNvPr id="8" name="직선 연결선 24"/>
            <p:cNvCxnSpPr>
              <a:endCxn id="9" idx="2"/>
            </p:cNvCxnSpPr>
            <p:nvPr/>
          </p:nvCxnSpPr>
          <p:spPr>
            <a:xfrm flipV="1">
              <a:off x="1314222" y="4423857"/>
              <a:ext cx="1453532" cy="84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원호 25"/>
            <p:cNvSpPr/>
            <p:nvPr/>
          </p:nvSpPr>
          <p:spPr>
            <a:xfrm rot="5400000">
              <a:off x="2629419" y="4135062"/>
              <a:ext cx="288925" cy="288925"/>
            </a:xfrm>
            <a:prstGeom prst="arc">
              <a:avLst>
                <a:gd name="adj1" fmla="val 16860700"/>
                <a:gd name="adj2" fmla="val 145870"/>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30000"/>
                </a:lnSpc>
              </a:pPr>
              <a:endParaRPr lang="ko-KR" altLang="en-US" dirty="0">
                <a:solidFill>
                  <a:prstClr val="black"/>
                </a:solidFill>
                <a:latin typeface="思源宋体 CN Heavy" panose="02020900000000000000" pitchFamily="18" charset="-122"/>
              </a:endParaRPr>
            </a:p>
          </p:txBody>
        </p:sp>
        <p:cxnSp>
          <p:nvCxnSpPr>
            <p:cNvPr id="10" name="직선 연결선 26"/>
            <p:cNvCxnSpPr>
              <a:stCxn id="9" idx="0"/>
              <a:endCxn id="11" idx="0"/>
            </p:cNvCxnSpPr>
            <p:nvPr/>
          </p:nvCxnSpPr>
          <p:spPr>
            <a:xfrm flipV="1">
              <a:off x="2915684" y="2779300"/>
              <a:ext cx="255481" cy="1527818"/>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원호 27"/>
            <p:cNvSpPr/>
            <p:nvPr/>
          </p:nvSpPr>
          <p:spPr>
            <a:xfrm rot="16200000">
              <a:off x="3170010" y="2653068"/>
              <a:ext cx="288925" cy="288925"/>
            </a:xfrm>
            <a:prstGeom prst="arc">
              <a:avLst>
                <a:gd name="adj1" fmla="val 16634984"/>
                <a:gd name="adj2" fmla="val 126253"/>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30000"/>
                </a:lnSpc>
              </a:pPr>
              <a:endParaRPr lang="ko-KR" altLang="en-US" dirty="0">
                <a:solidFill>
                  <a:prstClr val="black"/>
                </a:solidFill>
                <a:latin typeface="思源宋体 CN Heavy" panose="02020900000000000000" pitchFamily="18" charset="-122"/>
              </a:endParaRPr>
            </a:p>
          </p:txBody>
        </p:sp>
        <p:cxnSp>
          <p:nvCxnSpPr>
            <p:cNvPr id="12" name="직선 연결선 28"/>
            <p:cNvCxnSpPr/>
            <p:nvPr/>
          </p:nvCxnSpPr>
          <p:spPr>
            <a:xfrm flipV="1">
              <a:off x="3317294" y="2654577"/>
              <a:ext cx="1326695" cy="804"/>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3" name="그룹 29"/>
          <p:cNvGrpSpPr/>
          <p:nvPr/>
        </p:nvGrpSpPr>
        <p:grpSpPr>
          <a:xfrm>
            <a:off x="3355920" y="2668686"/>
            <a:ext cx="3329767" cy="1771631"/>
            <a:chOff x="3170010" y="2649228"/>
            <a:chExt cx="3329767" cy="1771631"/>
          </a:xfrm>
        </p:grpSpPr>
        <p:cxnSp>
          <p:nvCxnSpPr>
            <p:cNvPr id="14" name="직선 연결선 30"/>
            <p:cNvCxnSpPr>
              <a:endCxn id="15" idx="2"/>
            </p:cNvCxnSpPr>
            <p:nvPr/>
          </p:nvCxnSpPr>
          <p:spPr>
            <a:xfrm flipV="1">
              <a:off x="3170010" y="4420017"/>
              <a:ext cx="1453532" cy="84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원호 31"/>
            <p:cNvSpPr/>
            <p:nvPr/>
          </p:nvSpPr>
          <p:spPr>
            <a:xfrm rot="5400000">
              <a:off x="4485207" y="4131222"/>
              <a:ext cx="288925" cy="288925"/>
            </a:xfrm>
            <a:prstGeom prst="arc">
              <a:avLst>
                <a:gd name="adj1" fmla="val 16860700"/>
                <a:gd name="adj2" fmla="val 145870"/>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30000"/>
                </a:lnSpc>
              </a:pPr>
              <a:endParaRPr lang="ko-KR" altLang="en-US" dirty="0">
                <a:solidFill>
                  <a:prstClr val="black"/>
                </a:solidFill>
                <a:latin typeface="思源宋体 CN Heavy" panose="02020900000000000000" pitchFamily="18" charset="-122"/>
              </a:endParaRPr>
            </a:p>
          </p:txBody>
        </p:sp>
        <p:cxnSp>
          <p:nvCxnSpPr>
            <p:cNvPr id="16" name="직선 연결선 32"/>
            <p:cNvCxnSpPr>
              <a:stCxn id="15" idx="0"/>
              <a:endCxn id="17" idx="0"/>
            </p:cNvCxnSpPr>
            <p:nvPr/>
          </p:nvCxnSpPr>
          <p:spPr>
            <a:xfrm flipV="1">
              <a:off x="4771472" y="2775460"/>
              <a:ext cx="255481" cy="1527818"/>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원호 33"/>
            <p:cNvSpPr/>
            <p:nvPr/>
          </p:nvSpPr>
          <p:spPr>
            <a:xfrm rot="16200000">
              <a:off x="5025798" y="2649228"/>
              <a:ext cx="288925" cy="288925"/>
            </a:xfrm>
            <a:prstGeom prst="arc">
              <a:avLst>
                <a:gd name="adj1" fmla="val 16634984"/>
                <a:gd name="adj2" fmla="val 126253"/>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30000"/>
                </a:lnSpc>
              </a:pPr>
              <a:endParaRPr lang="ko-KR" altLang="en-US" dirty="0">
                <a:solidFill>
                  <a:prstClr val="black"/>
                </a:solidFill>
                <a:latin typeface="思源宋体 CN Heavy" panose="02020900000000000000" pitchFamily="18" charset="-122"/>
              </a:endParaRPr>
            </a:p>
          </p:txBody>
        </p:sp>
        <p:cxnSp>
          <p:nvCxnSpPr>
            <p:cNvPr id="18" name="직선 연결선 34"/>
            <p:cNvCxnSpPr/>
            <p:nvPr/>
          </p:nvCxnSpPr>
          <p:spPr>
            <a:xfrm flipV="1">
              <a:off x="5173082" y="2650737"/>
              <a:ext cx="1326695" cy="80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9" name="그룹 35"/>
          <p:cNvGrpSpPr/>
          <p:nvPr/>
        </p:nvGrpSpPr>
        <p:grpSpPr>
          <a:xfrm>
            <a:off x="5211708" y="2664846"/>
            <a:ext cx="3329767" cy="1771631"/>
            <a:chOff x="5025798" y="2645388"/>
            <a:chExt cx="3329767" cy="1771631"/>
          </a:xfrm>
        </p:grpSpPr>
        <p:cxnSp>
          <p:nvCxnSpPr>
            <p:cNvPr id="20" name="직선 연결선 36"/>
            <p:cNvCxnSpPr>
              <a:endCxn id="21" idx="2"/>
            </p:cNvCxnSpPr>
            <p:nvPr/>
          </p:nvCxnSpPr>
          <p:spPr>
            <a:xfrm flipV="1">
              <a:off x="5025798" y="4416177"/>
              <a:ext cx="1453532" cy="84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 name="원호 37"/>
            <p:cNvSpPr/>
            <p:nvPr/>
          </p:nvSpPr>
          <p:spPr>
            <a:xfrm rot="5400000">
              <a:off x="6340995" y="4127382"/>
              <a:ext cx="288925" cy="288925"/>
            </a:xfrm>
            <a:prstGeom prst="arc">
              <a:avLst>
                <a:gd name="adj1" fmla="val 16860700"/>
                <a:gd name="adj2" fmla="val 145870"/>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30000"/>
                </a:lnSpc>
              </a:pPr>
              <a:endParaRPr lang="ko-KR" altLang="en-US" dirty="0">
                <a:solidFill>
                  <a:prstClr val="black"/>
                </a:solidFill>
                <a:latin typeface="思源宋体 CN Heavy" panose="02020900000000000000" pitchFamily="18" charset="-122"/>
              </a:endParaRPr>
            </a:p>
          </p:txBody>
        </p:sp>
        <p:cxnSp>
          <p:nvCxnSpPr>
            <p:cNvPr id="22" name="직선 연결선 38"/>
            <p:cNvCxnSpPr>
              <a:stCxn id="21" idx="0"/>
              <a:endCxn id="23" idx="0"/>
            </p:cNvCxnSpPr>
            <p:nvPr/>
          </p:nvCxnSpPr>
          <p:spPr>
            <a:xfrm flipV="1">
              <a:off x="6627260" y="2771620"/>
              <a:ext cx="255481" cy="1527818"/>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원호 39"/>
            <p:cNvSpPr/>
            <p:nvPr/>
          </p:nvSpPr>
          <p:spPr>
            <a:xfrm rot="16200000">
              <a:off x="6881586" y="2645388"/>
              <a:ext cx="288925" cy="288925"/>
            </a:xfrm>
            <a:prstGeom prst="arc">
              <a:avLst>
                <a:gd name="adj1" fmla="val 16634984"/>
                <a:gd name="adj2" fmla="val 126253"/>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30000"/>
                </a:lnSpc>
              </a:pPr>
              <a:endParaRPr lang="ko-KR" altLang="en-US" dirty="0">
                <a:solidFill>
                  <a:prstClr val="black"/>
                </a:solidFill>
                <a:latin typeface="思源宋体 CN Heavy" panose="02020900000000000000" pitchFamily="18" charset="-122"/>
              </a:endParaRPr>
            </a:p>
          </p:txBody>
        </p:sp>
        <p:cxnSp>
          <p:nvCxnSpPr>
            <p:cNvPr id="24" name="직선 연결선 40"/>
            <p:cNvCxnSpPr/>
            <p:nvPr/>
          </p:nvCxnSpPr>
          <p:spPr>
            <a:xfrm flipV="1">
              <a:off x="7028870" y="2646897"/>
              <a:ext cx="1326695" cy="80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5" name="그룹 41"/>
          <p:cNvGrpSpPr/>
          <p:nvPr/>
        </p:nvGrpSpPr>
        <p:grpSpPr>
          <a:xfrm>
            <a:off x="7067496" y="2661006"/>
            <a:ext cx="2144713" cy="1771631"/>
            <a:chOff x="6997755" y="2075490"/>
            <a:chExt cx="2144713" cy="1771631"/>
          </a:xfrm>
        </p:grpSpPr>
        <p:sp>
          <p:nvSpPr>
            <p:cNvPr id="26" name="원호 42"/>
            <p:cNvSpPr/>
            <p:nvPr/>
          </p:nvSpPr>
          <p:spPr>
            <a:xfrm rot="16200000">
              <a:off x="8853543" y="2075490"/>
              <a:ext cx="288925" cy="288925"/>
            </a:xfrm>
            <a:prstGeom prst="arc">
              <a:avLst>
                <a:gd name="adj1" fmla="val 16634984"/>
                <a:gd name="adj2" fmla="val 126253"/>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30000"/>
                </a:lnSpc>
              </a:pPr>
              <a:endParaRPr lang="ko-KR" altLang="en-US" dirty="0">
                <a:solidFill>
                  <a:prstClr val="black"/>
                </a:solidFill>
                <a:latin typeface="思源宋体 CN Heavy" panose="02020900000000000000" pitchFamily="18" charset="-122"/>
              </a:endParaRPr>
            </a:p>
          </p:txBody>
        </p:sp>
        <p:cxnSp>
          <p:nvCxnSpPr>
            <p:cNvPr id="27" name="직선 연결선 43"/>
            <p:cNvCxnSpPr>
              <a:endCxn id="28" idx="2"/>
            </p:cNvCxnSpPr>
            <p:nvPr/>
          </p:nvCxnSpPr>
          <p:spPr>
            <a:xfrm flipV="1">
              <a:off x="6997755" y="3846279"/>
              <a:ext cx="1453532" cy="84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원호 44"/>
            <p:cNvSpPr/>
            <p:nvPr/>
          </p:nvSpPr>
          <p:spPr>
            <a:xfrm rot="5400000">
              <a:off x="8312952" y="3557484"/>
              <a:ext cx="288925" cy="288925"/>
            </a:xfrm>
            <a:prstGeom prst="arc">
              <a:avLst>
                <a:gd name="adj1" fmla="val 16860700"/>
                <a:gd name="adj2" fmla="val 145870"/>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30000"/>
                </a:lnSpc>
              </a:pPr>
              <a:endParaRPr lang="ko-KR" altLang="en-US" dirty="0">
                <a:solidFill>
                  <a:prstClr val="black"/>
                </a:solidFill>
                <a:latin typeface="思源宋体 CN Heavy" panose="02020900000000000000" pitchFamily="18" charset="-122"/>
              </a:endParaRPr>
            </a:p>
          </p:txBody>
        </p:sp>
        <p:cxnSp>
          <p:nvCxnSpPr>
            <p:cNvPr id="29" name="직선 연결선 45"/>
            <p:cNvCxnSpPr>
              <a:stCxn id="28" idx="0"/>
              <a:endCxn id="26" idx="0"/>
            </p:cNvCxnSpPr>
            <p:nvPr/>
          </p:nvCxnSpPr>
          <p:spPr>
            <a:xfrm flipV="1">
              <a:off x="8599217" y="2201722"/>
              <a:ext cx="255481" cy="1527818"/>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5" name="타원 51"/>
          <p:cNvSpPr/>
          <p:nvPr/>
        </p:nvSpPr>
        <p:spPr>
          <a:xfrm>
            <a:off x="2580310" y="2557666"/>
            <a:ext cx="255482" cy="2554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altLang="ko-KR" sz="1100" b="1" dirty="0">
                <a:solidFill>
                  <a:prstClr val="white"/>
                </a:solidFill>
                <a:latin typeface="思源宋体 CN Heavy" panose="02020900000000000000" pitchFamily="18" charset="-122"/>
                <a:ea typeface="思源宋体 CN Heavy" panose="02020900000000000000" pitchFamily="18" charset="-122"/>
              </a:rPr>
              <a:t>1</a:t>
            </a:r>
            <a:endParaRPr lang="ko-KR" altLang="en-US" sz="1100" b="1" dirty="0">
              <a:solidFill>
                <a:prstClr val="white"/>
              </a:solidFill>
              <a:latin typeface="思源宋体 CN Heavy" panose="02020900000000000000" pitchFamily="18" charset="-122"/>
            </a:endParaRPr>
          </a:p>
        </p:txBody>
      </p:sp>
      <p:sp>
        <p:nvSpPr>
          <p:cNvPr id="36" name="타원 52"/>
          <p:cNvSpPr/>
          <p:nvPr/>
        </p:nvSpPr>
        <p:spPr>
          <a:xfrm>
            <a:off x="3285253" y="4311734"/>
            <a:ext cx="255482" cy="2554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altLang="ko-KR" sz="1100" b="1" dirty="0">
                <a:solidFill>
                  <a:prstClr val="white"/>
                </a:solidFill>
                <a:latin typeface="思源宋体 CN Heavy" panose="02020900000000000000" pitchFamily="18" charset="-122"/>
                <a:ea typeface="思源宋体 CN Heavy" panose="02020900000000000000" pitchFamily="18" charset="-122"/>
              </a:rPr>
              <a:t>2</a:t>
            </a:r>
            <a:endParaRPr lang="ko-KR" altLang="en-US" sz="1100" b="1" dirty="0">
              <a:solidFill>
                <a:prstClr val="white"/>
              </a:solidFill>
              <a:latin typeface="思源宋体 CN Heavy" panose="02020900000000000000" pitchFamily="18" charset="-122"/>
            </a:endParaRPr>
          </a:p>
        </p:txBody>
      </p:sp>
      <p:sp>
        <p:nvSpPr>
          <p:cNvPr id="37" name="타원 53"/>
          <p:cNvSpPr/>
          <p:nvPr/>
        </p:nvSpPr>
        <p:spPr>
          <a:xfrm>
            <a:off x="5112198" y="4304054"/>
            <a:ext cx="255482" cy="2554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altLang="ko-KR" sz="1100" b="1" dirty="0">
                <a:solidFill>
                  <a:prstClr val="white"/>
                </a:solidFill>
                <a:latin typeface="思源宋体 CN Heavy" panose="02020900000000000000" pitchFamily="18" charset="-122"/>
                <a:ea typeface="思源宋体 CN Heavy" panose="02020900000000000000" pitchFamily="18" charset="-122"/>
              </a:rPr>
              <a:t>3</a:t>
            </a:r>
            <a:endParaRPr lang="ko-KR" altLang="en-US" sz="1100" b="1" dirty="0">
              <a:solidFill>
                <a:prstClr val="white"/>
              </a:solidFill>
              <a:latin typeface="思源宋体 CN Heavy" panose="02020900000000000000" pitchFamily="18" charset="-122"/>
            </a:endParaRPr>
          </a:p>
        </p:txBody>
      </p:sp>
      <p:sp>
        <p:nvSpPr>
          <p:cNvPr id="38" name="타원 54"/>
          <p:cNvSpPr/>
          <p:nvPr/>
        </p:nvSpPr>
        <p:spPr>
          <a:xfrm>
            <a:off x="6939143" y="4296374"/>
            <a:ext cx="255482" cy="2554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altLang="ko-KR" sz="1100" b="1" dirty="0">
                <a:solidFill>
                  <a:prstClr val="white"/>
                </a:solidFill>
                <a:latin typeface="思源宋体 CN Heavy" panose="02020900000000000000" pitchFamily="18" charset="-122"/>
                <a:ea typeface="思源宋体 CN Heavy" panose="02020900000000000000" pitchFamily="18" charset="-122"/>
              </a:rPr>
              <a:t>4</a:t>
            </a:r>
            <a:endParaRPr lang="ko-KR" altLang="en-US" sz="1100" b="1" dirty="0">
              <a:solidFill>
                <a:prstClr val="white"/>
              </a:solidFill>
              <a:latin typeface="思源宋体 CN Heavy" panose="02020900000000000000" pitchFamily="18" charset="-122"/>
            </a:endParaRPr>
          </a:p>
        </p:txBody>
      </p:sp>
      <p:grpSp>
        <p:nvGrpSpPr>
          <p:cNvPr id="39" name="그룹 55"/>
          <p:cNvGrpSpPr/>
          <p:nvPr/>
        </p:nvGrpSpPr>
        <p:grpSpPr>
          <a:xfrm rot="10800000">
            <a:off x="9067746" y="2661006"/>
            <a:ext cx="1597995" cy="1762838"/>
            <a:chOff x="10625816" y="4555975"/>
            <a:chExt cx="1597995" cy="1762838"/>
          </a:xfrm>
        </p:grpSpPr>
        <p:sp>
          <p:nvSpPr>
            <p:cNvPr id="40" name="원호 56"/>
            <p:cNvSpPr/>
            <p:nvPr/>
          </p:nvSpPr>
          <p:spPr>
            <a:xfrm rot="16200000">
              <a:off x="10625817" y="4555975"/>
              <a:ext cx="288925" cy="288925"/>
            </a:xfrm>
            <a:prstGeom prst="arc">
              <a:avLst>
                <a:gd name="adj1" fmla="val 16200000"/>
                <a:gd name="adj2" fmla="val 117151"/>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30000"/>
                </a:lnSpc>
              </a:pPr>
              <a:endParaRPr lang="ko-KR" altLang="en-US" dirty="0">
                <a:solidFill>
                  <a:prstClr val="black"/>
                </a:solidFill>
                <a:latin typeface="思源宋体 CN Heavy" panose="02020900000000000000" pitchFamily="18" charset="-122"/>
              </a:endParaRPr>
            </a:p>
          </p:txBody>
        </p:sp>
        <p:cxnSp>
          <p:nvCxnSpPr>
            <p:cNvPr id="41" name="직선 연결선 57"/>
            <p:cNvCxnSpPr/>
            <p:nvPr/>
          </p:nvCxnSpPr>
          <p:spPr>
            <a:xfrm flipV="1">
              <a:off x="10770279" y="4556724"/>
              <a:ext cx="1152000" cy="709"/>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직선 연결선 58"/>
            <p:cNvCxnSpPr>
              <a:endCxn id="43" idx="2"/>
            </p:cNvCxnSpPr>
            <p:nvPr/>
          </p:nvCxnSpPr>
          <p:spPr>
            <a:xfrm>
              <a:off x="10625818" y="4700438"/>
              <a:ext cx="53" cy="1469233"/>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3" name="원호 59"/>
            <p:cNvSpPr/>
            <p:nvPr/>
          </p:nvSpPr>
          <p:spPr>
            <a:xfrm rot="10800000">
              <a:off x="10625816" y="6029177"/>
              <a:ext cx="288925" cy="288925"/>
            </a:xfrm>
            <a:prstGeom prst="arc">
              <a:avLst>
                <a:gd name="adj1" fmla="val 16200000"/>
                <a:gd name="adj2" fmla="val 94459"/>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30000"/>
                </a:lnSpc>
              </a:pPr>
              <a:endParaRPr lang="ko-KR" altLang="en-US" dirty="0">
                <a:solidFill>
                  <a:prstClr val="black"/>
                </a:solidFill>
                <a:latin typeface="思源宋体 CN Heavy" panose="02020900000000000000" pitchFamily="18" charset="-122"/>
              </a:endParaRPr>
            </a:p>
          </p:txBody>
        </p:sp>
        <p:cxnSp>
          <p:nvCxnSpPr>
            <p:cNvPr id="44" name="직선 연결선 60"/>
            <p:cNvCxnSpPr/>
            <p:nvPr/>
          </p:nvCxnSpPr>
          <p:spPr>
            <a:xfrm flipV="1">
              <a:off x="10770279" y="6317971"/>
              <a:ext cx="1453532" cy="84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5" name="타원 61"/>
          <p:cNvSpPr/>
          <p:nvPr/>
        </p:nvSpPr>
        <p:spPr>
          <a:xfrm>
            <a:off x="9192808" y="4288694"/>
            <a:ext cx="255482" cy="2554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altLang="ko-KR" sz="1100" b="1" dirty="0">
                <a:solidFill>
                  <a:prstClr val="white"/>
                </a:solidFill>
                <a:latin typeface="思源宋体 CN Heavy" panose="02020900000000000000" pitchFamily="18" charset="-122"/>
                <a:ea typeface="思源宋体 CN Heavy" panose="02020900000000000000" pitchFamily="18" charset="-122"/>
              </a:rPr>
              <a:t>5</a:t>
            </a:r>
            <a:endParaRPr lang="ko-KR" altLang="en-US" sz="1100" b="1" dirty="0">
              <a:solidFill>
                <a:prstClr val="white"/>
              </a:solidFill>
              <a:latin typeface="思源宋体 CN Heavy" panose="02020900000000000000" pitchFamily="18" charset="-122"/>
            </a:endParaRPr>
          </a:p>
        </p:txBody>
      </p:sp>
      <p:grpSp>
        <p:nvGrpSpPr>
          <p:cNvPr id="49" name="组合 48"/>
          <p:cNvGrpSpPr/>
          <p:nvPr/>
        </p:nvGrpSpPr>
        <p:grpSpPr>
          <a:xfrm>
            <a:off x="1304078" y="2937255"/>
            <a:ext cx="1845640" cy="1256194"/>
            <a:chOff x="1376126" y="4079063"/>
            <a:chExt cx="1845640" cy="1256194"/>
          </a:xfrm>
        </p:grpSpPr>
        <p:sp>
          <p:nvSpPr>
            <p:cNvPr id="50" name="矩形 49"/>
            <p:cNvSpPr/>
            <p:nvPr/>
          </p:nvSpPr>
          <p:spPr>
            <a:xfrm>
              <a:off x="1376126" y="4542219"/>
              <a:ext cx="1845640" cy="793038"/>
            </a:xfrm>
            <a:prstGeom prst="rect">
              <a:avLst/>
            </a:prstGeom>
          </p:spPr>
          <p:txBody>
            <a:bodyPr wrap="square">
              <a:spAutoFit/>
            </a:bodyPr>
            <a:lstStyle/>
            <a:p>
              <a:pPr algn="ctr">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CN Bold" panose="020B0800000000000000" pitchFamily="34" charset="-122"/>
                </a:rPr>
                <a:t>单击此处输入您的文本内容，可更改文字的颜色或者大小等属性。</a:t>
              </a:r>
              <a:endParaRPr lang="en-US" altLang="zh-CN" sz="1200" kern="0" dirty="0">
                <a:solidFill>
                  <a:schemeClr val="tx1">
                    <a:lumMod val="50000"/>
                    <a:lumOff val="50000"/>
                  </a:schemeClr>
                </a:solidFill>
                <a:latin typeface="微软雅黑" panose="020B0503020204020204" pitchFamily="34" charset="-122"/>
                <a:ea typeface="微软雅黑" panose="020B0503020204020204" pitchFamily="34" charset="-122"/>
                <a:sym typeface="字魂35号-经典雅黑" panose="02000000000000000000" pitchFamily="2" charset="-122"/>
              </a:endParaRPr>
            </a:p>
          </p:txBody>
        </p:sp>
        <p:sp>
          <p:nvSpPr>
            <p:cNvPr id="51" name="矩形 50"/>
            <p:cNvSpPr/>
            <p:nvPr/>
          </p:nvSpPr>
          <p:spPr>
            <a:xfrm>
              <a:off x="1376126" y="4079063"/>
              <a:ext cx="1845640" cy="459228"/>
            </a:xfrm>
            <a:prstGeom prst="rect">
              <a:avLst/>
            </a:prstGeom>
          </p:spPr>
          <p:txBody>
            <a:bodyPr wrap="square">
              <a:spAutoFit/>
            </a:bodyPr>
            <a:lstStyle/>
            <a:p>
              <a:pPr algn="ctr">
                <a:lnSpc>
                  <a:spcPct val="130000"/>
                </a:lnSpc>
                <a:defRPr/>
              </a:pPr>
              <a:r>
                <a:rPr lang="zh-CN" altLang="en-US" sz="2000" kern="0" dirty="0">
                  <a:latin typeface="思源宋体 CN Heavy" panose="02020900000000000000" pitchFamily="18" charset="-122"/>
                  <a:ea typeface="思源宋体 CN Heavy" panose="02020900000000000000" pitchFamily="18" charset="-122"/>
                  <a:cs typeface="+mn-ea"/>
                  <a:sym typeface="思源黑体 CN Bold" panose="020B0800000000000000" pitchFamily="34" charset="-122"/>
                </a:rPr>
                <a:t>添加标题</a:t>
              </a:r>
              <a:endParaRPr lang="en-US" altLang="zh-CN" sz="2000" kern="0" dirty="0">
                <a:latin typeface="思源宋体 CN Heavy" panose="02020900000000000000" pitchFamily="18" charset="-122"/>
                <a:ea typeface="思源宋体 CN Heavy" panose="02020900000000000000" pitchFamily="18" charset="-122"/>
                <a:sym typeface="字魂35号-经典雅黑" panose="02000000000000000000" pitchFamily="2" charset="-122"/>
              </a:endParaRPr>
            </a:p>
          </p:txBody>
        </p:sp>
      </p:grpSp>
      <p:grpSp>
        <p:nvGrpSpPr>
          <p:cNvPr id="52" name="组合 51"/>
          <p:cNvGrpSpPr/>
          <p:nvPr/>
        </p:nvGrpSpPr>
        <p:grpSpPr>
          <a:xfrm>
            <a:off x="3215900" y="2937255"/>
            <a:ext cx="1845640" cy="1256194"/>
            <a:chOff x="1376126" y="4079063"/>
            <a:chExt cx="1845640" cy="1256194"/>
          </a:xfrm>
        </p:grpSpPr>
        <p:sp>
          <p:nvSpPr>
            <p:cNvPr id="53" name="矩形 52"/>
            <p:cNvSpPr/>
            <p:nvPr/>
          </p:nvSpPr>
          <p:spPr>
            <a:xfrm>
              <a:off x="1376126" y="4542219"/>
              <a:ext cx="1845640" cy="793038"/>
            </a:xfrm>
            <a:prstGeom prst="rect">
              <a:avLst/>
            </a:prstGeom>
          </p:spPr>
          <p:txBody>
            <a:bodyPr wrap="square">
              <a:spAutoFit/>
            </a:bodyPr>
            <a:lstStyle/>
            <a:p>
              <a:pPr algn="ctr">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CN Bold" panose="020B0800000000000000" pitchFamily="34" charset="-122"/>
                </a:rPr>
                <a:t>单击此处输入您的文本内容，可更改文字的颜色或者大小等属性。</a:t>
              </a:r>
              <a:endParaRPr lang="en-US" altLang="zh-CN" sz="1200" kern="0" dirty="0">
                <a:solidFill>
                  <a:schemeClr val="tx1">
                    <a:lumMod val="50000"/>
                    <a:lumOff val="50000"/>
                  </a:schemeClr>
                </a:solidFill>
                <a:latin typeface="微软雅黑" panose="020B0503020204020204" pitchFamily="34" charset="-122"/>
                <a:ea typeface="微软雅黑" panose="020B0503020204020204" pitchFamily="34" charset="-122"/>
                <a:sym typeface="字魂35号-经典雅黑" panose="02000000000000000000" pitchFamily="2" charset="-122"/>
              </a:endParaRPr>
            </a:p>
          </p:txBody>
        </p:sp>
        <p:sp>
          <p:nvSpPr>
            <p:cNvPr id="54" name="矩形 53"/>
            <p:cNvSpPr/>
            <p:nvPr/>
          </p:nvSpPr>
          <p:spPr>
            <a:xfrm>
              <a:off x="1376126" y="4079063"/>
              <a:ext cx="1845640" cy="459228"/>
            </a:xfrm>
            <a:prstGeom prst="rect">
              <a:avLst/>
            </a:prstGeom>
          </p:spPr>
          <p:txBody>
            <a:bodyPr wrap="square">
              <a:spAutoFit/>
            </a:bodyPr>
            <a:lstStyle/>
            <a:p>
              <a:pPr algn="ctr">
                <a:lnSpc>
                  <a:spcPct val="130000"/>
                </a:lnSpc>
                <a:defRPr/>
              </a:pPr>
              <a:r>
                <a:rPr lang="zh-CN" altLang="en-US" sz="2000" kern="0" dirty="0">
                  <a:latin typeface="思源宋体 CN Heavy" panose="02020900000000000000" pitchFamily="18" charset="-122"/>
                  <a:ea typeface="思源宋体 CN Heavy" panose="02020900000000000000" pitchFamily="18" charset="-122"/>
                  <a:cs typeface="+mn-ea"/>
                  <a:sym typeface="思源黑体 CN Bold" panose="020B0800000000000000" pitchFamily="34" charset="-122"/>
                </a:rPr>
                <a:t>添加标题</a:t>
              </a:r>
              <a:endParaRPr lang="en-US" altLang="zh-CN" sz="2000" kern="0" dirty="0">
                <a:latin typeface="思源宋体 CN Heavy" panose="02020900000000000000" pitchFamily="18" charset="-122"/>
                <a:ea typeface="思源宋体 CN Heavy" panose="02020900000000000000" pitchFamily="18" charset="-122"/>
                <a:sym typeface="字魂35号-经典雅黑" panose="02000000000000000000" pitchFamily="2" charset="-122"/>
              </a:endParaRPr>
            </a:p>
          </p:txBody>
        </p:sp>
      </p:grpSp>
      <p:grpSp>
        <p:nvGrpSpPr>
          <p:cNvPr id="55" name="组合 54"/>
          <p:cNvGrpSpPr/>
          <p:nvPr/>
        </p:nvGrpSpPr>
        <p:grpSpPr>
          <a:xfrm>
            <a:off x="5030952" y="2937255"/>
            <a:ext cx="1845640" cy="1256194"/>
            <a:chOff x="1376126" y="4079063"/>
            <a:chExt cx="1845640" cy="1256194"/>
          </a:xfrm>
        </p:grpSpPr>
        <p:sp>
          <p:nvSpPr>
            <p:cNvPr id="56" name="矩形 55"/>
            <p:cNvSpPr/>
            <p:nvPr/>
          </p:nvSpPr>
          <p:spPr>
            <a:xfrm>
              <a:off x="1376126" y="4542219"/>
              <a:ext cx="1845640" cy="793038"/>
            </a:xfrm>
            <a:prstGeom prst="rect">
              <a:avLst/>
            </a:prstGeom>
          </p:spPr>
          <p:txBody>
            <a:bodyPr wrap="square">
              <a:spAutoFit/>
            </a:bodyPr>
            <a:lstStyle/>
            <a:p>
              <a:pPr algn="ctr">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CN Bold" panose="020B0800000000000000" pitchFamily="34" charset="-122"/>
                </a:rPr>
                <a:t>单击此处输入您的文本内容，可更改文字的颜色或者大小等属性。</a:t>
              </a:r>
              <a:endParaRPr lang="en-US" altLang="zh-CN" sz="1200" kern="0" dirty="0">
                <a:solidFill>
                  <a:schemeClr val="tx1">
                    <a:lumMod val="50000"/>
                    <a:lumOff val="50000"/>
                  </a:schemeClr>
                </a:solidFill>
                <a:latin typeface="微软雅黑" panose="020B0503020204020204" pitchFamily="34" charset="-122"/>
                <a:ea typeface="微软雅黑" panose="020B0503020204020204" pitchFamily="34" charset="-122"/>
                <a:sym typeface="字魂35号-经典雅黑" panose="02000000000000000000" pitchFamily="2" charset="-122"/>
              </a:endParaRPr>
            </a:p>
          </p:txBody>
        </p:sp>
        <p:sp>
          <p:nvSpPr>
            <p:cNvPr id="57" name="矩形 56"/>
            <p:cNvSpPr/>
            <p:nvPr/>
          </p:nvSpPr>
          <p:spPr>
            <a:xfrm>
              <a:off x="1376126" y="4079063"/>
              <a:ext cx="1845640" cy="459228"/>
            </a:xfrm>
            <a:prstGeom prst="rect">
              <a:avLst/>
            </a:prstGeom>
          </p:spPr>
          <p:txBody>
            <a:bodyPr wrap="square">
              <a:spAutoFit/>
            </a:bodyPr>
            <a:lstStyle/>
            <a:p>
              <a:pPr algn="ctr">
                <a:lnSpc>
                  <a:spcPct val="130000"/>
                </a:lnSpc>
                <a:defRPr/>
              </a:pPr>
              <a:r>
                <a:rPr lang="zh-CN" altLang="en-US" sz="2000" kern="0" dirty="0">
                  <a:latin typeface="思源宋体 CN Heavy" panose="02020900000000000000" pitchFamily="18" charset="-122"/>
                  <a:ea typeface="思源宋体 CN Heavy" panose="02020900000000000000" pitchFamily="18" charset="-122"/>
                  <a:cs typeface="+mn-ea"/>
                  <a:sym typeface="思源黑体 CN Bold" panose="020B0800000000000000" pitchFamily="34" charset="-122"/>
                </a:rPr>
                <a:t>添加标题</a:t>
              </a:r>
              <a:endParaRPr lang="en-US" altLang="zh-CN" sz="2000" kern="0" dirty="0">
                <a:latin typeface="思源宋体 CN Heavy" panose="02020900000000000000" pitchFamily="18" charset="-122"/>
                <a:ea typeface="思源宋体 CN Heavy" panose="02020900000000000000" pitchFamily="18" charset="-122"/>
                <a:sym typeface="字魂35号-经典雅黑" panose="02000000000000000000" pitchFamily="2" charset="-122"/>
              </a:endParaRPr>
            </a:p>
          </p:txBody>
        </p:sp>
      </p:grpSp>
      <p:grpSp>
        <p:nvGrpSpPr>
          <p:cNvPr id="58" name="组合 57"/>
          <p:cNvGrpSpPr/>
          <p:nvPr/>
        </p:nvGrpSpPr>
        <p:grpSpPr>
          <a:xfrm>
            <a:off x="6908012" y="2937255"/>
            <a:ext cx="1845640" cy="1256194"/>
            <a:chOff x="1376126" y="4079063"/>
            <a:chExt cx="1845640" cy="1256194"/>
          </a:xfrm>
        </p:grpSpPr>
        <p:sp>
          <p:nvSpPr>
            <p:cNvPr id="59" name="矩形 58"/>
            <p:cNvSpPr/>
            <p:nvPr/>
          </p:nvSpPr>
          <p:spPr>
            <a:xfrm>
              <a:off x="1376126" y="4542219"/>
              <a:ext cx="1845640" cy="793038"/>
            </a:xfrm>
            <a:prstGeom prst="rect">
              <a:avLst/>
            </a:prstGeom>
          </p:spPr>
          <p:txBody>
            <a:bodyPr wrap="square">
              <a:spAutoFit/>
            </a:bodyPr>
            <a:lstStyle/>
            <a:p>
              <a:pPr algn="ctr">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CN Bold" panose="020B0800000000000000" pitchFamily="34" charset="-122"/>
                </a:rPr>
                <a:t>单击此处输入您的文本内容，可更改文字的颜色或者大小等属性。</a:t>
              </a:r>
              <a:endParaRPr lang="en-US" altLang="zh-CN" sz="1200" kern="0" dirty="0">
                <a:solidFill>
                  <a:schemeClr val="tx1">
                    <a:lumMod val="50000"/>
                    <a:lumOff val="50000"/>
                  </a:schemeClr>
                </a:solidFill>
                <a:latin typeface="微软雅黑" panose="020B0503020204020204" pitchFamily="34" charset="-122"/>
                <a:ea typeface="微软雅黑" panose="020B0503020204020204" pitchFamily="34" charset="-122"/>
                <a:sym typeface="字魂35号-经典雅黑" panose="02000000000000000000" pitchFamily="2" charset="-122"/>
              </a:endParaRPr>
            </a:p>
          </p:txBody>
        </p:sp>
        <p:sp>
          <p:nvSpPr>
            <p:cNvPr id="60" name="矩形 59"/>
            <p:cNvSpPr/>
            <p:nvPr/>
          </p:nvSpPr>
          <p:spPr>
            <a:xfrm>
              <a:off x="1376126" y="4079063"/>
              <a:ext cx="1845640" cy="459228"/>
            </a:xfrm>
            <a:prstGeom prst="rect">
              <a:avLst/>
            </a:prstGeom>
          </p:spPr>
          <p:txBody>
            <a:bodyPr wrap="square">
              <a:spAutoFit/>
            </a:bodyPr>
            <a:lstStyle/>
            <a:p>
              <a:pPr algn="ctr">
                <a:lnSpc>
                  <a:spcPct val="130000"/>
                </a:lnSpc>
                <a:defRPr/>
              </a:pPr>
              <a:r>
                <a:rPr lang="zh-CN" altLang="en-US" sz="2000" kern="0" dirty="0">
                  <a:latin typeface="思源宋体 CN Heavy" panose="02020900000000000000" pitchFamily="18" charset="-122"/>
                  <a:ea typeface="思源宋体 CN Heavy" panose="02020900000000000000" pitchFamily="18" charset="-122"/>
                  <a:cs typeface="+mn-ea"/>
                  <a:sym typeface="思源黑体 CN Bold" panose="020B0800000000000000" pitchFamily="34" charset="-122"/>
                </a:rPr>
                <a:t>添加标题</a:t>
              </a:r>
              <a:endParaRPr lang="en-US" altLang="zh-CN" sz="2000" kern="0" dirty="0">
                <a:latin typeface="思源宋体 CN Heavy" panose="02020900000000000000" pitchFamily="18" charset="-122"/>
                <a:ea typeface="思源宋体 CN Heavy" panose="02020900000000000000" pitchFamily="18" charset="-122"/>
                <a:sym typeface="字魂35号-经典雅黑" panose="02000000000000000000" pitchFamily="2" charset="-122"/>
              </a:endParaRPr>
            </a:p>
          </p:txBody>
        </p:sp>
      </p:grpSp>
      <p:grpSp>
        <p:nvGrpSpPr>
          <p:cNvPr id="61" name="组合 60"/>
          <p:cNvGrpSpPr/>
          <p:nvPr/>
        </p:nvGrpSpPr>
        <p:grpSpPr>
          <a:xfrm>
            <a:off x="8794932" y="2937255"/>
            <a:ext cx="1845640" cy="1256194"/>
            <a:chOff x="1376126" y="4079063"/>
            <a:chExt cx="1845640" cy="1256194"/>
          </a:xfrm>
        </p:grpSpPr>
        <p:sp>
          <p:nvSpPr>
            <p:cNvPr id="62" name="矩形 61"/>
            <p:cNvSpPr/>
            <p:nvPr/>
          </p:nvSpPr>
          <p:spPr>
            <a:xfrm>
              <a:off x="1376126" y="4542219"/>
              <a:ext cx="1845640" cy="793038"/>
            </a:xfrm>
            <a:prstGeom prst="rect">
              <a:avLst/>
            </a:prstGeom>
          </p:spPr>
          <p:txBody>
            <a:bodyPr wrap="square">
              <a:spAutoFit/>
            </a:bodyPr>
            <a:lstStyle/>
            <a:p>
              <a:pPr algn="ctr">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CN Bold" panose="020B0800000000000000" pitchFamily="34" charset="-122"/>
                </a:rPr>
                <a:t>单击此处输入您的文本内容，可更改文字的颜色或者大小等属性。</a:t>
              </a:r>
              <a:endParaRPr lang="en-US" altLang="zh-CN" sz="1200" kern="0" dirty="0">
                <a:solidFill>
                  <a:schemeClr val="tx1">
                    <a:lumMod val="50000"/>
                    <a:lumOff val="50000"/>
                  </a:schemeClr>
                </a:solidFill>
                <a:latin typeface="微软雅黑" panose="020B0503020204020204" pitchFamily="34" charset="-122"/>
                <a:ea typeface="微软雅黑" panose="020B0503020204020204" pitchFamily="34" charset="-122"/>
                <a:sym typeface="字魂35号-经典雅黑" panose="02000000000000000000" pitchFamily="2" charset="-122"/>
              </a:endParaRPr>
            </a:p>
          </p:txBody>
        </p:sp>
        <p:sp>
          <p:nvSpPr>
            <p:cNvPr id="63" name="矩形 62"/>
            <p:cNvSpPr/>
            <p:nvPr/>
          </p:nvSpPr>
          <p:spPr>
            <a:xfrm>
              <a:off x="1376126" y="4079063"/>
              <a:ext cx="1845640" cy="459228"/>
            </a:xfrm>
            <a:prstGeom prst="rect">
              <a:avLst/>
            </a:prstGeom>
          </p:spPr>
          <p:txBody>
            <a:bodyPr wrap="square">
              <a:spAutoFit/>
            </a:bodyPr>
            <a:lstStyle/>
            <a:p>
              <a:pPr algn="ctr">
                <a:lnSpc>
                  <a:spcPct val="130000"/>
                </a:lnSpc>
                <a:defRPr/>
              </a:pPr>
              <a:r>
                <a:rPr lang="zh-CN" altLang="en-US" sz="2000" kern="0" dirty="0">
                  <a:latin typeface="思源宋体 CN Heavy" panose="02020900000000000000" pitchFamily="18" charset="-122"/>
                  <a:ea typeface="思源宋体 CN Heavy" panose="02020900000000000000" pitchFamily="18" charset="-122"/>
                  <a:cs typeface="+mn-ea"/>
                  <a:sym typeface="思源黑体 CN Bold" panose="020B0800000000000000" pitchFamily="34" charset="-122"/>
                </a:rPr>
                <a:t>添加标题</a:t>
              </a:r>
              <a:endParaRPr lang="en-US" altLang="zh-CN" sz="2000" kern="0" dirty="0">
                <a:latin typeface="思源宋体 CN Heavy" panose="02020900000000000000" pitchFamily="18" charset="-122"/>
                <a:ea typeface="思源宋体 CN Heavy" panose="02020900000000000000" pitchFamily="18" charset="-122"/>
                <a:sym typeface="字魂35号-经典雅黑" panose="02000000000000000000" pitchFamily="2" charset="-122"/>
              </a:endParaRPr>
            </a:p>
          </p:txBody>
        </p:sp>
      </p:grpSp>
      <p:grpSp>
        <p:nvGrpSpPr>
          <p:cNvPr id="64" name="组合 63"/>
          <p:cNvGrpSpPr/>
          <p:nvPr/>
        </p:nvGrpSpPr>
        <p:grpSpPr>
          <a:xfrm>
            <a:off x="2559847" y="4940773"/>
            <a:ext cx="6632961" cy="1286847"/>
            <a:chOff x="-1061248" y="4079063"/>
            <a:chExt cx="6632961" cy="1286847"/>
          </a:xfrm>
        </p:grpSpPr>
        <p:sp>
          <p:nvSpPr>
            <p:cNvPr id="65" name="矩形 64"/>
            <p:cNvSpPr/>
            <p:nvPr/>
          </p:nvSpPr>
          <p:spPr>
            <a:xfrm>
              <a:off x="-1061248" y="4572872"/>
              <a:ext cx="6632961" cy="793038"/>
            </a:xfrm>
            <a:prstGeom prst="rect">
              <a:avLst/>
            </a:prstGeom>
          </p:spPr>
          <p:txBody>
            <a:bodyPr wrap="square">
              <a:spAutoFit/>
            </a:bodyPr>
            <a:lstStyle/>
            <a:p>
              <a:pPr algn="ctr">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CN Bold" panose="020B0800000000000000" pitchFamily="34" charset="-122"/>
                </a:rPr>
                <a:t>单击此处输入您的文本内容，可更改文字的颜色或者大小等属性。单击此处输入您的文本内容，可更改文字的颜色或者大小等属性。</a:t>
              </a:r>
              <a:endParaRPr lang="en-US" altLang="zh-CN" sz="1200" kern="0" dirty="0">
                <a:solidFill>
                  <a:schemeClr val="tx1">
                    <a:lumMod val="50000"/>
                    <a:lumOff val="50000"/>
                  </a:schemeClr>
                </a:solidFill>
                <a:latin typeface="微软雅黑" panose="020B0503020204020204" pitchFamily="34" charset="-122"/>
                <a:ea typeface="微软雅黑" panose="020B0503020204020204" pitchFamily="34" charset="-122"/>
                <a:sym typeface="字魂35号-经典雅黑" panose="02000000000000000000" pitchFamily="2" charset="-122"/>
              </a:endParaRPr>
            </a:p>
            <a:p>
              <a:pPr algn="ctr">
                <a:lnSpc>
                  <a:spcPct val="130000"/>
                </a:lnSpc>
                <a:defRPr/>
              </a:pPr>
              <a:endParaRPr lang="en-US" altLang="zh-CN" sz="1200" kern="0" dirty="0">
                <a:solidFill>
                  <a:schemeClr val="tx1">
                    <a:lumMod val="50000"/>
                    <a:lumOff val="50000"/>
                  </a:schemeClr>
                </a:solidFill>
                <a:latin typeface="微软雅黑" panose="020B0503020204020204" pitchFamily="34" charset="-122"/>
                <a:ea typeface="微软雅黑" panose="020B0503020204020204" pitchFamily="34" charset="-122"/>
                <a:sym typeface="字魂35号-经典雅黑" panose="02000000000000000000" pitchFamily="2" charset="-122"/>
              </a:endParaRPr>
            </a:p>
          </p:txBody>
        </p:sp>
        <p:sp>
          <p:nvSpPr>
            <p:cNvPr id="66" name="矩形 65"/>
            <p:cNvSpPr/>
            <p:nvPr/>
          </p:nvSpPr>
          <p:spPr>
            <a:xfrm>
              <a:off x="1376126" y="4079063"/>
              <a:ext cx="1845640" cy="459228"/>
            </a:xfrm>
            <a:prstGeom prst="rect">
              <a:avLst/>
            </a:prstGeom>
          </p:spPr>
          <p:txBody>
            <a:bodyPr wrap="square">
              <a:spAutoFit/>
            </a:bodyPr>
            <a:lstStyle/>
            <a:p>
              <a:pPr algn="ctr">
                <a:lnSpc>
                  <a:spcPct val="130000"/>
                </a:lnSpc>
                <a:defRPr/>
              </a:pPr>
              <a:r>
                <a:rPr lang="zh-CN" altLang="en-US" sz="2000" kern="0" dirty="0">
                  <a:latin typeface="思源宋体 CN Heavy" panose="02020900000000000000" pitchFamily="18" charset="-122"/>
                  <a:ea typeface="思源宋体 CN Heavy" panose="02020900000000000000" pitchFamily="18" charset="-122"/>
                  <a:cs typeface="+mn-ea"/>
                  <a:sym typeface="思源黑体 CN Bold" panose="020B0800000000000000" pitchFamily="34" charset="-122"/>
                </a:rPr>
                <a:t>点击添加标题</a:t>
              </a:r>
              <a:endParaRPr lang="en-US" altLang="zh-CN" sz="2000" kern="0" dirty="0">
                <a:latin typeface="思源宋体 CN Heavy" panose="02020900000000000000" pitchFamily="18" charset="-122"/>
                <a:ea typeface="思源宋体 CN Heavy" panose="02020900000000000000" pitchFamily="18" charset="-122"/>
                <a:sym typeface="字魂35号-经典雅黑" panose="02000000000000000000" pitchFamily="2" charset="-122"/>
              </a:endParaRPr>
            </a:p>
          </p:txBody>
        </p:sp>
      </p:grpSp>
      <p:grpSp>
        <p:nvGrpSpPr>
          <p:cNvPr id="34" name="组合 33"/>
          <p:cNvGrpSpPr/>
          <p:nvPr/>
        </p:nvGrpSpPr>
        <p:grpSpPr>
          <a:xfrm>
            <a:off x="22101" y="3587"/>
            <a:ext cx="12192313" cy="6854413"/>
            <a:chOff x="22101" y="3587"/>
            <a:chExt cx="12192313" cy="6854413"/>
          </a:xfrm>
        </p:grpSpPr>
        <p:pic>
          <p:nvPicPr>
            <p:cNvPr id="46" name="图片 45"/>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a:off x="22101" y="3587"/>
              <a:ext cx="2022217" cy="1083786"/>
            </a:xfrm>
            <a:prstGeom prst="rect">
              <a:avLst/>
            </a:prstGeom>
          </p:spPr>
        </p:pic>
        <p:pic>
          <p:nvPicPr>
            <p:cNvPr id="47" name="图片 46"/>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flipH="1" flipV="1">
              <a:off x="10192197" y="5774214"/>
              <a:ext cx="2022217" cy="1083786"/>
            </a:xfrm>
            <a:prstGeom prst="rect">
              <a:avLst/>
            </a:prstGeom>
          </p:spPr>
        </p:pic>
        <p:sp>
          <p:nvSpPr>
            <p:cNvPr id="48" name="ïSļiḓé"/>
            <p:cNvSpPr txBox="1"/>
            <p:nvPr/>
          </p:nvSpPr>
          <p:spPr>
            <a:xfrm>
              <a:off x="1033209" y="489898"/>
              <a:ext cx="2995946" cy="523220"/>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800" dirty="0">
                  <a:solidFill>
                    <a:schemeClr val="tx1"/>
                  </a:solidFill>
                  <a:effectLst/>
                  <a:latin typeface="思源宋体 CN Heavy" panose="02020900000000000000" pitchFamily="18" charset="-122"/>
                  <a:ea typeface="思源宋体 CN Heavy" panose="02020900000000000000" pitchFamily="18" charset="-122"/>
                </a:rPr>
                <a:t>论文成果运用</a:t>
              </a:r>
            </a:p>
          </p:txBody>
        </p:sp>
      </p:gr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육각형 69"/>
          <p:cNvSpPr/>
          <p:nvPr/>
        </p:nvSpPr>
        <p:spPr>
          <a:xfrm rot="16200000">
            <a:off x="9299366" y="2394883"/>
            <a:ext cx="2087687" cy="1781129"/>
          </a:xfrm>
          <a:prstGeom prst="hexagon">
            <a:avLst>
              <a:gd name="adj" fmla="val 29575"/>
              <a:gd name="vf" fmla="val 115470"/>
            </a:avLst>
          </a:prstGeom>
          <a:blipFill dpi="0" rotWithShape="0">
            <a:blip r:embed="rId3"/>
            <a:stretch>
              <a:fillRect/>
            </a:stretch>
          </a:bli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ko-KR" altLang="en-US" dirty="0">
              <a:solidFill>
                <a:prstClr val="white"/>
              </a:solidFill>
              <a:latin typeface="思源宋体 CN Heavy" panose="02020900000000000000" pitchFamily="18" charset="-122"/>
            </a:endParaRPr>
          </a:p>
        </p:txBody>
      </p:sp>
      <p:sp>
        <p:nvSpPr>
          <p:cNvPr id="3" name="육각형 70"/>
          <p:cNvSpPr/>
          <p:nvPr/>
        </p:nvSpPr>
        <p:spPr>
          <a:xfrm rot="16200000">
            <a:off x="6525525" y="2394883"/>
            <a:ext cx="2087687" cy="1781129"/>
          </a:xfrm>
          <a:prstGeom prst="hexagon">
            <a:avLst>
              <a:gd name="adj" fmla="val 29575"/>
              <a:gd name="vf" fmla="val 115470"/>
            </a:avLst>
          </a:prstGeom>
          <a:blipFill dpi="0" rotWithShape="0">
            <a:blip r:embed="rId4"/>
            <a:stretch>
              <a:fillRect/>
            </a:stretch>
          </a:blip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ko-KR" altLang="en-US" dirty="0">
              <a:solidFill>
                <a:prstClr val="white"/>
              </a:solidFill>
              <a:latin typeface="思源宋体 CN Heavy" panose="02020900000000000000" pitchFamily="18" charset="-122"/>
            </a:endParaRPr>
          </a:p>
        </p:txBody>
      </p:sp>
      <p:sp>
        <p:nvSpPr>
          <p:cNvPr id="4" name="육각형 71"/>
          <p:cNvSpPr/>
          <p:nvPr/>
        </p:nvSpPr>
        <p:spPr>
          <a:xfrm rot="16200000">
            <a:off x="3751683" y="2366477"/>
            <a:ext cx="2087687" cy="1781129"/>
          </a:xfrm>
          <a:prstGeom prst="hexagon">
            <a:avLst>
              <a:gd name="adj" fmla="val 29575"/>
              <a:gd name="vf" fmla="val 115470"/>
            </a:avLst>
          </a:prstGeom>
          <a:blipFill dpi="0" rotWithShape="0">
            <a:blip r:embed="rId5"/>
            <a:stretch>
              <a:fillRect/>
            </a:stretch>
          </a:bli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ko-KR" altLang="en-US" dirty="0">
              <a:solidFill>
                <a:prstClr val="white"/>
              </a:solidFill>
              <a:latin typeface="思源宋体 CN Heavy" panose="02020900000000000000" pitchFamily="18" charset="-122"/>
            </a:endParaRPr>
          </a:p>
        </p:txBody>
      </p:sp>
      <p:sp>
        <p:nvSpPr>
          <p:cNvPr id="5" name="육각형 72"/>
          <p:cNvSpPr/>
          <p:nvPr/>
        </p:nvSpPr>
        <p:spPr>
          <a:xfrm rot="16200000">
            <a:off x="977841" y="2366474"/>
            <a:ext cx="2087687" cy="1781129"/>
          </a:xfrm>
          <a:prstGeom prst="hexagon">
            <a:avLst>
              <a:gd name="adj" fmla="val 29575"/>
              <a:gd name="vf" fmla="val 115470"/>
            </a:avLst>
          </a:prstGeom>
          <a:blipFill dpi="0" rotWithShape="0">
            <a:blip r:embed="rId6"/>
            <a:stretch>
              <a:fillRect/>
            </a:stretch>
          </a:blip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ko-KR" altLang="en-US" dirty="0">
              <a:solidFill>
                <a:prstClr val="white"/>
              </a:solidFill>
              <a:latin typeface="思源宋体 CN Heavy" panose="02020900000000000000" pitchFamily="18" charset="-122"/>
            </a:endParaRPr>
          </a:p>
        </p:txBody>
      </p:sp>
      <p:grpSp>
        <p:nvGrpSpPr>
          <p:cNvPr id="10" name="그룹 90"/>
          <p:cNvGrpSpPr/>
          <p:nvPr/>
        </p:nvGrpSpPr>
        <p:grpSpPr>
          <a:xfrm>
            <a:off x="1288387" y="4060043"/>
            <a:ext cx="1466592" cy="262043"/>
            <a:chOff x="8177948" y="5123577"/>
            <a:chExt cx="1466592" cy="262043"/>
          </a:xfrm>
        </p:grpSpPr>
        <p:sp>
          <p:nvSpPr>
            <p:cNvPr id="11" name="모서리가 둥근 직사각형 91"/>
            <p:cNvSpPr/>
            <p:nvPr/>
          </p:nvSpPr>
          <p:spPr>
            <a:xfrm>
              <a:off x="8177948" y="5123577"/>
              <a:ext cx="1466592" cy="262043"/>
            </a:xfrm>
            <a:prstGeom prst="roundRect">
              <a:avLst>
                <a:gd name="adj" fmla="val 50000"/>
              </a:avLst>
            </a:prstGeom>
            <a:solidFill>
              <a:schemeClr val="accent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altLang="ko-KR" sz="1200" b="1" dirty="0">
                  <a:solidFill>
                    <a:prstClr val="white"/>
                  </a:solidFill>
                  <a:latin typeface="思源宋体 CN Heavy" panose="02020900000000000000" pitchFamily="18" charset="-122"/>
                  <a:ea typeface="思源宋体 CN Heavy" panose="02020900000000000000" pitchFamily="18" charset="-122"/>
                </a:rPr>
                <a:t>01</a:t>
              </a:r>
            </a:p>
          </p:txBody>
        </p:sp>
        <p:sp>
          <p:nvSpPr>
            <p:cNvPr id="12" name="모서리가 둥근 직사각형 92"/>
            <p:cNvSpPr/>
            <p:nvPr/>
          </p:nvSpPr>
          <p:spPr>
            <a:xfrm>
              <a:off x="8283422" y="5200598"/>
              <a:ext cx="108000" cy="108000"/>
            </a:xfrm>
            <a:prstGeom prst="roundRect">
              <a:avLst>
                <a:gd name="adj" fmla="val 50000"/>
              </a:avLst>
            </a:prstGeom>
            <a:gradFill flip="none" rotWithShape="1">
              <a:gsLst>
                <a:gs pos="0">
                  <a:schemeClr val="bg1">
                    <a:shade val="67500"/>
                    <a:satMod val="115000"/>
                  </a:schemeClr>
                </a:gs>
                <a:gs pos="100000">
                  <a:schemeClr val="bg1">
                    <a:shade val="100000"/>
                    <a:satMod val="115000"/>
                  </a:schemeClr>
                </a:gs>
              </a:gsLst>
              <a:path path="circle">
                <a:fillToRect l="100000" t="100000"/>
              </a:path>
              <a:tileRect r="-100000" b="-100000"/>
            </a:gradFill>
            <a:ln w="6350">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ko-KR" altLang="en-US" dirty="0">
                <a:solidFill>
                  <a:prstClr val="white"/>
                </a:solidFill>
                <a:latin typeface="思源宋体 CN Heavy" panose="02020900000000000000" pitchFamily="18" charset="-122"/>
              </a:endParaRPr>
            </a:p>
          </p:txBody>
        </p:sp>
      </p:grpSp>
      <p:grpSp>
        <p:nvGrpSpPr>
          <p:cNvPr id="13" name="그룹 94"/>
          <p:cNvGrpSpPr/>
          <p:nvPr/>
        </p:nvGrpSpPr>
        <p:grpSpPr>
          <a:xfrm>
            <a:off x="4062229" y="4060043"/>
            <a:ext cx="1466592" cy="262043"/>
            <a:chOff x="8177948" y="5123577"/>
            <a:chExt cx="1466592" cy="262043"/>
          </a:xfrm>
        </p:grpSpPr>
        <p:sp>
          <p:nvSpPr>
            <p:cNvPr id="14" name="모서리가 둥근 직사각형 95"/>
            <p:cNvSpPr/>
            <p:nvPr/>
          </p:nvSpPr>
          <p:spPr>
            <a:xfrm>
              <a:off x="8177948" y="5123577"/>
              <a:ext cx="1466592" cy="262043"/>
            </a:xfrm>
            <a:prstGeom prst="roundRect">
              <a:avLst>
                <a:gd name="adj" fmla="val 50000"/>
              </a:avLst>
            </a:prstGeom>
            <a:solidFill>
              <a:schemeClr val="accent2"/>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altLang="ko-KR" sz="1200" b="1" dirty="0">
                  <a:solidFill>
                    <a:prstClr val="white"/>
                  </a:solidFill>
                  <a:latin typeface="思源宋体 CN Heavy" panose="02020900000000000000" pitchFamily="18" charset="-122"/>
                  <a:ea typeface="思源宋体 CN Heavy" panose="02020900000000000000" pitchFamily="18" charset="-122"/>
                </a:rPr>
                <a:t>02</a:t>
              </a:r>
            </a:p>
          </p:txBody>
        </p:sp>
        <p:sp>
          <p:nvSpPr>
            <p:cNvPr id="15" name="모서리가 둥근 직사각형 96"/>
            <p:cNvSpPr/>
            <p:nvPr/>
          </p:nvSpPr>
          <p:spPr>
            <a:xfrm>
              <a:off x="8283422" y="5200598"/>
              <a:ext cx="108000" cy="108000"/>
            </a:xfrm>
            <a:prstGeom prst="roundRect">
              <a:avLst>
                <a:gd name="adj" fmla="val 50000"/>
              </a:avLst>
            </a:prstGeom>
            <a:gradFill flip="none" rotWithShape="1">
              <a:gsLst>
                <a:gs pos="0">
                  <a:schemeClr val="bg1">
                    <a:shade val="67500"/>
                    <a:satMod val="115000"/>
                  </a:schemeClr>
                </a:gs>
                <a:gs pos="100000">
                  <a:schemeClr val="bg1">
                    <a:shade val="100000"/>
                    <a:satMod val="115000"/>
                  </a:schemeClr>
                </a:gs>
              </a:gsLst>
              <a:path path="circle">
                <a:fillToRect l="100000" t="100000"/>
              </a:path>
              <a:tileRect r="-100000" b="-100000"/>
            </a:gradFill>
            <a:ln w="6350">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ko-KR" altLang="en-US" dirty="0">
                <a:solidFill>
                  <a:prstClr val="white"/>
                </a:solidFill>
                <a:latin typeface="思源宋体 CN Heavy" panose="02020900000000000000" pitchFamily="18" charset="-122"/>
              </a:endParaRPr>
            </a:p>
          </p:txBody>
        </p:sp>
      </p:grpSp>
      <p:grpSp>
        <p:nvGrpSpPr>
          <p:cNvPr id="16" name="그룹 97"/>
          <p:cNvGrpSpPr/>
          <p:nvPr/>
        </p:nvGrpSpPr>
        <p:grpSpPr>
          <a:xfrm>
            <a:off x="6836071" y="4060043"/>
            <a:ext cx="1466592" cy="262043"/>
            <a:chOff x="8177948" y="5123577"/>
            <a:chExt cx="1466592" cy="262043"/>
          </a:xfrm>
        </p:grpSpPr>
        <p:sp>
          <p:nvSpPr>
            <p:cNvPr id="17" name="모서리가 둥근 직사각형 98"/>
            <p:cNvSpPr/>
            <p:nvPr/>
          </p:nvSpPr>
          <p:spPr>
            <a:xfrm>
              <a:off x="8177948" y="5123577"/>
              <a:ext cx="1466592" cy="262043"/>
            </a:xfrm>
            <a:prstGeom prst="roundRect">
              <a:avLst>
                <a:gd name="adj" fmla="val 50000"/>
              </a:avLst>
            </a:prstGeom>
            <a:solidFill>
              <a:schemeClr val="accent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altLang="ko-KR" sz="1200" b="1" dirty="0">
                  <a:solidFill>
                    <a:prstClr val="white"/>
                  </a:solidFill>
                  <a:latin typeface="思源宋体 CN Heavy" panose="02020900000000000000" pitchFamily="18" charset="-122"/>
                  <a:ea typeface="思源宋体 CN Heavy" panose="02020900000000000000" pitchFamily="18" charset="-122"/>
                </a:rPr>
                <a:t>03</a:t>
              </a:r>
            </a:p>
          </p:txBody>
        </p:sp>
        <p:sp>
          <p:nvSpPr>
            <p:cNvPr id="18" name="모서리가 둥근 직사각형 99"/>
            <p:cNvSpPr/>
            <p:nvPr/>
          </p:nvSpPr>
          <p:spPr>
            <a:xfrm>
              <a:off x="8283422" y="5200598"/>
              <a:ext cx="108000" cy="108000"/>
            </a:xfrm>
            <a:prstGeom prst="roundRect">
              <a:avLst>
                <a:gd name="adj" fmla="val 50000"/>
              </a:avLst>
            </a:prstGeom>
            <a:gradFill flip="none" rotWithShape="1">
              <a:gsLst>
                <a:gs pos="0">
                  <a:schemeClr val="bg1">
                    <a:shade val="67500"/>
                    <a:satMod val="115000"/>
                  </a:schemeClr>
                </a:gs>
                <a:gs pos="100000">
                  <a:schemeClr val="bg1">
                    <a:shade val="100000"/>
                    <a:satMod val="115000"/>
                  </a:schemeClr>
                </a:gs>
              </a:gsLst>
              <a:path path="circle">
                <a:fillToRect l="100000" t="100000"/>
              </a:path>
              <a:tileRect r="-100000" b="-100000"/>
            </a:gradFill>
            <a:ln w="6350">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ko-KR" altLang="en-US" dirty="0">
                <a:solidFill>
                  <a:prstClr val="white"/>
                </a:solidFill>
                <a:latin typeface="思源宋体 CN Heavy" panose="02020900000000000000" pitchFamily="18" charset="-122"/>
              </a:endParaRPr>
            </a:p>
          </p:txBody>
        </p:sp>
      </p:grpSp>
      <p:grpSp>
        <p:nvGrpSpPr>
          <p:cNvPr id="19" name="그룹 100"/>
          <p:cNvGrpSpPr/>
          <p:nvPr/>
        </p:nvGrpSpPr>
        <p:grpSpPr>
          <a:xfrm>
            <a:off x="9609913" y="4060043"/>
            <a:ext cx="1466592" cy="262043"/>
            <a:chOff x="8177948" y="5123577"/>
            <a:chExt cx="1466592" cy="262043"/>
          </a:xfrm>
        </p:grpSpPr>
        <p:sp>
          <p:nvSpPr>
            <p:cNvPr id="20" name="모서리가 둥근 직사각형 101"/>
            <p:cNvSpPr/>
            <p:nvPr/>
          </p:nvSpPr>
          <p:spPr>
            <a:xfrm>
              <a:off x="8177948" y="5123577"/>
              <a:ext cx="1466592" cy="262043"/>
            </a:xfrm>
            <a:prstGeom prst="roundRect">
              <a:avLst>
                <a:gd name="adj" fmla="val 50000"/>
              </a:avLst>
            </a:prstGeom>
            <a:solidFill>
              <a:schemeClr val="accent2"/>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altLang="ko-KR" sz="1200" b="1" dirty="0">
                  <a:solidFill>
                    <a:prstClr val="white"/>
                  </a:solidFill>
                  <a:latin typeface="思源宋体 CN Heavy" panose="02020900000000000000" pitchFamily="18" charset="-122"/>
                  <a:ea typeface="思源宋体 CN Heavy" panose="02020900000000000000" pitchFamily="18" charset="-122"/>
                </a:rPr>
                <a:t>04</a:t>
              </a:r>
            </a:p>
          </p:txBody>
        </p:sp>
        <p:sp>
          <p:nvSpPr>
            <p:cNvPr id="21" name="모서리가 둥근 직사각형 102"/>
            <p:cNvSpPr/>
            <p:nvPr/>
          </p:nvSpPr>
          <p:spPr>
            <a:xfrm>
              <a:off x="8283422" y="5200598"/>
              <a:ext cx="108000" cy="108000"/>
            </a:xfrm>
            <a:prstGeom prst="roundRect">
              <a:avLst>
                <a:gd name="adj" fmla="val 50000"/>
              </a:avLst>
            </a:prstGeom>
            <a:gradFill flip="none" rotWithShape="1">
              <a:gsLst>
                <a:gs pos="0">
                  <a:schemeClr val="bg1">
                    <a:shade val="67500"/>
                    <a:satMod val="115000"/>
                  </a:schemeClr>
                </a:gs>
                <a:gs pos="100000">
                  <a:schemeClr val="bg1">
                    <a:shade val="100000"/>
                    <a:satMod val="115000"/>
                  </a:schemeClr>
                </a:gs>
              </a:gsLst>
              <a:path path="circle">
                <a:fillToRect l="100000" t="100000"/>
              </a:path>
              <a:tileRect r="-100000" b="-100000"/>
            </a:gradFill>
            <a:ln w="6350">
              <a:noFill/>
            </a:ln>
            <a:effectLst>
              <a:outerShdw blurRad="508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ko-KR" altLang="en-US" dirty="0">
                <a:solidFill>
                  <a:prstClr val="white"/>
                </a:solidFill>
                <a:latin typeface="思源宋体 CN Heavy" panose="02020900000000000000" pitchFamily="18" charset="-122"/>
              </a:endParaRPr>
            </a:p>
          </p:txBody>
        </p:sp>
      </p:grpSp>
      <p:grpSp>
        <p:nvGrpSpPr>
          <p:cNvPr id="22" name="组合 21"/>
          <p:cNvGrpSpPr/>
          <p:nvPr/>
        </p:nvGrpSpPr>
        <p:grpSpPr>
          <a:xfrm>
            <a:off x="1098863" y="4538031"/>
            <a:ext cx="1845640" cy="1256194"/>
            <a:chOff x="1376126" y="4079063"/>
            <a:chExt cx="1845640" cy="1256194"/>
          </a:xfrm>
        </p:grpSpPr>
        <p:sp>
          <p:nvSpPr>
            <p:cNvPr id="23" name="矩形 22"/>
            <p:cNvSpPr/>
            <p:nvPr/>
          </p:nvSpPr>
          <p:spPr>
            <a:xfrm>
              <a:off x="1376126" y="4542219"/>
              <a:ext cx="1845640" cy="793038"/>
            </a:xfrm>
            <a:prstGeom prst="rect">
              <a:avLst/>
            </a:prstGeom>
          </p:spPr>
          <p:txBody>
            <a:bodyPr wrap="square">
              <a:spAutoFit/>
            </a:bodyPr>
            <a:lstStyle/>
            <a:p>
              <a:pPr algn="ctr">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CN Bold" panose="020B0800000000000000" pitchFamily="34" charset="-122"/>
                </a:rPr>
                <a:t>单击此处输入您的文本内容，可更改文字的颜色或者大小等属性。</a:t>
              </a:r>
              <a:endParaRPr lang="en-US" altLang="zh-CN" sz="1200" kern="0" dirty="0">
                <a:solidFill>
                  <a:schemeClr val="tx1">
                    <a:lumMod val="50000"/>
                    <a:lumOff val="50000"/>
                  </a:schemeClr>
                </a:solidFill>
                <a:latin typeface="微软雅黑" panose="020B0503020204020204" pitchFamily="34" charset="-122"/>
                <a:ea typeface="微软雅黑" panose="020B0503020204020204" pitchFamily="34" charset="-122"/>
                <a:sym typeface="字魂35号-经典雅黑" panose="02000000000000000000" pitchFamily="2" charset="-122"/>
              </a:endParaRPr>
            </a:p>
          </p:txBody>
        </p:sp>
        <p:sp>
          <p:nvSpPr>
            <p:cNvPr id="24" name="矩形 23"/>
            <p:cNvSpPr/>
            <p:nvPr/>
          </p:nvSpPr>
          <p:spPr>
            <a:xfrm>
              <a:off x="1376126" y="4079063"/>
              <a:ext cx="1845640" cy="459228"/>
            </a:xfrm>
            <a:prstGeom prst="rect">
              <a:avLst/>
            </a:prstGeom>
          </p:spPr>
          <p:txBody>
            <a:bodyPr wrap="square">
              <a:spAutoFit/>
            </a:bodyPr>
            <a:lstStyle/>
            <a:p>
              <a:pPr algn="ctr">
                <a:lnSpc>
                  <a:spcPct val="130000"/>
                </a:lnSpc>
                <a:defRPr/>
              </a:pPr>
              <a:r>
                <a:rPr lang="zh-CN" altLang="en-US" sz="2000" kern="0" dirty="0">
                  <a:latin typeface="思源宋体 CN Heavy" panose="02020900000000000000" pitchFamily="18" charset="-122"/>
                  <a:ea typeface="思源宋体 CN Heavy" panose="02020900000000000000" pitchFamily="18" charset="-122"/>
                  <a:cs typeface="+mn-ea"/>
                  <a:sym typeface="思源黑体 CN Bold" panose="020B0800000000000000" pitchFamily="34" charset="-122"/>
                </a:rPr>
                <a:t>添加标题</a:t>
              </a:r>
              <a:endParaRPr lang="en-US" altLang="zh-CN" sz="2000" kern="0" dirty="0">
                <a:latin typeface="思源宋体 CN Heavy" panose="02020900000000000000" pitchFamily="18" charset="-122"/>
                <a:ea typeface="思源宋体 CN Heavy" panose="02020900000000000000" pitchFamily="18" charset="-122"/>
                <a:sym typeface="字魂35号-经典雅黑" panose="02000000000000000000" pitchFamily="2" charset="-122"/>
              </a:endParaRPr>
            </a:p>
          </p:txBody>
        </p:sp>
      </p:grpSp>
      <p:grpSp>
        <p:nvGrpSpPr>
          <p:cNvPr id="25" name="组合 24"/>
          <p:cNvGrpSpPr/>
          <p:nvPr/>
        </p:nvGrpSpPr>
        <p:grpSpPr>
          <a:xfrm>
            <a:off x="3872705" y="4538031"/>
            <a:ext cx="1845640" cy="1256194"/>
            <a:chOff x="1376126" y="4079063"/>
            <a:chExt cx="1845640" cy="1256194"/>
          </a:xfrm>
        </p:grpSpPr>
        <p:sp>
          <p:nvSpPr>
            <p:cNvPr id="26" name="矩形 25"/>
            <p:cNvSpPr/>
            <p:nvPr/>
          </p:nvSpPr>
          <p:spPr>
            <a:xfrm>
              <a:off x="1376126" y="4542219"/>
              <a:ext cx="1845640" cy="793038"/>
            </a:xfrm>
            <a:prstGeom prst="rect">
              <a:avLst/>
            </a:prstGeom>
          </p:spPr>
          <p:txBody>
            <a:bodyPr wrap="square">
              <a:spAutoFit/>
            </a:bodyPr>
            <a:lstStyle/>
            <a:p>
              <a:pPr algn="ctr">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CN Bold" panose="020B0800000000000000" pitchFamily="34" charset="-122"/>
                </a:rPr>
                <a:t>单击此处输入您的文本内容，可更改文字的颜色或者大小等属性。</a:t>
              </a:r>
              <a:endParaRPr lang="en-US" altLang="zh-CN" sz="1200" kern="0" dirty="0">
                <a:solidFill>
                  <a:schemeClr val="tx1">
                    <a:lumMod val="50000"/>
                    <a:lumOff val="50000"/>
                  </a:schemeClr>
                </a:solidFill>
                <a:latin typeface="微软雅黑" panose="020B0503020204020204" pitchFamily="34" charset="-122"/>
                <a:ea typeface="微软雅黑" panose="020B0503020204020204" pitchFamily="34" charset="-122"/>
                <a:sym typeface="字魂35号-经典雅黑" panose="02000000000000000000" pitchFamily="2" charset="-122"/>
              </a:endParaRPr>
            </a:p>
          </p:txBody>
        </p:sp>
        <p:sp>
          <p:nvSpPr>
            <p:cNvPr id="27" name="矩形 26"/>
            <p:cNvSpPr/>
            <p:nvPr/>
          </p:nvSpPr>
          <p:spPr>
            <a:xfrm>
              <a:off x="1376126" y="4079063"/>
              <a:ext cx="1845640" cy="459228"/>
            </a:xfrm>
            <a:prstGeom prst="rect">
              <a:avLst/>
            </a:prstGeom>
          </p:spPr>
          <p:txBody>
            <a:bodyPr wrap="square">
              <a:spAutoFit/>
            </a:bodyPr>
            <a:lstStyle/>
            <a:p>
              <a:pPr algn="ctr">
                <a:lnSpc>
                  <a:spcPct val="130000"/>
                </a:lnSpc>
                <a:defRPr/>
              </a:pPr>
              <a:r>
                <a:rPr lang="zh-CN" altLang="en-US" sz="2000" kern="0" dirty="0">
                  <a:latin typeface="思源宋体 CN Heavy" panose="02020900000000000000" pitchFamily="18" charset="-122"/>
                  <a:ea typeface="思源宋体 CN Heavy" panose="02020900000000000000" pitchFamily="18" charset="-122"/>
                  <a:cs typeface="+mn-ea"/>
                  <a:sym typeface="思源黑体 CN Bold" panose="020B0800000000000000" pitchFamily="34" charset="-122"/>
                </a:rPr>
                <a:t>添加标题</a:t>
              </a:r>
              <a:endParaRPr lang="en-US" altLang="zh-CN" sz="2000" kern="0" dirty="0">
                <a:latin typeface="思源宋体 CN Heavy" panose="02020900000000000000" pitchFamily="18" charset="-122"/>
                <a:ea typeface="思源宋体 CN Heavy" panose="02020900000000000000" pitchFamily="18" charset="-122"/>
                <a:sym typeface="字魂35号-经典雅黑" panose="02000000000000000000" pitchFamily="2" charset="-122"/>
              </a:endParaRPr>
            </a:p>
          </p:txBody>
        </p:sp>
      </p:grpSp>
      <p:grpSp>
        <p:nvGrpSpPr>
          <p:cNvPr id="28" name="组合 27"/>
          <p:cNvGrpSpPr/>
          <p:nvPr/>
        </p:nvGrpSpPr>
        <p:grpSpPr>
          <a:xfrm>
            <a:off x="6646547" y="4538031"/>
            <a:ext cx="1845640" cy="1256194"/>
            <a:chOff x="1376126" y="4079063"/>
            <a:chExt cx="1845640" cy="1256194"/>
          </a:xfrm>
        </p:grpSpPr>
        <p:sp>
          <p:nvSpPr>
            <p:cNvPr id="29" name="矩形 28"/>
            <p:cNvSpPr/>
            <p:nvPr/>
          </p:nvSpPr>
          <p:spPr>
            <a:xfrm>
              <a:off x="1376126" y="4542219"/>
              <a:ext cx="1845640" cy="793038"/>
            </a:xfrm>
            <a:prstGeom prst="rect">
              <a:avLst/>
            </a:prstGeom>
          </p:spPr>
          <p:txBody>
            <a:bodyPr wrap="square">
              <a:spAutoFit/>
            </a:bodyPr>
            <a:lstStyle/>
            <a:p>
              <a:pPr algn="ctr">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CN Bold" panose="020B0800000000000000" pitchFamily="34" charset="-122"/>
                </a:rPr>
                <a:t>单击此处输入您的文本内容，可更改文字的颜色或者大小等属性。</a:t>
              </a:r>
              <a:endParaRPr lang="en-US" altLang="zh-CN" sz="1200" kern="0" dirty="0">
                <a:solidFill>
                  <a:schemeClr val="tx1">
                    <a:lumMod val="50000"/>
                    <a:lumOff val="50000"/>
                  </a:schemeClr>
                </a:solidFill>
                <a:latin typeface="微软雅黑" panose="020B0503020204020204" pitchFamily="34" charset="-122"/>
                <a:ea typeface="微软雅黑" panose="020B0503020204020204" pitchFamily="34" charset="-122"/>
                <a:sym typeface="字魂35号-经典雅黑" panose="02000000000000000000" pitchFamily="2" charset="-122"/>
              </a:endParaRPr>
            </a:p>
          </p:txBody>
        </p:sp>
        <p:sp>
          <p:nvSpPr>
            <p:cNvPr id="30" name="矩形 29"/>
            <p:cNvSpPr/>
            <p:nvPr/>
          </p:nvSpPr>
          <p:spPr>
            <a:xfrm>
              <a:off x="1376126" y="4079063"/>
              <a:ext cx="1845640" cy="459228"/>
            </a:xfrm>
            <a:prstGeom prst="rect">
              <a:avLst/>
            </a:prstGeom>
          </p:spPr>
          <p:txBody>
            <a:bodyPr wrap="square">
              <a:spAutoFit/>
            </a:bodyPr>
            <a:lstStyle/>
            <a:p>
              <a:pPr algn="ctr">
                <a:lnSpc>
                  <a:spcPct val="130000"/>
                </a:lnSpc>
                <a:defRPr/>
              </a:pPr>
              <a:r>
                <a:rPr lang="zh-CN" altLang="en-US" sz="2000" kern="0" dirty="0">
                  <a:latin typeface="思源宋体 CN Heavy" panose="02020900000000000000" pitchFamily="18" charset="-122"/>
                  <a:ea typeface="思源宋体 CN Heavy" panose="02020900000000000000" pitchFamily="18" charset="-122"/>
                  <a:cs typeface="+mn-ea"/>
                  <a:sym typeface="思源黑体 CN Bold" panose="020B0800000000000000" pitchFamily="34" charset="-122"/>
                </a:rPr>
                <a:t>添加标题</a:t>
              </a:r>
              <a:endParaRPr lang="en-US" altLang="zh-CN" sz="2000" kern="0" dirty="0">
                <a:latin typeface="思源宋体 CN Heavy" panose="02020900000000000000" pitchFamily="18" charset="-122"/>
                <a:ea typeface="思源宋体 CN Heavy" panose="02020900000000000000" pitchFamily="18" charset="-122"/>
                <a:sym typeface="字魂35号-经典雅黑" panose="02000000000000000000" pitchFamily="2" charset="-122"/>
              </a:endParaRPr>
            </a:p>
          </p:txBody>
        </p:sp>
      </p:grpSp>
      <p:grpSp>
        <p:nvGrpSpPr>
          <p:cNvPr id="31" name="组合 30"/>
          <p:cNvGrpSpPr/>
          <p:nvPr/>
        </p:nvGrpSpPr>
        <p:grpSpPr>
          <a:xfrm>
            <a:off x="9420389" y="4538031"/>
            <a:ext cx="1845640" cy="1256194"/>
            <a:chOff x="1376126" y="4079063"/>
            <a:chExt cx="1845640" cy="1256194"/>
          </a:xfrm>
        </p:grpSpPr>
        <p:sp>
          <p:nvSpPr>
            <p:cNvPr id="32" name="矩形 31"/>
            <p:cNvSpPr/>
            <p:nvPr/>
          </p:nvSpPr>
          <p:spPr>
            <a:xfrm>
              <a:off x="1376126" y="4542219"/>
              <a:ext cx="1845640" cy="793038"/>
            </a:xfrm>
            <a:prstGeom prst="rect">
              <a:avLst/>
            </a:prstGeom>
          </p:spPr>
          <p:txBody>
            <a:bodyPr wrap="square">
              <a:spAutoFit/>
            </a:bodyPr>
            <a:lstStyle/>
            <a:p>
              <a:pPr algn="ctr">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CN Bold" panose="020B0800000000000000" pitchFamily="34" charset="-122"/>
                </a:rPr>
                <a:t>单击此处输入您的文本内容，可更改文字的颜色或者大小等属性。</a:t>
              </a:r>
              <a:endParaRPr lang="en-US" altLang="zh-CN" sz="1200" kern="0" dirty="0">
                <a:solidFill>
                  <a:schemeClr val="tx1">
                    <a:lumMod val="50000"/>
                    <a:lumOff val="50000"/>
                  </a:schemeClr>
                </a:solidFill>
                <a:latin typeface="微软雅黑" panose="020B0503020204020204" pitchFamily="34" charset="-122"/>
                <a:ea typeface="微软雅黑" panose="020B0503020204020204" pitchFamily="34" charset="-122"/>
                <a:sym typeface="字魂35号-经典雅黑" panose="02000000000000000000" pitchFamily="2" charset="-122"/>
              </a:endParaRPr>
            </a:p>
          </p:txBody>
        </p:sp>
        <p:sp>
          <p:nvSpPr>
            <p:cNvPr id="33" name="矩形 32"/>
            <p:cNvSpPr/>
            <p:nvPr/>
          </p:nvSpPr>
          <p:spPr>
            <a:xfrm>
              <a:off x="1376126" y="4079063"/>
              <a:ext cx="1845640" cy="459228"/>
            </a:xfrm>
            <a:prstGeom prst="rect">
              <a:avLst/>
            </a:prstGeom>
          </p:spPr>
          <p:txBody>
            <a:bodyPr wrap="square">
              <a:spAutoFit/>
            </a:bodyPr>
            <a:lstStyle/>
            <a:p>
              <a:pPr algn="ctr">
                <a:lnSpc>
                  <a:spcPct val="130000"/>
                </a:lnSpc>
                <a:defRPr/>
              </a:pPr>
              <a:r>
                <a:rPr lang="zh-CN" altLang="en-US" sz="2000" kern="0" dirty="0">
                  <a:latin typeface="思源宋体 CN Heavy" panose="02020900000000000000" pitchFamily="18" charset="-122"/>
                  <a:ea typeface="思源宋体 CN Heavy" panose="02020900000000000000" pitchFamily="18" charset="-122"/>
                  <a:cs typeface="+mn-ea"/>
                  <a:sym typeface="思源黑体 CN Bold" panose="020B0800000000000000" pitchFamily="34" charset="-122"/>
                </a:rPr>
                <a:t>添加标题</a:t>
              </a:r>
              <a:endParaRPr lang="en-US" altLang="zh-CN" sz="2000" kern="0" dirty="0">
                <a:latin typeface="思源宋体 CN Heavy" panose="02020900000000000000" pitchFamily="18" charset="-122"/>
                <a:ea typeface="思源宋体 CN Heavy" panose="02020900000000000000" pitchFamily="18" charset="-122"/>
                <a:sym typeface="字魂35号-经典雅黑" panose="02000000000000000000" pitchFamily="2" charset="-122"/>
              </a:endParaRPr>
            </a:p>
          </p:txBody>
        </p:sp>
      </p:grpSp>
      <p:grpSp>
        <p:nvGrpSpPr>
          <p:cNvPr id="35" name="组合 34"/>
          <p:cNvGrpSpPr/>
          <p:nvPr/>
        </p:nvGrpSpPr>
        <p:grpSpPr>
          <a:xfrm>
            <a:off x="22101" y="3587"/>
            <a:ext cx="12192313" cy="6854413"/>
            <a:chOff x="22101" y="3587"/>
            <a:chExt cx="12192313" cy="6854413"/>
          </a:xfrm>
        </p:grpSpPr>
        <p:pic>
          <p:nvPicPr>
            <p:cNvPr id="36" name="图片 35"/>
            <p:cNvPicPr>
              <a:picLocks noChangeAspect="1"/>
            </p:cNvPicPr>
            <p:nvPr/>
          </p:nvPicPr>
          <p:blipFill>
            <a:blip r:embed="rId7" cstate="print">
              <a:extLst>
                <a:ext uri="{28A0092B-C50C-407E-A947-70E740481C1C}">
                  <a14:useLocalDpi xmlns:a14="http://schemas.microsoft.com/office/drawing/2010/main" val="0"/>
                </a:ext>
              </a:extLst>
            </a:blip>
            <a:srcRect r="46593" b="59420"/>
            <a:stretch>
              <a:fillRect/>
            </a:stretch>
          </p:blipFill>
          <p:spPr>
            <a:xfrm>
              <a:off x="22101" y="3587"/>
              <a:ext cx="2022217" cy="1083786"/>
            </a:xfrm>
            <a:prstGeom prst="rect">
              <a:avLst/>
            </a:prstGeom>
          </p:spPr>
        </p:pic>
        <p:pic>
          <p:nvPicPr>
            <p:cNvPr id="37" name="图片 36"/>
            <p:cNvPicPr>
              <a:picLocks noChangeAspect="1"/>
            </p:cNvPicPr>
            <p:nvPr/>
          </p:nvPicPr>
          <p:blipFill>
            <a:blip r:embed="rId7" cstate="print">
              <a:extLst>
                <a:ext uri="{28A0092B-C50C-407E-A947-70E740481C1C}">
                  <a14:useLocalDpi xmlns:a14="http://schemas.microsoft.com/office/drawing/2010/main" val="0"/>
                </a:ext>
              </a:extLst>
            </a:blip>
            <a:srcRect r="46593" b="59420"/>
            <a:stretch>
              <a:fillRect/>
            </a:stretch>
          </p:blipFill>
          <p:spPr>
            <a:xfrm flipH="1" flipV="1">
              <a:off x="10192197" y="5774214"/>
              <a:ext cx="2022217" cy="1083786"/>
            </a:xfrm>
            <a:prstGeom prst="rect">
              <a:avLst/>
            </a:prstGeom>
          </p:spPr>
        </p:pic>
        <p:sp>
          <p:nvSpPr>
            <p:cNvPr id="38" name="ïSļiḓé"/>
            <p:cNvSpPr txBox="1"/>
            <p:nvPr/>
          </p:nvSpPr>
          <p:spPr>
            <a:xfrm>
              <a:off x="1033209" y="489898"/>
              <a:ext cx="2995946" cy="523220"/>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800" dirty="0">
                  <a:solidFill>
                    <a:schemeClr val="tx1"/>
                  </a:solidFill>
                  <a:effectLst/>
                  <a:latin typeface="思源宋体 CN Heavy" panose="02020900000000000000" pitchFamily="18" charset="-122"/>
                  <a:ea typeface="思源宋体 CN Heavy" panose="02020900000000000000" pitchFamily="18" charset="-122"/>
                </a:rPr>
                <a:t>论文成果运用</a:t>
              </a:r>
            </a:p>
          </p:txBody>
        </p:sp>
      </p:gr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자유형 66"/>
          <p:cNvSpPr/>
          <p:nvPr/>
        </p:nvSpPr>
        <p:spPr>
          <a:xfrm rot="10800000">
            <a:off x="1312205" y="1696374"/>
            <a:ext cx="540000" cy="4044615"/>
          </a:xfrm>
          <a:custGeom>
            <a:avLst/>
            <a:gdLst>
              <a:gd name="connsiteX0" fmla="*/ 269999 w 540000"/>
              <a:gd name="connsiteY0" fmla="*/ 4044615 h 4044615"/>
              <a:gd name="connsiteX1" fmla="*/ 119834 w 540000"/>
              <a:gd name="connsiteY1" fmla="*/ 3894450 h 4044615"/>
              <a:gd name="connsiteX2" fmla="*/ 119834 w 540000"/>
              <a:gd name="connsiteY2" fmla="*/ 488395 h 4044615"/>
              <a:gd name="connsiteX3" fmla="*/ 79081 w 540000"/>
              <a:gd name="connsiteY3" fmla="*/ 460919 h 4044615"/>
              <a:gd name="connsiteX4" fmla="*/ 0 w 540000"/>
              <a:gd name="connsiteY4" fmla="*/ 270000 h 4044615"/>
              <a:gd name="connsiteX5" fmla="*/ 270000 w 540000"/>
              <a:gd name="connsiteY5" fmla="*/ 0 h 4044615"/>
              <a:gd name="connsiteX6" fmla="*/ 540000 w 540000"/>
              <a:gd name="connsiteY6" fmla="*/ 270000 h 4044615"/>
              <a:gd name="connsiteX7" fmla="*/ 460919 w 540000"/>
              <a:gd name="connsiteY7" fmla="*/ 460919 h 4044615"/>
              <a:gd name="connsiteX8" fmla="*/ 420164 w 540000"/>
              <a:gd name="connsiteY8" fmla="*/ 488397 h 4044615"/>
              <a:gd name="connsiteX9" fmla="*/ 420164 w 540000"/>
              <a:gd name="connsiteY9" fmla="*/ 3894450 h 4044615"/>
              <a:gd name="connsiteX10" fmla="*/ 269999 w 540000"/>
              <a:gd name="connsiteY10" fmla="*/ 4044615 h 4044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0000" h="4044615">
                <a:moveTo>
                  <a:pt x="269999" y="4044615"/>
                </a:moveTo>
                <a:cubicBezTo>
                  <a:pt x="187065" y="4044615"/>
                  <a:pt x="119834" y="3977384"/>
                  <a:pt x="119834" y="3894450"/>
                </a:cubicBezTo>
                <a:lnTo>
                  <a:pt x="119834" y="488395"/>
                </a:lnTo>
                <a:lnTo>
                  <a:pt x="79081" y="460919"/>
                </a:lnTo>
                <a:cubicBezTo>
                  <a:pt x="30221" y="412059"/>
                  <a:pt x="0" y="344559"/>
                  <a:pt x="0" y="270000"/>
                </a:cubicBezTo>
                <a:cubicBezTo>
                  <a:pt x="0" y="120883"/>
                  <a:pt x="120883" y="0"/>
                  <a:pt x="270000" y="0"/>
                </a:cubicBezTo>
                <a:cubicBezTo>
                  <a:pt x="419117" y="0"/>
                  <a:pt x="540000" y="120883"/>
                  <a:pt x="540000" y="270000"/>
                </a:cubicBezTo>
                <a:cubicBezTo>
                  <a:pt x="540000" y="344559"/>
                  <a:pt x="509779" y="412059"/>
                  <a:pt x="460919" y="460919"/>
                </a:cubicBezTo>
                <a:lnTo>
                  <a:pt x="420164" y="488397"/>
                </a:lnTo>
                <a:lnTo>
                  <a:pt x="420164" y="3894450"/>
                </a:lnTo>
                <a:cubicBezTo>
                  <a:pt x="420164" y="3977384"/>
                  <a:pt x="352933" y="4044615"/>
                  <a:pt x="269999" y="4044615"/>
                </a:cubicBezTo>
                <a:close/>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30000"/>
              </a:lnSpc>
            </a:pPr>
            <a:endParaRPr lang="ko-KR" altLang="en-US">
              <a:solidFill>
                <a:prstClr val="white"/>
              </a:solidFill>
            </a:endParaRPr>
          </a:p>
        </p:txBody>
      </p:sp>
      <p:sp>
        <p:nvSpPr>
          <p:cNvPr id="3" name="모서리가 둥근 직사각형 67"/>
          <p:cNvSpPr/>
          <p:nvPr/>
        </p:nvSpPr>
        <p:spPr>
          <a:xfrm rot="10800000">
            <a:off x="1491192" y="2156919"/>
            <a:ext cx="180000" cy="3240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ko-KR" altLang="en-US">
              <a:solidFill>
                <a:prstClr val="white"/>
              </a:solidFill>
            </a:endParaRPr>
          </a:p>
        </p:txBody>
      </p:sp>
      <p:sp>
        <p:nvSpPr>
          <p:cNvPr id="4" name="타원 68"/>
          <p:cNvSpPr/>
          <p:nvPr/>
        </p:nvSpPr>
        <p:spPr>
          <a:xfrm>
            <a:off x="1365192" y="5262578"/>
            <a:ext cx="432000" cy="43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ko-KR" altLang="en-US">
              <a:solidFill>
                <a:prstClr val="white"/>
              </a:solidFill>
            </a:endParaRPr>
          </a:p>
        </p:txBody>
      </p:sp>
      <p:grpSp>
        <p:nvGrpSpPr>
          <p:cNvPr id="5" name="Group 28"/>
          <p:cNvGrpSpPr>
            <a:grpSpLocks noChangeAspect="1"/>
          </p:cNvGrpSpPr>
          <p:nvPr/>
        </p:nvGrpSpPr>
        <p:grpSpPr>
          <a:xfrm>
            <a:off x="1474688" y="5395740"/>
            <a:ext cx="196504" cy="171979"/>
            <a:chOff x="496" y="4251"/>
            <a:chExt cx="641" cy="561"/>
          </a:xfrm>
          <a:solidFill>
            <a:schemeClr val="bg1">
              <a:lumMod val="95000"/>
            </a:schemeClr>
          </a:solidFill>
        </p:grpSpPr>
        <p:sp>
          <p:nvSpPr>
            <p:cNvPr id="6" name="Freeform 30"/>
            <p:cNvSpPr/>
            <p:nvPr/>
          </p:nvSpPr>
          <p:spPr bwMode="auto">
            <a:xfrm>
              <a:off x="709" y="4720"/>
              <a:ext cx="88" cy="92"/>
            </a:xfrm>
            <a:custGeom>
              <a:avLst/>
              <a:gdLst>
                <a:gd name="T0" fmla="*/ 0 w 526"/>
                <a:gd name="T1" fmla="*/ 0 h 553"/>
                <a:gd name="T2" fmla="*/ 526 w 526"/>
                <a:gd name="T3" fmla="*/ 250 h 553"/>
                <a:gd name="T4" fmla="*/ 97 w 526"/>
                <a:gd name="T5" fmla="*/ 542 h 553"/>
                <a:gd name="T6" fmla="*/ 81 w 526"/>
                <a:gd name="T7" fmla="*/ 549 h 553"/>
                <a:gd name="T8" fmla="*/ 65 w 526"/>
                <a:gd name="T9" fmla="*/ 553 h 553"/>
                <a:gd name="T10" fmla="*/ 49 w 526"/>
                <a:gd name="T11" fmla="*/ 552 h 553"/>
                <a:gd name="T12" fmla="*/ 34 w 526"/>
                <a:gd name="T13" fmla="*/ 546 h 553"/>
                <a:gd name="T14" fmla="*/ 20 w 526"/>
                <a:gd name="T15" fmla="*/ 535 h 553"/>
                <a:gd name="T16" fmla="*/ 9 w 526"/>
                <a:gd name="T17" fmla="*/ 522 h 553"/>
                <a:gd name="T18" fmla="*/ 2 w 526"/>
                <a:gd name="T19" fmla="*/ 507 h 553"/>
                <a:gd name="T20" fmla="*/ 0 w 526"/>
                <a:gd name="T21" fmla="*/ 490 h 553"/>
                <a:gd name="T22" fmla="*/ 0 w 526"/>
                <a:gd name="T23" fmla="*/ 0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6" h="553">
                  <a:moveTo>
                    <a:pt x="0" y="0"/>
                  </a:moveTo>
                  <a:lnTo>
                    <a:pt x="526" y="250"/>
                  </a:lnTo>
                  <a:lnTo>
                    <a:pt x="97" y="542"/>
                  </a:lnTo>
                  <a:lnTo>
                    <a:pt x="81" y="549"/>
                  </a:lnTo>
                  <a:lnTo>
                    <a:pt x="65" y="553"/>
                  </a:lnTo>
                  <a:lnTo>
                    <a:pt x="49" y="552"/>
                  </a:lnTo>
                  <a:lnTo>
                    <a:pt x="34" y="546"/>
                  </a:lnTo>
                  <a:lnTo>
                    <a:pt x="20" y="535"/>
                  </a:lnTo>
                  <a:lnTo>
                    <a:pt x="9" y="522"/>
                  </a:lnTo>
                  <a:lnTo>
                    <a:pt x="2" y="507"/>
                  </a:lnTo>
                  <a:lnTo>
                    <a:pt x="0" y="490"/>
                  </a:lnTo>
                  <a:lnTo>
                    <a:pt x="0" y="0"/>
                  </a:lnTo>
                  <a:close/>
                </a:path>
              </a:pathLst>
            </a:custGeom>
            <a:grpFill/>
            <a:ln w="0">
              <a:noFill/>
              <a:prstDash val="solid"/>
              <a:round/>
            </a:ln>
          </p:spPr>
          <p:txBody>
            <a:bodyPr vert="horz" wrap="square" lIns="91440" tIns="45720" rIns="91440" bIns="45720" numCol="1" anchor="t" anchorCtr="0" compatLnSpc="1"/>
            <a:lstStyle/>
            <a:p>
              <a:pPr>
                <a:lnSpc>
                  <a:spcPct val="130000"/>
                </a:lnSpc>
              </a:pPr>
              <a:endParaRPr lang="ko-KR" altLang="en-US">
                <a:solidFill>
                  <a:prstClr val="black"/>
                </a:solidFill>
              </a:endParaRPr>
            </a:p>
          </p:txBody>
        </p:sp>
        <p:sp>
          <p:nvSpPr>
            <p:cNvPr id="7" name="Freeform 31"/>
            <p:cNvSpPr/>
            <p:nvPr/>
          </p:nvSpPr>
          <p:spPr bwMode="auto">
            <a:xfrm>
              <a:off x="496" y="4251"/>
              <a:ext cx="641" cy="530"/>
            </a:xfrm>
            <a:custGeom>
              <a:avLst/>
              <a:gdLst>
                <a:gd name="T0" fmla="*/ 3785 w 3847"/>
                <a:gd name="T1" fmla="*/ 0 h 3180"/>
                <a:gd name="T2" fmla="*/ 3800 w 3847"/>
                <a:gd name="T3" fmla="*/ 2 h 3180"/>
                <a:gd name="T4" fmla="*/ 3814 w 3847"/>
                <a:gd name="T5" fmla="*/ 7 h 3180"/>
                <a:gd name="T6" fmla="*/ 3827 w 3847"/>
                <a:gd name="T7" fmla="*/ 16 h 3180"/>
                <a:gd name="T8" fmla="*/ 3839 w 3847"/>
                <a:gd name="T9" fmla="*/ 31 h 3180"/>
                <a:gd name="T10" fmla="*/ 3846 w 3847"/>
                <a:gd name="T11" fmla="*/ 49 h 3180"/>
                <a:gd name="T12" fmla="*/ 3847 w 3847"/>
                <a:gd name="T13" fmla="*/ 66 h 3180"/>
                <a:gd name="T14" fmla="*/ 3842 w 3847"/>
                <a:gd name="T15" fmla="*/ 85 h 3180"/>
                <a:gd name="T16" fmla="*/ 2642 w 3847"/>
                <a:gd name="T17" fmla="*/ 3110 h 3180"/>
                <a:gd name="T18" fmla="*/ 2631 w 3847"/>
                <a:gd name="T19" fmla="*/ 3130 h 3180"/>
                <a:gd name="T20" fmla="*/ 2617 w 3847"/>
                <a:gd name="T21" fmla="*/ 3147 h 3180"/>
                <a:gd name="T22" fmla="*/ 2600 w 3847"/>
                <a:gd name="T23" fmla="*/ 3161 h 3180"/>
                <a:gd name="T24" fmla="*/ 2579 w 3847"/>
                <a:gd name="T25" fmla="*/ 3172 h 3180"/>
                <a:gd name="T26" fmla="*/ 2559 w 3847"/>
                <a:gd name="T27" fmla="*/ 3178 h 3180"/>
                <a:gd name="T28" fmla="*/ 2539 w 3847"/>
                <a:gd name="T29" fmla="*/ 3180 h 3180"/>
                <a:gd name="T30" fmla="*/ 2514 w 3847"/>
                <a:gd name="T31" fmla="*/ 3177 h 3180"/>
                <a:gd name="T32" fmla="*/ 2491 w 3847"/>
                <a:gd name="T33" fmla="*/ 3168 h 3180"/>
                <a:gd name="T34" fmla="*/ 1278 w 3847"/>
                <a:gd name="T35" fmla="*/ 2591 h 3180"/>
                <a:gd name="T36" fmla="*/ 2984 w 3847"/>
                <a:gd name="T37" fmla="*/ 878 h 3180"/>
                <a:gd name="T38" fmla="*/ 1036 w 3847"/>
                <a:gd name="T39" fmla="*/ 2477 h 3180"/>
                <a:gd name="T40" fmla="*/ 63 w 3847"/>
                <a:gd name="T41" fmla="*/ 2014 h 3180"/>
                <a:gd name="T42" fmla="*/ 42 w 3847"/>
                <a:gd name="T43" fmla="*/ 2000 h 3180"/>
                <a:gd name="T44" fmla="*/ 24 w 3847"/>
                <a:gd name="T45" fmla="*/ 1983 h 3180"/>
                <a:gd name="T46" fmla="*/ 11 w 3847"/>
                <a:gd name="T47" fmla="*/ 1963 h 3180"/>
                <a:gd name="T48" fmla="*/ 3 w 3847"/>
                <a:gd name="T49" fmla="*/ 1940 h 3180"/>
                <a:gd name="T50" fmla="*/ 0 w 3847"/>
                <a:gd name="T51" fmla="*/ 1915 h 3180"/>
                <a:gd name="T52" fmla="*/ 2 w 3847"/>
                <a:gd name="T53" fmla="*/ 1891 h 3180"/>
                <a:gd name="T54" fmla="*/ 10 w 3847"/>
                <a:gd name="T55" fmla="*/ 1867 h 3180"/>
                <a:gd name="T56" fmla="*/ 23 w 3847"/>
                <a:gd name="T57" fmla="*/ 1846 h 3180"/>
                <a:gd name="T58" fmla="*/ 41 w 3847"/>
                <a:gd name="T59" fmla="*/ 1829 h 3180"/>
                <a:gd name="T60" fmla="*/ 62 w 3847"/>
                <a:gd name="T61" fmla="*/ 1816 h 3180"/>
                <a:gd name="T62" fmla="*/ 3757 w 3847"/>
                <a:gd name="T63" fmla="*/ 5 h 3180"/>
                <a:gd name="T64" fmla="*/ 3771 w 3847"/>
                <a:gd name="T65" fmla="*/ 1 h 3180"/>
                <a:gd name="T66" fmla="*/ 3785 w 3847"/>
                <a:gd name="T67" fmla="*/ 0 h 3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846" h="3180">
                  <a:moveTo>
                    <a:pt x="3785" y="0"/>
                  </a:moveTo>
                  <a:lnTo>
                    <a:pt x="3800" y="2"/>
                  </a:lnTo>
                  <a:lnTo>
                    <a:pt x="3814" y="7"/>
                  </a:lnTo>
                  <a:lnTo>
                    <a:pt x="3827" y="16"/>
                  </a:lnTo>
                  <a:lnTo>
                    <a:pt x="3839" y="31"/>
                  </a:lnTo>
                  <a:lnTo>
                    <a:pt x="3846" y="49"/>
                  </a:lnTo>
                  <a:lnTo>
                    <a:pt x="3847" y="66"/>
                  </a:lnTo>
                  <a:lnTo>
                    <a:pt x="3842" y="85"/>
                  </a:lnTo>
                  <a:lnTo>
                    <a:pt x="2642" y="3110"/>
                  </a:lnTo>
                  <a:lnTo>
                    <a:pt x="2631" y="3130"/>
                  </a:lnTo>
                  <a:lnTo>
                    <a:pt x="2617" y="3147"/>
                  </a:lnTo>
                  <a:lnTo>
                    <a:pt x="2600" y="3161"/>
                  </a:lnTo>
                  <a:lnTo>
                    <a:pt x="2579" y="3172"/>
                  </a:lnTo>
                  <a:lnTo>
                    <a:pt x="2559" y="3178"/>
                  </a:lnTo>
                  <a:lnTo>
                    <a:pt x="2539" y="3180"/>
                  </a:lnTo>
                  <a:lnTo>
                    <a:pt x="2514" y="3177"/>
                  </a:lnTo>
                  <a:lnTo>
                    <a:pt x="2491" y="3168"/>
                  </a:lnTo>
                  <a:lnTo>
                    <a:pt x="1278" y="2591"/>
                  </a:lnTo>
                  <a:lnTo>
                    <a:pt x="2984" y="878"/>
                  </a:lnTo>
                  <a:lnTo>
                    <a:pt x="1036" y="2477"/>
                  </a:lnTo>
                  <a:lnTo>
                    <a:pt x="63" y="2014"/>
                  </a:lnTo>
                  <a:lnTo>
                    <a:pt x="42" y="2000"/>
                  </a:lnTo>
                  <a:lnTo>
                    <a:pt x="24" y="1983"/>
                  </a:lnTo>
                  <a:lnTo>
                    <a:pt x="11" y="1963"/>
                  </a:lnTo>
                  <a:lnTo>
                    <a:pt x="3" y="1940"/>
                  </a:lnTo>
                  <a:lnTo>
                    <a:pt x="0" y="1915"/>
                  </a:lnTo>
                  <a:lnTo>
                    <a:pt x="2" y="1891"/>
                  </a:lnTo>
                  <a:lnTo>
                    <a:pt x="10" y="1867"/>
                  </a:lnTo>
                  <a:lnTo>
                    <a:pt x="23" y="1846"/>
                  </a:lnTo>
                  <a:lnTo>
                    <a:pt x="41" y="1829"/>
                  </a:lnTo>
                  <a:lnTo>
                    <a:pt x="62" y="1816"/>
                  </a:lnTo>
                  <a:lnTo>
                    <a:pt x="3757" y="5"/>
                  </a:lnTo>
                  <a:lnTo>
                    <a:pt x="3771" y="1"/>
                  </a:lnTo>
                  <a:lnTo>
                    <a:pt x="3785" y="0"/>
                  </a:lnTo>
                  <a:close/>
                </a:path>
              </a:pathLst>
            </a:custGeom>
            <a:grpFill/>
            <a:ln w="0">
              <a:noFill/>
              <a:prstDash val="solid"/>
              <a:round/>
            </a:ln>
          </p:spPr>
          <p:txBody>
            <a:bodyPr vert="horz" wrap="square" lIns="91440" tIns="45720" rIns="91440" bIns="45720" numCol="1" anchor="t" anchorCtr="0" compatLnSpc="1"/>
            <a:lstStyle/>
            <a:p>
              <a:pPr>
                <a:lnSpc>
                  <a:spcPct val="130000"/>
                </a:lnSpc>
              </a:pPr>
              <a:endParaRPr lang="ko-KR" altLang="en-US">
                <a:solidFill>
                  <a:prstClr val="black"/>
                </a:solidFill>
              </a:endParaRPr>
            </a:p>
          </p:txBody>
        </p:sp>
      </p:grpSp>
      <p:grpSp>
        <p:nvGrpSpPr>
          <p:cNvPr id="8" name="그룹 72"/>
          <p:cNvGrpSpPr/>
          <p:nvPr/>
        </p:nvGrpSpPr>
        <p:grpSpPr>
          <a:xfrm>
            <a:off x="1556610" y="1623803"/>
            <a:ext cx="1692000" cy="533116"/>
            <a:chOff x="2718660" y="2200242"/>
            <a:chExt cx="1692000" cy="533116"/>
          </a:xfrm>
        </p:grpSpPr>
        <p:cxnSp>
          <p:nvCxnSpPr>
            <p:cNvPr id="9" name="직선 연결선 73"/>
            <p:cNvCxnSpPr/>
            <p:nvPr/>
          </p:nvCxnSpPr>
          <p:spPr>
            <a:xfrm>
              <a:off x="2718660" y="2733358"/>
              <a:ext cx="1692000" cy="0"/>
            </a:xfrm>
            <a:prstGeom prst="line">
              <a:avLst/>
            </a:prstGeom>
            <a:ln>
              <a:solidFill>
                <a:schemeClr val="accent2"/>
              </a:solidFill>
              <a:tailEnd type="oval"/>
            </a:ln>
          </p:spPr>
          <p:style>
            <a:lnRef idx="1">
              <a:schemeClr val="accent1"/>
            </a:lnRef>
            <a:fillRef idx="0">
              <a:schemeClr val="accent1"/>
            </a:fillRef>
            <a:effectRef idx="0">
              <a:schemeClr val="accent1"/>
            </a:effectRef>
            <a:fontRef idx="minor">
              <a:schemeClr val="tx1"/>
            </a:fontRef>
          </p:style>
        </p:cxnSp>
        <p:sp>
          <p:nvSpPr>
            <p:cNvPr id="10" name="직사각형 74"/>
            <p:cNvSpPr/>
            <p:nvPr/>
          </p:nvSpPr>
          <p:spPr>
            <a:xfrm>
              <a:off x="2927004" y="2200242"/>
              <a:ext cx="686406" cy="525913"/>
            </a:xfrm>
            <a:prstGeom prst="rect">
              <a:avLst/>
            </a:prstGeom>
          </p:spPr>
          <p:txBody>
            <a:bodyPr wrap="none">
              <a:spAutoFit/>
            </a:bodyPr>
            <a:lstStyle/>
            <a:p>
              <a:pPr algn="ctr">
                <a:lnSpc>
                  <a:spcPct val="130000"/>
                </a:lnSpc>
              </a:pPr>
              <a:r>
                <a:rPr lang="en-US" altLang="ko-KR" sz="2400" b="1" dirty="0">
                  <a:latin typeface="思源宋体 CN Heavy" panose="02020900000000000000" pitchFamily="18" charset="-122"/>
                  <a:ea typeface="思源宋体 CN Heavy" panose="02020900000000000000" pitchFamily="18" charset="-122"/>
                </a:rPr>
                <a:t>90</a:t>
              </a:r>
              <a:r>
                <a:rPr lang="en-US" altLang="ko-KR" sz="1000" dirty="0">
                  <a:latin typeface="思源宋体 CN Heavy" panose="02020900000000000000" pitchFamily="18" charset="-122"/>
                  <a:ea typeface="思源宋体 CN Heavy" panose="02020900000000000000" pitchFamily="18" charset="-122"/>
                </a:rPr>
                <a:t>%</a:t>
              </a:r>
              <a:endParaRPr lang="ko-KR" altLang="en-US" sz="1000" dirty="0">
                <a:latin typeface="思源宋体 CN Heavy" panose="02020900000000000000" pitchFamily="18" charset="-122"/>
              </a:endParaRPr>
            </a:p>
          </p:txBody>
        </p:sp>
      </p:grpSp>
      <p:sp>
        <p:nvSpPr>
          <p:cNvPr id="12" name="자유형 76"/>
          <p:cNvSpPr/>
          <p:nvPr/>
        </p:nvSpPr>
        <p:spPr>
          <a:xfrm rot="10800000">
            <a:off x="4681818" y="1696374"/>
            <a:ext cx="540000" cy="4044615"/>
          </a:xfrm>
          <a:custGeom>
            <a:avLst/>
            <a:gdLst>
              <a:gd name="connsiteX0" fmla="*/ 269999 w 540000"/>
              <a:gd name="connsiteY0" fmla="*/ 4044615 h 4044615"/>
              <a:gd name="connsiteX1" fmla="*/ 119834 w 540000"/>
              <a:gd name="connsiteY1" fmla="*/ 3894450 h 4044615"/>
              <a:gd name="connsiteX2" fmla="*/ 119834 w 540000"/>
              <a:gd name="connsiteY2" fmla="*/ 488395 h 4044615"/>
              <a:gd name="connsiteX3" fmla="*/ 79081 w 540000"/>
              <a:gd name="connsiteY3" fmla="*/ 460919 h 4044615"/>
              <a:gd name="connsiteX4" fmla="*/ 0 w 540000"/>
              <a:gd name="connsiteY4" fmla="*/ 270000 h 4044615"/>
              <a:gd name="connsiteX5" fmla="*/ 270000 w 540000"/>
              <a:gd name="connsiteY5" fmla="*/ 0 h 4044615"/>
              <a:gd name="connsiteX6" fmla="*/ 540000 w 540000"/>
              <a:gd name="connsiteY6" fmla="*/ 270000 h 4044615"/>
              <a:gd name="connsiteX7" fmla="*/ 460919 w 540000"/>
              <a:gd name="connsiteY7" fmla="*/ 460919 h 4044615"/>
              <a:gd name="connsiteX8" fmla="*/ 420164 w 540000"/>
              <a:gd name="connsiteY8" fmla="*/ 488397 h 4044615"/>
              <a:gd name="connsiteX9" fmla="*/ 420164 w 540000"/>
              <a:gd name="connsiteY9" fmla="*/ 3894450 h 4044615"/>
              <a:gd name="connsiteX10" fmla="*/ 269999 w 540000"/>
              <a:gd name="connsiteY10" fmla="*/ 4044615 h 4044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0000" h="4044615">
                <a:moveTo>
                  <a:pt x="269999" y="4044615"/>
                </a:moveTo>
                <a:cubicBezTo>
                  <a:pt x="187065" y="4044615"/>
                  <a:pt x="119834" y="3977384"/>
                  <a:pt x="119834" y="3894450"/>
                </a:cubicBezTo>
                <a:lnTo>
                  <a:pt x="119834" y="488395"/>
                </a:lnTo>
                <a:lnTo>
                  <a:pt x="79081" y="460919"/>
                </a:lnTo>
                <a:cubicBezTo>
                  <a:pt x="30221" y="412059"/>
                  <a:pt x="0" y="344559"/>
                  <a:pt x="0" y="270000"/>
                </a:cubicBezTo>
                <a:cubicBezTo>
                  <a:pt x="0" y="120883"/>
                  <a:pt x="120883" y="0"/>
                  <a:pt x="270000" y="0"/>
                </a:cubicBezTo>
                <a:cubicBezTo>
                  <a:pt x="419117" y="0"/>
                  <a:pt x="540000" y="120883"/>
                  <a:pt x="540000" y="270000"/>
                </a:cubicBezTo>
                <a:cubicBezTo>
                  <a:pt x="540000" y="344559"/>
                  <a:pt x="509779" y="412059"/>
                  <a:pt x="460919" y="460919"/>
                </a:cubicBezTo>
                <a:lnTo>
                  <a:pt x="420164" y="488397"/>
                </a:lnTo>
                <a:lnTo>
                  <a:pt x="420164" y="3894450"/>
                </a:lnTo>
                <a:cubicBezTo>
                  <a:pt x="420164" y="3977384"/>
                  <a:pt x="352933" y="4044615"/>
                  <a:pt x="269999" y="4044615"/>
                </a:cubicBezTo>
                <a:close/>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30000"/>
              </a:lnSpc>
            </a:pPr>
            <a:endParaRPr lang="ko-KR" altLang="en-US">
              <a:solidFill>
                <a:prstClr val="white"/>
              </a:solidFill>
            </a:endParaRPr>
          </a:p>
        </p:txBody>
      </p:sp>
      <p:sp>
        <p:nvSpPr>
          <p:cNvPr id="13" name="모서리가 둥근 직사각형 77"/>
          <p:cNvSpPr/>
          <p:nvPr/>
        </p:nvSpPr>
        <p:spPr>
          <a:xfrm rot="10800000">
            <a:off x="4860805" y="3344919"/>
            <a:ext cx="180000" cy="20520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ko-KR" altLang="en-US">
              <a:solidFill>
                <a:prstClr val="white"/>
              </a:solidFill>
            </a:endParaRPr>
          </a:p>
        </p:txBody>
      </p:sp>
      <p:sp>
        <p:nvSpPr>
          <p:cNvPr id="14" name="타원 78"/>
          <p:cNvSpPr/>
          <p:nvPr/>
        </p:nvSpPr>
        <p:spPr>
          <a:xfrm>
            <a:off x="4734805" y="5262578"/>
            <a:ext cx="432000" cy="43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ko-KR" altLang="en-US">
              <a:solidFill>
                <a:prstClr val="white"/>
              </a:solidFill>
            </a:endParaRPr>
          </a:p>
        </p:txBody>
      </p:sp>
      <p:grpSp>
        <p:nvGrpSpPr>
          <p:cNvPr id="15" name="그룹 79"/>
          <p:cNvGrpSpPr/>
          <p:nvPr/>
        </p:nvGrpSpPr>
        <p:grpSpPr>
          <a:xfrm>
            <a:off x="4926223" y="2843003"/>
            <a:ext cx="1692000" cy="533116"/>
            <a:chOff x="2718660" y="2200242"/>
            <a:chExt cx="1692000" cy="533116"/>
          </a:xfrm>
        </p:grpSpPr>
        <p:cxnSp>
          <p:nvCxnSpPr>
            <p:cNvPr id="16" name="직선 연결선 80"/>
            <p:cNvCxnSpPr/>
            <p:nvPr/>
          </p:nvCxnSpPr>
          <p:spPr>
            <a:xfrm>
              <a:off x="2718660" y="2733358"/>
              <a:ext cx="1692000" cy="0"/>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sp>
          <p:nvSpPr>
            <p:cNvPr id="17" name="직사각형 81"/>
            <p:cNvSpPr/>
            <p:nvPr/>
          </p:nvSpPr>
          <p:spPr>
            <a:xfrm>
              <a:off x="2927004" y="2200242"/>
              <a:ext cx="686406" cy="525913"/>
            </a:xfrm>
            <a:prstGeom prst="rect">
              <a:avLst/>
            </a:prstGeom>
          </p:spPr>
          <p:txBody>
            <a:bodyPr wrap="none">
              <a:spAutoFit/>
            </a:bodyPr>
            <a:lstStyle/>
            <a:p>
              <a:pPr algn="ctr">
                <a:lnSpc>
                  <a:spcPct val="130000"/>
                </a:lnSpc>
              </a:pPr>
              <a:r>
                <a:rPr lang="en-US" altLang="ko-KR" sz="2400" b="1" dirty="0">
                  <a:latin typeface="思源宋体 CN Heavy" panose="02020900000000000000" pitchFamily="18" charset="-122"/>
                  <a:ea typeface="思源宋体 CN Heavy" panose="02020900000000000000" pitchFamily="18" charset="-122"/>
                </a:rPr>
                <a:t>57</a:t>
              </a:r>
              <a:r>
                <a:rPr lang="en-US" altLang="ko-KR" sz="1000" dirty="0">
                  <a:latin typeface="思源宋体 CN Heavy" panose="02020900000000000000" pitchFamily="18" charset="-122"/>
                  <a:ea typeface="思源宋体 CN Heavy" panose="02020900000000000000" pitchFamily="18" charset="-122"/>
                </a:rPr>
                <a:t>%</a:t>
              </a:r>
              <a:endParaRPr lang="ko-KR" altLang="en-US" sz="1000" dirty="0">
                <a:latin typeface="思源宋体 CN Heavy" panose="02020900000000000000" pitchFamily="18" charset="-122"/>
              </a:endParaRPr>
            </a:p>
          </p:txBody>
        </p:sp>
      </p:grpSp>
      <p:sp>
        <p:nvSpPr>
          <p:cNvPr id="19" name="자유형 83"/>
          <p:cNvSpPr/>
          <p:nvPr/>
        </p:nvSpPr>
        <p:spPr>
          <a:xfrm rot="10800000">
            <a:off x="8051431" y="1696374"/>
            <a:ext cx="540000" cy="4044615"/>
          </a:xfrm>
          <a:custGeom>
            <a:avLst/>
            <a:gdLst>
              <a:gd name="connsiteX0" fmla="*/ 269999 w 540000"/>
              <a:gd name="connsiteY0" fmla="*/ 4044615 h 4044615"/>
              <a:gd name="connsiteX1" fmla="*/ 119834 w 540000"/>
              <a:gd name="connsiteY1" fmla="*/ 3894450 h 4044615"/>
              <a:gd name="connsiteX2" fmla="*/ 119834 w 540000"/>
              <a:gd name="connsiteY2" fmla="*/ 488395 h 4044615"/>
              <a:gd name="connsiteX3" fmla="*/ 79081 w 540000"/>
              <a:gd name="connsiteY3" fmla="*/ 460919 h 4044615"/>
              <a:gd name="connsiteX4" fmla="*/ 0 w 540000"/>
              <a:gd name="connsiteY4" fmla="*/ 270000 h 4044615"/>
              <a:gd name="connsiteX5" fmla="*/ 270000 w 540000"/>
              <a:gd name="connsiteY5" fmla="*/ 0 h 4044615"/>
              <a:gd name="connsiteX6" fmla="*/ 540000 w 540000"/>
              <a:gd name="connsiteY6" fmla="*/ 270000 h 4044615"/>
              <a:gd name="connsiteX7" fmla="*/ 460919 w 540000"/>
              <a:gd name="connsiteY7" fmla="*/ 460919 h 4044615"/>
              <a:gd name="connsiteX8" fmla="*/ 420164 w 540000"/>
              <a:gd name="connsiteY8" fmla="*/ 488397 h 4044615"/>
              <a:gd name="connsiteX9" fmla="*/ 420164 w 540000"/>
              <a:gd name="connsiteY9" fmla="*/ 3894450 h 4044615"/>
              <a:gd name="connsiteX10" fmla="*/ 269999 w 540000"/>
              <a:gd name="connsiteY10" fmla="*/ 4044615 h 4044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0000" h="4044615">
                <a:moveTo>
                  <a:pt x="269999" y="4044615"/>
                </a:moveTo>
                <a:cubicBezTo>
                  <a:pt x="187065" y="4044615"/>
                  <a:pt x="119834" y="3977384"/>
                  <a:pt x="119834" y="3894450"/>
                </a:cubicBezTo>
                <a:lnTo>
                  <a:pt x="119834" y="488395"/>
                </a:lnTo>
                <a:lnTo>
                  <a:pt x="79081" y="460919"/>
                </a:lnTo>
                <a:cubicBezTo>
                  <a:pt x="30221" y="412059"/>
                  <a:pt x="0" y="344559"/>
                  <a:pt x="0" y="270000"/>
                </a:cubicBezTo>
                <a:cubicBezTo>
                  <a:pt x="0" y="120883"/>
                  <a:pt x="120883" y="0"/>
                  <a:pt x="270000" y="0"/>
                </a:cubicBezTo>
                <a:cubicBezTo>
                  <a:pt x="419117" y="0"/>
                  <a:pt x="540000" y="120883"/>
                  <a:pt x="540000" y="270000"/>
                </a:cubicBezTo>
                <a:cubicBezTo>
                  <a:pt x="540000" y="344559"/>
                  <a:pt x="509779" y="412059"/>
                  <a:pt x="460919" y="460919"/>
                </a:cubicBezTo>
                <a:lnTo>
                  <a:pt x="420164" y="488397"/>
                </a:lnTo>
                <a:lnTo>
                  <a:pt x="420164" y="3894450"/>
                </a:lnTo>
                <a:cubicBezTo>
                  <a:pt x="420164" y="3977384"/>
                  <a:pt x="352933" y="4044615"/>
                  <a:pt x="269999" y="4044615"/>
                </a:cubicBezTo>
                <a:close/>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30000"/>
              </a:lnSpc>
            </a:pPr>
            <a:endParaRPr lang="ko-KR" altLang="en-US">
              <a:solidFill>
                <a:prstClr val="white"/>
              </a:solidFill>
            </a:endParaRPr>
          </a:p>
        </p:txBody>
      </p:sp>
      <p:sp>
        <p:nvSpPr>
          <p:cNvPr id="20" name="모서리가 둥근 직사각형 84"/>
          <p:cNvSpPr/>
          <p:nvPr/>
        </p:nvSpPr>
        <p:spPr>
          <a:xfrm rot="10800000">
            <a:off x="8230418" y="4028919"/>
            <a:ext cx="180000" cy="13680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ko-KR" altLang="en-US">
              <a:solidFill>
                <a:prstClr val="white"/>
              </a:solidFill>
            </a:endParaRPr>
          </a:p>
        </p:txBody>
      </p:sp>
      <p:sp>
        <p:nvSpPr>
          <p:cNvPr id="21" name="타원 85"/>
          <p:cNvSpPr/>
          <p:nvPr/>
        </p:nvSpPr>
        <p:spPr>
          <a:xfrm>
            <a:off x="8104418" y="5262578"/>
            <a:ext cx="432000" cy="43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ko-KR" altLang="en-US">
              <a:solidFill>
                <a:prstClr val="white"/>
              </a:solidFill>
            </a:endParaRPr>
          </a:p>
        </p:txBody>
      </p:sp>
      <p:grpSp>
        <p:nvGrpSpPr>
          <p:cNvPr id="22" name="그룹 86"/>
          <p:cNvGrpSpPr/>
          <p:nvPr/>
        </p:nvGrpSpPr>
        <p:grpSpPr>
          <a:xfrm>
            <a:off x="8295836" y="3510661"/>
            <a:ext cx="1692000" cy="533116"/>
            <a:chOff x="2718660" y="2200242"/>
            <a:chExt cx="1692000" cy="533116"/>
          </a:xfrm>
        </p:grpSpPr>
        <p:cxnSp>
          <p:nvCxnSpPr>
            <p:cNvPr id="23" name="직선 연결선 87"/>
            <p:cNvCxnSpPr/>
            <p:nvPr/>
          </p:nvCxnSpPr>
          <p:spPr>
            <a:xfrm>
              <a:off x="2718660" y="2733358"/>
              <a:ext cx="1692000" cy="0"/>
            </a:xfrm>
            <a:prstGeom prst="line">
              <a:avLst/>
            </a:prstGeom>
            <a:ln>
              <a:solidFill>
                <a:schemeClr val="accent2"/>
              </a:solidFill>
              <a:tailEnd type="oval"/>
            </a:ln>
          </p:spPr>
          <p:style>
            <a:lnRef idx="1">
              <a:schemeClr val="accent1"/>
            </a:lnRef>
            <a:fillRef idx="0">
              <a:schemeClr val="accent1"/>
            </a:fillRef>
            <a:effectRef idx="0">
              <a:schemeClr val="accent1"/>
            </a:effectRef>
            <a:fontRef idx="minor">
              <a:schemeClr val="tx1"/>
            </a:fontRef>
          </p:style>
        </p:cxnSp>
        <p:sp>
          <p:nvSpPr>
            <p:cNvPr id="24" name="직사각형 88"/>
            <p:cNvSpPr/>
            <p:nvPr/>
          </p:nvSpPr>
          <p:spPr>
            <a:xfrm>
              <a:off x="2927004" y="2200242"/>
              <a:ext cx="686406" cy="525913"/>
            </a:xfrm>
            <a:prstGeom prst="rect">
              <a:avLst/>
            </a:prstGeom>
          </p:spPr>
          <p:txBody>
            <a:bodyPr wrap="none">
              <a:spAutoFit/>
            </a:bodyPr>
            <a:lstStyle/>
            <a:p>
              <a:pPr algn="ctr">
                <a:lnSpc>
                  <a:spcPct val="130000"/>
                </a:lnSpc>
              </a:pPr>
              <a:r>
                <a:rPr lang="en-US" altLang="ko-KR" sz="2400" b="1" dirty="0">
                  <a:latin typeface="思源宋体 CN Heavy" panose="02020900000000000000" pitchFamily="18" charset="-122"/>
                  <a:ea typeface="思源宋体 CN Heavy" panose="02020900000000000000" pitchFamily="18" charset="-122"/>
                </a:rPr>
                <a:t>38</a:t>
              </a:r>
              <a:r>
                <a:rPr lang="en-US" altLang="ko-KR" sz="1000" dirty="0">
                  <a:latin typeface="思源宋体 CN Heavy" panose="02020900000000000000" pitchFamily="18" charset="-122"/>
                  <a:ea typeface="思源宋体 CN Heavy" panose="02020900000000000000" pitchFamily="18" charset="-122"/>
                </a:rPr>
                <a:t>%</a:t>
              </a:r>
              <a:endParaRPr lang="ko-KR" altLang="en-US" sz="1000" dirty="0">
                <a:latin typeface="思源宋体 CN Heavy" panose="02020900000000000000" pitchFamily="18" charset="-122"/>
              </a:endParaRPr>
            </a:p>
          </p:txBody>
        </p:sp>
      </p:grpSp>
      <p:grpSp>
        <p:nvGrpSpPr>
          <p:cNvPr id="26" name="Group 14"/>
          <p:cNvGrpSpPr>
            <a:grpSpLocks noChangeAspect="1"/>
          </p:cNvGrpSpPr>
          <p:nvPr/>
        </p:nvGrpSpPr>
        <p:grpSpPr>
          <a:xfrm>
            <a:off x="8228557" y="5411778"/>
            <a:ext cx="181587" cy="154030"/>
            <a:chOff x="3669" y="3943"/>
            <a:chExt cx="626" cy="531"/>
          </a:xfrm>
          <a:solidFill>
            <a:schemeClr val="bg1"/>
          </a:solidFill>
        </p:grpSpPr>
        <p:sp>
          <p:nvSpPr>
            <p:cNvPr id="27" name="Freeform 16"/>
            <p:cNvSpPr>
              <a:spLocks noEditPoints="1"/>
            </p:cNvSpPr>
            <p:nvPr/>
          </p:nvSpPr>
          <p:spPr bwMode="auto">
            <a:xfrm>
              <a:off x="3669" y="3943"/>
              <a:ext cx="626" cy="531"/>
            </a:xfrm>
            <a:custGeom>
              <a:avLst/>
              <a:gdLst>
                <a:gd name="T0" fmla="*/ 1532 w 3756"/>
                <a:gd name="T1" fmla="*/ 2536 h 3186"/>
                <a:gd name="T2" fmla="*/ 1516 w 3756"/>
                <a:gd name="T3" fmla="*/ 2550 h 3186"/>
                <a:gd name="T4" fmla="*/ 1450 w 3756"/>
                <a:gd name="T5" fmla="*/ 2904 h 3186"/>
                <a:gd name="T6" fmla="*/ 1457 w 3756"/>
                <a:gd name="T7" fmla="*/ 2929 h 3186"/>
                <a:gd name="T8" fmla="*/ 1481 w 3756"/>
                <a:gd name="T9" fmla="*/ 2941 h 3186"/>
                <a:gd name="T10" fmla="*/ 2288 w 3756"/>
                <a:gd name="T11" fmla="*/ 2937 h 3186"/>
                <a:gd name="T12" fmla="*/ 2304 w 3756"/>
                <a:gd name="T13" fmla="*/ 2921 h 3186"/>
                <a:gd name="T14" fmla="*/ 2306 w 3756"/>
                <a:gd name="T15" fmla="*/ 2905 h 3186"/>
                <a:gd name="T16" fmla="*/ 2243 w 3756"/>
                <a:gd name="T17" fmla="*/ 2560 h 3186"/>
                <a:gd name="T18" fmla="*/ 2233 w 3756"/>
                <a:gd name="T19" fmla="*/ 2542 h 3186"/>
                <a:gd name="T20" fmla="*/ 2214 w 3756"/>
                <a:gd name="T21" fmla="*/ 2534 h 3186"/>
                <a:gd name="T22" fmla="*/ 585 w 3756"/>
                <a:gd name="T23" fmla="*/ 305 h 3186"/>
                <a:gd name="T24" fmla="*/ 560 w 3756"/>
                <a:gd name="T25" fmla="*/ 314 h 3186"/>
                <a:gd name="T26" fmla="*/ 544 w 3756"/>
                <a:gd name="T27" fmla="*/ 336 h 3186"/>
                <a:gd name="T28" fmla="*/ 542 w 3756"/>
                <a:gd name="T29" fmla="*/ 1890 h 3186"/>
                <a:gd name="T30" fmla="*/ 553 w 3756"/>
                <a:gd name="T31" fmla="*/ 1921 h 3186"/>
                <a:gd name="T32" fmla="*/ 3188 w 3756"/>
                <a:gd name="T33" fmla="*/ 1930 h 3186"/>
                <a:gd name="T34" fmla="*/ 3211 w 3756"/>
                <a:gd name="T35" fmla="*/ 1906 h 3186"/>
                <a:gd name="T36" fmla="*/ 3214 w 3756"/>
                <a:gd name="T37" fmla="*/ 350 h 3186"/>
                <a:gd name="T38" fmla="*/ 3206 w 3756"/>
                <a:gd name="T39" fmla="*/ 324 h 3186"/>
                <a:gd name="T40" fmla="*/ 3185 w 3756"/>
                <a:gd name="T41" fmla="*/ 308 h 3186"/>
                <a:gd name="T42" fmla="*/ 585 w 3756"/>
                <a:gd name="T43" fmla="*/ 305 h 3186"/>
                <a:gd name="T44" fmla="*/ 3170 w 3756"/>
                <a:gd name="T45" fmla="*/ 0 h 3186"/>
                <a:gd name="T46" fmla="*/ 3263 w 3756"/>
                <a:gd name="T47" fmla="*/ 13 h 3186"/>
                <a:gd name="T48" fmla="*/ 3346 w 3756"/>
                <a:gd name="T49" fmla="*/ 48 h 3186"/>
                <a:gd name="T50" fmla="*/ 3418 w 3756"/>
                <a:gd name="T51" fmla="*/ 103 h 3186"/>
                <a:gd name="T52" fmla="*/ 3473 w 3756"/>
                <a:gd name="T53" fmla="*/ 173 h 3186"/>
                <a:gd name="T54" fmla="*/ 3508 w 3756"/>
                <a:gd name="T55" fmla="*/ 256 h 3186"/>
                <a:gd name="T56" fmla="*/ 3520 w 3756"/>
                <a:gd name="T57" fmla="*/ 350 h 3186"/>
                <a:gd name="T58" fmla="*/ 3518 w 3756"/>
                <a:gd name="T59" fmla="*/ 1931 h 3186"/>
                <a:gd name="T60" fmla="*/ 3500 w 3756"/>
                <a:gd name="T61" fmla="*/ 2009 h 3186"/>
                <a:gd name="T62" fmla="*/ 3516 w 3756"/>
                <a:gd name="T63" fmla="*/ 2049 h 3186"/>
                <a:gd name="T64" fmla="*/ 3754 w 3756"/>
                <a:gd name="T65" fmla="*/ 3006 h 3186"/>
                <a:gd name="T66" fmla="*/ 3753 w 3756"/>
                <a:gd name="T67" fmla="*/ 3060 h 3186"/>
                <a:gd name="T68" fmla="*/ 3729 w 3756"/>
                <a:gd name="T69" fmla="*/ 3116 h 3186"/>
                <a:gd name="T70" fmla="*/ 3687 w 3756"/>
                <a:gd name="T71" fmla="*/ 3158 h 3186"/>
                <a:gd name="T72" fmla="*/ 3631 w 3756"/>
                <a:gd name="T73" fmla="*/ 3182 h 3186"/>
                <a:gd name="T74" fmla="*/ 157 w 3756"/>
                <a:gd name="T75" fmla="*/ 3186 h 3186"/>
                <a:gd name="T76" fmla="*/ 101 w 3756"/>
                <a:gd name="T77" fmla="*/ 3175 h 3186"/>
                <a:gd name="T78" fmla="*/ 52 w 3756"/>
                <a:gd name="T79" fmla="*/ 3146 h 3186"/>
                <a:gd name="T80" fmla="*/ 18 w 3756"/>
                <a:gd name="T81" fmla="*/ 3101 h 3186"/>
                <a:gd name="T82" fmla="*/ 1 w 3756"/>
                <a:gd name="T83" fmla="*/ 3047 h 3186"/>
                <a:gd name="T84" fmla="*/ 5 w 3756"/>
                <a:gd name="T85" fmla="*/ 2991 h 3186"/>
                <a:gd name="T86" fmla="*/ 247 w 3756"/>
                <a:gd name="T87" fmla="*/ 2028 h 3186"/>
                <a:gd name="T88" fmla="*/ 245 w 3756"/>
                <a:gd name="T89" fmla="*/ 1970 h 3186"/>
                <a:gd name="T90" fmla="*/ 236 w 3756"/>
                <a:gd name="T91" fmla="*/ 1890 h 3186"/>
                <a:gd name="T92" fmla="*/ 239 w 3756"/>
                <a:gd name="T93" fmla="*/ 302 h 3186"/>
                <a:gd name="T94" fmla="*/ 263 w 3756"/>
                <a:gd name="T95" fmla="*/ 214 h 3186"/>
                <a:gd name="T96" fmla="*/ 308 w 3756"/>
                <a:gd name="T97" fmla="*/ 136 h 3186"/>
                <a:gd name="T98" fmla="*/ 372 w 3756"/>
                <a:gd name="T99" fmla="*/ 73 h 3186"/>
                <a:gd name="T100" fmla="*/ 450 w 3756"/>
                <a:gd name="T101" fmla="*/ 27 h 3186"/>
                <a:gd name="T102" fmla="*/ 538 w 3756"/>
                <a:gd name="T103" fmla="*/ 3 h 3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56" h="3185">
                  <a:moveTo>
                    <a:pt x="1542" y="2534"/>
                  </a:moveTo>
                  <a:lnTo>
                    <a:pt x="1532" y="2536"/>
                  </a:lnTo>
                  <a:lnTo>
                    <a:pt x="1523" y="2542"/>
                  </a:lnTo>
                  <a:lnTo>
                    <a:pt x="1516" y="2550"/>
                  </a:lnTo>
                  <a:lnTo>
                    <a:pt x="1513" y="2560"/>
                  </a:lnTo>
                  <a:lnTo>
                    <a:pt x="1450" y="2904"/>
                  </a:lnTo>
                  <a:lnTo>
                    <a:pt x="1451" y="2917"/>
                  </a:lnTo>
                  <a:lnTo>
                    <a:pt x="1457" y="2929"/>
                  </a:lnTo>
                  <a:lnTo>
                    <a:pt x="1467" y="2937"/>
                  </a:lnTo>
                  <a:lnTo>
                    <a:pt x="1481" y="2941"/>
                  </a:lnTo>
                  <a:lnTo>
                    <a:pt x="2275" y="2941"/>
                  </a:lnTo>
                  <a:lnTo>
                    <a:pt x="2288" y="2937"/>
                  </a:lnTo>
                  <a:lnTo>
                    <a:pt x="2297" y="2932"/>
                  </a:lnTo>
                  <a:lnTo>
                    <a:pt x="2304" y="2921"/>
                  </a:lnTo>
                  <a:lnTo>
                    <a:pt x="2306" y="2909"/>
                  </a:lnTo>
                  <a:lnTo>
                    <a:pt x="2306" y="2905"/>
                  </a:lnTo>
                  <a:lnTo>
                    <a:pt x="2305" y="2901"/>
                  </a:lnTo>
                  <a:lnTo>
                    <a:pt x="2243" y="2560"/>
                  </a:lnTo>
                  <a:lnTo>
                    <a:pt x="2240" y="2550"/>
                  </a:lnTo>
                  <a:lnTo>
                    <a:pt x="2233" y="2542"/>
                  </a:lnTo>
                  <a:lnTo>
                    <a:pt x="2224" y="2536"/>
                  </a:lnTo>
                  <a:lnTo>
                    <a:pt x="2214" y="2534"/>
                  </a:lnTo>
                  <a:lnTo>
                    <a:pt x="1542" y="2534"/>
                  </a:lnTo>
                  <a:close/>
                  <a:moveTo>
                    <a:pt x="585" y="305"/>
                  </a:moveTo>
                  <a:lnTo>
                    <a:pt x="571" y="308"/>
                  </a:lnTo>
                  <a:lnTo>
                    <a:pt x="560" y="314"/>
                  </a:lnTo>
                  <a:lnTo>
                    <a:pt x="550" y="324"/>
                  </a:lnTo>
                  <a:lnTo>
                    <a:pt x="544" y="336"/>
                  </a:lnTo>
                  <a:lnTo>
                    <a:pt x="542" y="350"/>
                  </a:lnTo>
                  <a:lnTo>
                    <a:pt x="542" y="1890"/>
                  </a:lnTo>
                  <a:lnTo>
                    <a:pt x="544" y="1906"/>
                  </a:lnTo>
                  <a:lnTo>
                    <a:pt x="553" y="1921"/>
                  </a:lnTo>
                  <a:lnTo>
                    <a:pt x="567" y="1930"/>
                  </a:lnTo>
                  <a:lnTo>
                    <a:pt x="3188" y="1930"/>
                  </a:lnTo>
                  <a:lnTo>
                    <a:pt x="3202" y="1921"/>
                  </a:lnTo>
                  <a:lnTo>
                    <a:pt x="3211" y="1906"/>
                  </a:lnTo>
                  <a:lnTo>
                    <a:pt x="3214" y="1890"/>
                  </a:lnTo>
                  <a:lnTo>
                    <a:pt x="3214" y="350"/>
                  </a:lnTo>
                  <a:lnTo>
                    <a:pt x="3212" y="336"/>
                  </a:lnTo>
                  <a:lnTo>
                    <a:pt x="3206" y="324"/>
                  </a:lnTo>
                  <a:lnTo>
                    <a:pt x="3196" y="314"/>
                  </a:lnTo>
                  <a:lnTo>
                    <a:pt x="3185" y="308"/>
                  </a:lnTo>
                  <a:lnTo>
                    <a:pt x="3170" y="305"/>
                  </a:lnTo>
                  <a:lnTo>
                    <a:pt x="585" y="305"/>
                  </a:lnTo>
                  <a:close/>
                  <a:moveTo>
                    <a:pt x="585" y="0"/>
                  </a:moveTo>
                  <a:lnTo>
                    <a:pt x="3170" y="0"/>
                  </a:lnTo>
                  <a:lnTo>
                    <a:pt x="3218" y="3"/>
                  </a:lnTo>
                  <a:lnTo>
                    <a:pt x="3263" y="13"/>
                  </a:lnTo>
                  <a:lnTo>
                    <a:pt x="3306" y="27"/>
                  </a:lnTo>
                  <a:lnTo>
                    <a:pt x="3346" y="48"/>
                  </a:lnTo>
                  <a:lnTo>
                    <a:pt x="3384" y="73"/>
                  </a:lnTo>
                  <a:lnTo>
                    <a:pt x="3418" y="103"/>
                  </a:lnTo>
                  <a:lnTo>
                    <a:pt x="3448" y="136"/>
                  </a:lnTo>
                  <a:lnTo>
                    <a:pt x="3473" y="173"/>
                  </a:lnTo>
                  <a:lnTo>
                    <a:pt x="3493" y="214"/>
                  </a:lnTo>
                  <a:lnTo>
                    <a:pt x="3508" y="256"/>
                  </a:lnTo>
                  <a:lnTo>
                    <a:pt x="3517" y="302"/>
                  </a:lnTo>
                  <a:lnTo>
                    <a:pt x="3520" y="350"/>
                  </a:lnTo>
                  <a:lnTo>
                    <a:pt x="3520" y="1890"/>
                  </a:lnTo>
                  <a:lnTo>
                    <a:pt x="3518" y="1931"/>
                  </a:lnTo>
                  <a:lnTo>
                    <a:pt x="3510" y="1970"/>
                  </a:lnTo>
                  <a:lnTo>
                    <a:pt x="3500" y="2009"/>
                  </a:lnTo>
                  <a:lnTo>
                    <a:pt x="3509" y="2028"/>
                  </a:lnTo>
                  <a:lnTo>
                    <a:pt x="3516" y="2049"/>
                  </a:lnTo>
                  <a:lnTo>
                    <a:pt x="3749" y="2983"/>
                  </a:lnTo>
                  <a:lnTo>
                    <a:pt x="3754" y="3006"/>
                  </a:lnTo>
                  <a:lnTo>
                    <a:pt x="3756" y="3029"/>
                  </a:lnTo>
                  <a:lnTo>
                    <a:pt x="3753" y="3060"/>
                  </a:lnTo>
                  <a:lnTo>
                    <a:pt x="3743" y="3090"/>
                  </a:lnTo>
                  <a:lnTo>
                    <a:pt x="3729" y="3116"/>
                  </a:lnTo>
                  <a:lnTo>
                    <a:pt x="3710" y="3140"/>
                  </a:lnTo>
                  <a:lnTo>
                    <a:pt x="3687" y="3158"/>
                  </a:lnTo>
                  <a:lnTo>
                    <a:pt x="3660" y="3173"/>
                  </a:lnTo>
                  <a:lnTo>
                    <a:pt x="3631" y="3182"/>
                  </a:lnTo>
                  <a:lnTo>
                    <a:pt x="3599" y="3186"/>
                  </a:lnTo>
                  <a:lnTo>
                    <a:pt x="157" y="3186"/>
                  </a:lnTo>
                  <a:lnTo>
                    <a:pt x="129" y="3183"/>
                  </a:lnTo>
                  <a:lnTo>
                    <a:pt x="101" y="3175"/>
                  </a:lnTo>
                  <a:lnTo>
                    <a:pt x="75" y="3163"/>
                  </a:lnTo>
                  <a:lnTo>
                    <a:pt x="52" y="3146"/>
                  </a:lnTo>
                  <a:lnTo>
                    <a:pt x="33" y="3125"/>
                  </a:lnTo>
                  <a:lnTo>
                    <a:pt x="18" y="3101"/>
                  </a:lnTo>
                  <a:lnTo>
                    <a:pt x="7" y="3075"/>
                  </a:lnTo>
                  <a:lnTo>
                    <a:pt x="1" y="3047"/>
                  </a:lnTo>
                  <a:lnTo>
                    <a:pt x="0" y="3019"/>
                  </a:lnTo>
                  <a:lnTo>
                    <a:pt x="5" y="2991"/>
                  </a:lnTo>
                  <a:lnTo>
                    <a:pt x="240" y="2049"/>
                  </a:lnTo>
                  <a:lnTo>
                    <a:pt x="247" y="2028"/>
                  </a:lnTo>
                  <a:lnTo>
                    <a:pt x="256" y="2009"/>
                  </a:lnTo>
                  <a:lnTo>
                    <a:pt x="245" y="1970"/>
                  </a:lnTo>
                  <a:lnTo>
                    <a:pt x="238" y="1931"/>
                  </a:lnTo>
                  <a:lnTo>
                    <a:pt x="236" y="1890"/>
                  </a:lnTo>
                  <a:lnTo>
                    <a:pt x="236" y="350"/>
                  </a:lnTo>
                  <a:lnTo>
                    <a:pt x="239" y="302"/>
                  </a:lnTo>
                  <a:lnTo>
                    <a:pt x="248" y="256"/>
                  </a:lnTo>
                  <a:lnTo>
                    <a:pt x="263" y="214"/>
                  </a:lnTo>
                  <a:lnTo>
                    <a:pt x="283" y="173"/>
                  </a:lnTo>
                  <a:lnTo>
                    <a:pt x="308" y="136"/>
                  </a:lnTo>
                  <a:lnTo>
                    <a:pt x="338" y="103"/>
                  </a:lnTo>
                  <a:lnTo>
                    <a:pt x="372" y="73"/>
                  </a:lnTo>
                  <a:lnTo>
                    <a:pt x="409" y="48"/>
                  </a:lnTo>
                  <a:lnTo>
                    <a:pt x="450" y="27"/>
                  </a:lnTo>
                  <a:lnTo>
                    <a:pt x="493" y="13"/>
                  </a:lnTo>
                  <a:lnTo>
                    <a:pt x="538" y="3"/>
                  </a:lnTo>
                  <a:lnTo>
                    <a:pt x="585" y="0"/>
                  </a:lnTo>
                  <a:close/>
                </a:path>
              </a:pathLst>
            </a:custGeom>
            <a:grpFill/>
            <a:ln w="0">
              <a:noFill/>
              <a:prstDash val="solid"/>
              <a:round/>
            </a:ln>
          </p:spPr>
          <p:txBody>
            <a:bodyPr vert="horz" wrap="square" lIns="91440" tIns="45720" rIns="91440" bIns="45720" numCol="1" anchor="t" anchorCtr="0" compatLnSpc="1"/>
            <a:lstStyle/>
            <a:p>
              <a:pPr>
                <a:lnSpc>
                  <a:spcPct val="130000"/>
                </a:lnSpc>
              </a:pPr>
              <a:endParaRPr lang="ko-KR" altLang="en-US">
                <a:solidFill>
                  <a:prstClr val="black"/>
                </a:solidFill>
              </a:endParaRPr>
            </a:p>
          </p:txBody>
        </p:sp>
        <p:sp>
          <p:nvSpPr>
            <p:cNvPr id="28" name="Freeform 17"/>
            <p:cNvSpPr/>
            <p:nvPr/>
          </p:nvSpPr>
          <p:spPr bwMode="auto">
            <a:xfrm>
              <a:off x="3928" y="4071"/>
              <a:ext cx="108" cy="109"/>
            </a:xfrm>
            <a:custGeom>
              <a:avLst/>
              <a:gdLst>
                <a:gd name="T0" fmla="*/ 49 w 654"/>
                <a:gd name="T1" fmla="*/ 0 h 654"/>
                <a:gd name="T2" fmla="*/ 63 w 654"/>
                <a:gd name="T3" fmla="*/ 2 h 654"/>
                <a:gd name="T4" fmla="*/ 515 w 654"/>
                <a:gd name="T5" fmla="*/ 174 h 654"/>
                <a:gd name="T6" fmla="*/ 527 w 654"/>
                <a:gd name="T7" fmla="*/ 181 h 654"/>
                <a:gd name="T8" fmla="*/ 536 w 654"/>
                <a:gd name="T9" fmla="*/ 192 h 654"/>
                <a:gd name="T10" fmla="*/ 542 w 654"/>
                <a:gd name="T11" fmla="*/ 205 h 654"/>
                <a:gd name="T12" fmla="*/ 544 w 654"/>
                <a:gd name="T13" fmla="*/ 220 h 654"/>
                <a:gd name="T14" fmla="*/ 541 w 654"/>
                <a:gd name="T15" fmla="*/ 234 h 654"/>
                <a:gd name="T16" fmla="*/ 534 w 654"/>
                <a:gd name="T17" fmla="*/ 247 h 654"/>
                <a:gd name="T18" fmla="*/ 524 w 654"/>
                <a:gd name="T19" fmla="*/ 256 h 654"/>
                <a:gd name="T20" fmla="*/ 510 w 654"/>
                <a:gd name="T21" fmla="*/ 262 h 654"/>
                <a:gd name="T22" fmla="*/ 412 w 654"/>
                <a:gd name="T23" fmla="*/ 289 h 654"/>
                <a:gd name="T24" fmla="*/ 641 w 654"/>
                <a:gd name="T25" fmla="*/ 518 h 654"/>
                <a:gd name="T26" fmla="*/ 649 w 654"/>
                <a:gd name="T27" fmla="*/ 529 h 654"/>
                <a:gd name="T28" fmla="*/ 654 w 654"/>
                <a:gd name="T29" fmla="*/ 543 h 654"/>
                <a:gd name="T30" fmla="*/ 654 w 654"/>
                <a:gd name="T31" fmla="*/ 558 h 654"/>
                <a:gd name="T32" fmla="*/ 649 w 654"/>
                <a:gd name="T33" fmla="*/ 572 h 654"/>
                <a:gd name="T34" fmla="*/ 641 w 654"/>
                <a:gd name="T35" fmla="*/ 583 h 654"/>
                <a:gd name="T36" fmla="*/ 583 w 654"/>
                <a:gd name="T37" fmla="*/ 641 h 654"/>
                <a:gd name="T38" fmla="*/ 571 w 654"/>
                <a:gd name="T39" fmla="*/ 649 h 654"/>
                <a:gd name="T40" fmla="*/ 557 w 654"/>
                <a:gd name="T41" fmla="*/ 654 h 654"/>
                <a:gd name="T42" fmla="*/ 543 w 654"/>
                <a:gd name="T43" fmla="*/ 654 h 654"/>
                <a:gd name="T44" fmla="*/ 530 w 654"/>
                <a:gd name="T45" fmla="*/ 649 h 654"/>
                <a:gd name="T46" fmla="*/ 517 w 654"/>
                <a:gd name="T47" fmla="*/ 641 h 654"/>
                <a:gd name="T48" fmla="*/ 289 w 654"/>
                <a:gd name="T49" fmla="*/ 412 h 654"/>
                <a:gd name="T50" fmla="*/ 262 w 654"/>
                <a:gd name="T51" fmla="*/ 510 h 654"/>
                <a:gd name="T52" fmla="*/ 256 w 654"/>
                <a:gd name="T53" fmla="*/ 524 h 654"/>
                <a:gd name="T54" fmla="*/ 246 w 654"/>
                <a:gd name="T55" fmla="*/ 534 h 654"/>
                <a:gd name="T56" fmla="*/ 234 w 654"/>
                <a:gd name="T57" fmla="*/ 541 h 654"/>
                <a:gd name="T58" fmla="*/ 220 w 654"/>
                <a:gd name="T59" fmla="*/ 544 h 654"/>
                <a:gd name="T60" fmla="*/ 205 w 654"/>
                <a:gd name="T61" fmla="*/ 543 h 654"/>
                <a:gd name="T62" fmla="*/ 192 w 654"/>
                <a:gd name="T63" fmla="*/ 536 h 654"/>
                <a:gd name="T64" fmla="*/ 181 w 654"/>
                <a:gd name="T65" fmla="*/ 527 h 654"/>
                <a:gd name="T66" fmla="*/ 174 w 654"/>
                <a:gd name="T67" fmla="*/ 515 h 654"/>
                <a:gd name="T68" fmla="*/ 3 w 654"/>
                <a:gd name="T69" fmla="*/ 62 h 654"/>
                <a:gd name="T70" fmla="*/ 0 w 654"/>
                <a:gd name="T71" fmla="*/ 50 h 654"/>
                <a:gd name="T72" fmla="*/ 0 w 654"/>
                <a:gd name="T73" fmla="*/ 36 h 654"/>
                <a:gd name="T74" fmla="*/ 5 w 654"/>
                <a:gd name="T75" fmla="*/ 24 h 654"/>
                <a:gd name="T76" fmla="*/ 14 w 654"/>
                <a:gd name="T77" fmla="*/ 13 h 654"/>
                <a:gd name="T78" fmla="*/ 24 w 654"/>
                <a:gd name="T79" fmla="*/ 5 h 654"/>
                <a:gd name="T80" fmla="*/ 37 w 654"/>
                <a:gd name="T81" fmla="*/ 1 h 654"/>
                <a:gd name="T82" fmla="*/ 49 w 654"/>
                <a:gd name="T83" fmla="*/ 0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4" h="654">
                  <a:moveTo>
                    <a:pt x="49" y="0"/>
                  </a:moveTo>
                  <a:lnTo>
                    <a:pt x="63" y="2"/>
                  </a:lnTo>
                  <a:lnTo>
                    <a:pt x="515" y="174"/>
                  </a:lnTo>
                  <a:lnTo>
                    <a:pt x="527" y="181"/>
                  </a:lnTo>
                  <a:lnTo>
                    <a:pt x="536" y="192"/>
                  </a:lnTo>
                  <a:lnTo>
                    <a:pt x="542" y="205"/>
                  </a:lnTo>
                  <a:lnTo>
                    <a:pt x="544" y="220"/>
                  </a:lnTo>
                  <a:lnTo>
                    <a:pt x="541" y="234"/>
                  </a:lnTo>
                  <a:lnTo>
                    <a:pt x="534" y="247"/>
                  </a:lnTo>
                  <a:lnTo>
                    <a:pt x="524" y="256"/>
                  </a:lnTo>
                  <a:lnTo>
                    <a:pt x="510" y="262"/>
                  </a:lnTo>
                  <a:lnTo>
                    <a:pt x="412" y="289"/>
                  </a:lnTo>
                  <a:lnTo>
                    <a:pt x="641" y="518"/>
                  </a:lnTo>
                  <a:lnTo>
                    <a:pt x="649" y="529"/>
                  </a:lnTo>
                  <a:lnTo>
                    <a:pt x="654" y="543"/>
                  </a:lnTo>
                  <a:lnTo>
                    <a:pt x="654" y="558"/>
                  </a:lnTo>
                  <a:lnTo>
                    <a:pt x="649" y="572"/>
                  </a:lnTo>
                  <a:lnTo>
                    <a:pt x="641" y="583"/>
                  </a:lnTo>
                  <a:lnTo>
                    <a:pt x="583" y="641"/>
                  </a:lnTo>
                  <a:lnTo>
                    <a:pt x="571" y="649"/>
                  </a:lnTo>
                  <a:lnTo>
                    <a:pt x="557" y="654"/>
                  </a:lnTo>
                  <a:lnTo>
                    <a:pt x="543" y="654"/>
                  </a:lnTo>
                  <a:lnTo>
                    <a:pt x="530" y="649"/>
                  </a:lnTo>
                  <a:lnTo>
                    <a:pt x="517" y="641"/>
                  </a:lnTo>
                  <a:lnTo>
                    <a:pt x="289" y="412"/>
                  </a:lnTo>
                  <a:lnTo>
                    <a:pt x="262" y="510"/>
                  </a:lnTo>
                  <a:lnTo>
                    <a:pt x="256" y="524"/>
                  </a:lnTo>
                  <a:lnTo>
                    <a:pt x="246" y="534"/>
                  </a:lnTo>
                  <a:lnTo>
                    <a:pt x="234" y="541"/>
                  </a:lnTo>
                  <a:lnTo>
                    <a:pt x="220" y="544"/>
                  </a:lnTo>
                  <a:lnTo>
                    <a:pt x="205" y="543"/>
                  </a:lnTo>
                  <a:lnTo>
                    <a:pt x="192" y="536"/>
                  </a:lnTo>
                  <a:lnTo>
                    <a:pt x="181" y="527"/>
                  </a:lnTo>
                  <a:lnTo>
                    <a:pt x="174" y="515"/>
                  </a:lnTo>
                  <a:lnTo>
                    <a:pt x="3" y="62"/>
                  </a:lnTo>
                  <a:lnTo>
                    <a:pt x="0" y="50"/>
                  </a:lnTo>
                  <a:lnTo>
                    <a:pt x="0" y="36"/>
                  </a:lnTo>
                  <a:lnTo>
                    <a:pt x="5" y="24"/>
                  </a:lnTo>
                  <a:lnTo>
                    <a:pt x="14" y="13"/>
                  </a:lnTo>
                  <a:lnTo>
                    <a:pt x="24" y="5"/>
                  </a:lnTo>
                  <a:lnTo>
                    <a:pt x="37" y="1"/>
                  </a:lnTo>
                  <a:lnTo>
                    <a:pt x="49" y="0"/>
                  </a:lnTo>
                  <a:close/>
                </a:path>
              </a:pathLst>
            </a:custGeom>
            <a:grpFill/>
            <a:ln w="0">
              <a:noFill/>
              <a:prstDash val="solid"/>
              <a:round/>
            </a:ln>
          </p:spPr>
          <p:txBody>
            <a:bodyPr vert="horz" wrap="square" lIns="91440" tIns="45720" rIns="91440" bIns="45720" numCol="1" anchor="t" anchorCtr="0" compatLnSpc="1"/>
            <a:lstStyle/>
            <a:p>
              <a:pPr>
                <a:lnSpc>
                  <a:spcPct val="130000"/>
                </a:lnSpc>
              </a:pPr>
              <a:endParaRPr lang="ko-KR" altLang="en-US">
                <a:solidFill>
                  <a:prstClr val="black"/>
                </a:solidFill>
              </a:endParaRPr>
            </a:p>
          </p:txBody>
        </p:sp>
      </p:grpSp>
      <p:sp>
        <p:nvSpPr>
          <p:cNvPr id="29" name="Freeform 11"/>
          <p:cNvSpPr>
            <a:spLocks noEditPoints="1"/>
          </p:cNvSpPr>
          <p:nvPr/>
        </p:nvSpPr>
        <p:spPr bwMode="auto">
          <a:xfrm>
            <a:off x="4884334" y="5385320"/>
            <a:ext cx="155094" cy="190412"/>
          </a:xfrm>
          <a:custGeom>
            <a:avLst/>
            <a:gdLst>
              <a:gd name="T0" fmla="*/ 1930 w 2831"/>
              <a:gd name="T1" fmla="*/ 2787 h 3472"/>
              <a:gd name="T2" fmla="*/ 1791 w 2831"/>
              <a:gd name="T3" fmla="*/ 2855 h 3472"/>
              <a:gd name="T4" fmla="*/ 2114 w 2831"/>
              <a:gd name="T5" fmla="*/ 3172 h 3472"/>
              <a:gd name="T6" fmla="*/ 2628 w 2831"/>
              <a:gd name="T7" fmla="*/ 2656 h 3472"/>
              <a:gd name="T8" fmla="*/ 2538 w 2831"/>
              <a:gd name="T9" fmla="*/ 2529 h 3472"/>
              <a:gd name="T10" fmla="*/ 1440 w 2831"/>
              <a:gd name="T11" fmla="*/ 2529 h 3472"/>
              <a:gd name="T12" fmla="*/ 914 w 2831"/>
              <a:gd name="T13" fmla="*/ 2569 h 3472"/>
              <a:gd name="T14" fmla="*/ 928 w 2831"/>
              <a:gd name="T15" fmla="*/ 2433 h 3472"/>
              <a:gd name="T16" fmla="*/ 807 w 2831"/>
              <a:gd name="T17" fmla="*/ 2382 h 3472"/>
              <a:gd name="T18" fmla="*/ 439 w 2831"/>
              <a:gd name="T19" fmla="*/ 2514 h 3472"/>
              <a:gd name="T20" fmla="*/ 470 w 2831"/>
              <a:gd name="T21" fmla="*/ 2433 h 3472"/>
              <a:gd name="T22" fmla="*/ 2186 w 2831"/>
              <a:gd name="T23" fmla="*/ 2182 h 3472"/>
              <a:gd name="T24" fmla="*/ 2642 w 2831"/>
              <a:gd name="T25" fmla="*/ 2371 h 3472"/>
              <a:gd name="T26" fmla="*/ 2831 w 2831"/>
              <a:gd name="T27" fmla="*/ 2827 h 3472"/>
              <a:gd name="T28" fmla="*/ 2642 w 2831"/>
              <a:gd name="T29" fmla="*/ 3283 h 3472"/>
              <a:gd name="T30" fmla="*/ 2186 w 2831"/>
              <a:gd name="T31" fmla="*/ 3472 h 3472"/>
              <a:gd name="T32" fmla="*/ 1729 w 2831"/>
              <a:gd name="T33" fmla="*/ 3283 h 3472"/>
              <a:gd name="T34" fmla="*/ 1540 w 2831"/>
              <a:gd name="T35" fmla="*/ 2827 h 3472"/>
              <a:gd name="T36" fmla="*/ 1729 w 2831"/>
              <a:gd name="T37" fmla="*/ 2371 h 3472"/>
              <a:gd name="T38" fmla="*/ 2186 w 2831"/>
              <a:gd name="T39" fmla="*/ 2182 h 3472"/>
              <a:gd name="T40" fmla="*/ 1540 w 2831"/>
              <a:gd name="T41" fmla="*/ 2083 h 3472"/>
              <a:gd name="T42" fmla="*/ 914 w 2831"/>
              <a:gd name="T43" fmla="*/ 2123 h 3472"/>
              <a:gd name="T44" fmla="*/ 928 w 2831"/>
              <a:gd name="T45" fmla="*/ 1986 h 3472"/>
              <a:gd name="T46" fmla="*/ 807 w 2831"/>
              <a:gd name="T47" fmla="*/ 1957 h 3472"/>
              <a:gd name="T48" fmla="*/ 439 w 2831"/>
              <a:gd name="T49" fmla="*/ 2088 h 3472"/>
              <a:gd name="T50" fmla="*/ 470 w 2831"/>
              <a:gd name="T51" fmla="*/ 2007 h 3472"/>
              <a:gd name="T52" fmla="*/ 944 w 2831"/>
              <a:gd name="T53" fmla="*/ 1588 h 3472"/>
              <a:gd name="T54" fmla="*/ 1786 w 2831"/>
              <a:gd name="T55" fmla="*/ 1702 h 3472"/>
              <a:gd name="T56" fmla="*/ 904 w 2831"/>
              <a:gd name="T57" fmla="*/ 1716 h 3472"/>
              <a:gd name="T58" fmla="*/ 944 w 2831"/>
              <a:gd name="T59" fmla="*/ 1588 h 3472"/>
              <a:gd name="T60" fmla="*/ 800 w 2831"/>
              <a:gd name="T61" fmla="*/ 1548 h 3472"/>
              <a:gd name="T62" fmla="*/ 430 w 2831"/>
              <a:gd name="T63" fmla="*/ 1656 h 3472"/>
              <a:gd name="T64" fmla="*/ 484 w 2831"/>
              <a:gd name="T65" fmla="*/ 1589 h 3472"/>
              <a:gd name="T66" fmla="*/ 1738 w 2831"/>
              <a:gd name="T67" fmla="*/ 1140 h 3472"/>
              <a:gd name="T68" fmla="*/ 1778 w 2831"/>
              <a:gd name="T69" fmla="*/ 1269 h 3472"/>
              <a:gd name="T70" fmla="*/ 896 w 2831"/>
              <a:gd name="T71" fmla="*/ 1255 h 3472"/>
              <a:gd name="T72" fmla="*/ 769 w 2831"/>
              <a:gd name="T73" fmla="*/ 1030 h 3472"/>
              <a:gd name="T74" fmla="*/ 616 w 2831"/>
              <a:gd name="T75" fmla="*/ 1312 h 3472"/>
              <a:gd name="T76" fmla="*/ 423 w 2831"/>
              <a:gd name="T77" fmla="*/ 1202 h 3472"/>
              <a:gd name="T78" fmla="*/ 496 w 2831"/>
              <a:gd name="T79" fmla="*/ 1154 h 3472"/>
              <a:gd name="T80" fmla="*/ 548 w 2831"/>
              <a:gd name="T81" fmla="*/ 372 h 3472"/>
              <a:gd name="T82" fmla="*/ 681 w 2831"/>
              <a:gd name="T83" fmla="*/ 618 h 3472"/>
              <a:gd name="T84" fmla="*/ 1588 w 2831"/>
              <a:gd name="T85" fmla="*/ 597 h 3472"/>
              <a:gd name="T86" fmla="*/ 1683 w 2831"/>
              <a:gd name="T87" fmla="*/ 347 h 3472"/>
              <a:gd name="T88" fmla="*/ 2201 w 2831"/>
              <a:gd name="T89" fmla="*/ 438 h 3472"/>
              <a:gd name="T90" fmla="*/ 2118 w 2831"/>
              <a:gd name="T91" fmla="*/ 2037 h 3472"/>
              <a:gd name="T92" fmla="*/ 1412 w 2831"/>
              <a:gd name="T93" fmla="*/ 3005 h 3472"/>
              <a:gd name="T94" fmla="*/ 47 w 2831"/>
              <a:gd name="T95" fmla="*/ 3054 h 3472"/>
              <a:gd name="T96" fmla="*/ 21 w 2831"/>
              <a:gd name="T97" fmla="*/ 455 h 3472"/>
              <a:gd name="T98" fmla="*/ 1118 w 2831"/>
              <a:gd name="T99" fmla="*/ 99 h 3472"/>
              <a:gd name="T100" fmla="*/ 1053 w 2831"/>
              <a:gd name="T101" fmla="*/ 211 h 3472"/>
              <a:gd name="T102" fmla="*/ 1182 w 2831"/>
              <a:gd name="T103" fmla="*/ 211 h 3472"/>
              <a:gd name="T104" fmla="*/ 1118 w 2831"/>
              <a:gd name="T105" fmla="*/ 99 h 3472"/>
              <a:gd name="T106" fmla="*/ 1268 w 2831"/>
              <a:gd name="T107" fmla="*/ 85 h 3472"/>
              <a:gd name="T108" fmla="*/ 1328 w 2831"/>
              <a:gd name="T109" fmla="*/ 238 h 3472"/>
              <a:gd name="T110" fmla="*/ 1564 w 2831"/>
              <a:gd name="T111" fmla="*/ 312 h 3472"/>
              <a:gd name="T112" fmla="*/ 1547 w 2831"/>
              <a:gd name="T113" fmla="*/ 503 h 3472"/>
              <a:gd name="T114" fmla="*/ 711 w 2831"/>
              <a:gd name="T115" fmla="*/ 521 h 3472"/>
              <a:gd name="T116" fmla="*/ 657 w 2831"/>
              <a:gd name="T117" fmla="*/ 338 h 3472"/>
              <a:gd name="T118" fmla="*/ 889 w 2831"/>
              <a:gd name="T119" fmla="*/ 245 h 3472"/>
              <a:gd name="T120" fmla="*/ 954 w 2831"/>
              <a:gd name="T121" fmla="*/ 112 h 3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31" h="3471">
                <a:moveTo>
                  <a:pt x="2538" y="2529"/>
                </a:moveTo>
                <a:lnTo>
                  <a:pt x="2517" y="2531"/>
                </a:lnTo>
                <a:lnTo>
                  <a:pt x="2496" y="2537"/>
                </a:lnTo>
                <a:lnTo>
                  <a:pt x="2476" y="2547"/>
                </a:lnTo>
                <a:lnTo>
                  <a:pt x="2459" y="2563"/>
                </a:lnTo>
                <a:lnTo>
                  <a:pt x="2124" y="2939"/>
                </a:lnTo>
                <a:lnTo>
                  <a:pt x="1950" y="2800"/>
                </a:lnTo>
                <a:lnTo>
                  <a:pt x="1930" y="2787"/>
                </a:lnTo>
                <a:lnTo>
                  <a:pt x="1909" y="2780"/>
                </a:lnTo>
                <a:lnTo>
                  <a:pt x="1888" y="2778"/>
                </a:lnTo>
                <a:lnTo>
                  <a:pt x="1866" y="2780"/>
                </a:lnTo>
                <a:lnTo>
                  <a:pt x="1845" y="2787"/>
                </a:lnTo>
                <a:lnTo>
                  <a:pt x="1826" y="2799"/>
                </a:lnTo>
                <a:lnTo>
                  <a:pt x="1810" y="2814"/>
                </a:lnTo>
                <a:lnTo>
                  <a:pt x="1797" y="2834"/>
                </a:lnTo>
                <a:lnTo>
                  <a:pt x="1791" y="2855"/>
                </a:lnTo>
                <a:lnTo>
                  <a:pt x="1788" y="2876"/>
                </a:lnTo>
                <a:lnTo>
                  <a:pt x="1791" y="2899"/>
                </a:lnTo>
                <a:lnTo>
                  <a:pt x="1797" y="2920"/>
                </a:lnTo>
                <a:lnTo>
                  <a:pt x="1809" y="2938"/>
                </a:lnTo>
                <a:lnTo>
                  <a:pt x="1826" y="2954"/>
                </a:lnTo>
                <a:lnTo>
                  <a:pt x="2073" y="3152"/>
                </a:lnTo>
                <a:lnTo>
                  <a:pt x="2093" y="3165"/>
                </a:lnTo>
                <a:lnTo>
                  <a:pt x="2114" y="3172"/>
                </a:lnTo>
                <a:lnTo>
                  <a:pt x="2135" y="3174"/>
                </a:lnTo>
                <a:lnTo>
                  <a:pt x="2156" y="3172"/>
                </a:lnTo>
                <a:lnTo>
                  <a:pt x="2175" y="3166"/>
                </a:lnTo>
                <a:lnTo>
                  <a:pt x="2194" y="3155"/>
                </a:lnTo>
                <a:lnTo>
                  <a:pt x="2210" y="3142"/>
                </a:lnTo>
                <a:lnTo>
                  <a:pt x="2607" y="2694"/>
                </a:lnTo>
                <a:lnTo>
                  <a:pt x="2620" y="2676"/>
                </a:lnTo>
                <a:lnTo>
                  <a:pt x="2628" y="2656"/>
                </a:lnTo>
                <a:lnTo>
                  <a:pt x="2633" y="2633"/>
                </a:lnTo>
                <a:lnTo>
                  <a:pt x="2631" y="2612"/>
                </a:lnTo>
                <a:lnTo>
                  <a:pt x="2625" y="2591"/>
                </a:lnTo>
                <a:lnTo>
                  <a:pt x="2615" y="2571"/>
                </a:lnTo>
                <a:lnTo>
                  <a:pt x="2599" y="2555"/>
                </a:lnTo>
                <a:lnTo>
                  <a:pt x="2580" y="2542"/>
                </a:lnTo>
                <a:lnTo>
                  <a:pt x="2560" y="2534"/>
                </a:lnTo>
                <a:lnTo>
                  <a:pt x="2538" y="2529"/>
                </a:lnTo>
                <a:close/>
                <a:moveTo>
                  <a:pt x="944" y="2430"/>
                </a:moveTo>
                <a:lnTo>
                  <a:pt x="1391" y="2430"/>
                </a:lnTo>
                <a:lnTo>
                  <a:pt x="1406" y="2433"/>
                </a:lnTo>
                <a:lnTo>
                  <a:pt x="1420" y="2440"/>
                </a:lnTo>
                <a:lnTo>
                  <a:pt x="1431" y="2450"/>
                </a:lnTo>
                <a:lnTo>
                  <a:pt x="1438" y="2464"/>
                </a:lnTo>
                <a:lnTo>
                  <a:pt x="1440" y="2480"/>
                </a:lnTo>
                <a:lnTo>
                  <a:pt x="1440" y="2529"/>
                </a:lnTo>
                <a:lnTo>
                  <a:pt x="1438" y="2545"/>
                </a:lnTo>
                <a:lnTo>
                  <a:pt x="1431" y="2559"/>
                </a:lnTo>
                <a:lnTo>
                  <a:pt x="1420" y="2569"/>
                </a:lnTo>
                <a:lnTo>
                  <a:pt x="1406" y="2577"/>
                </a:lnTo>
                <a:lnTo>
                  <a:pt x="1391" y="2579"/>
                </a:lnTo>
                <a:lnTo>
                  <a:pt x="944" y="2579"/>
                </a:lnTo>
                <a:lnTo>
                  <a:pt x="928" y="2577"/>
                </a:lnTo>
                <a:lnTo>
                  <a:pt x="914" y="2569"/>
                </a:lnTo>
                <a:lnTo>
                  <a:pt x="904" y="2559"/>
                </a:lnTo>
                <a:lnTo>
                  <a:pt x="896" y="2545"/>
                </a:lnTo>
                <a:lnTo>
                  <a:pt x="894" y="2529"/>
                </a:lnTo>
                <a:lnTo>
                  <a:pt x="894" y="2480"/>
                </a:lnTo>
                <a:lnTo>
                  <a:pt x="896" y="2464"/>
                </a:lnTo>
                <a:lnTo>
                  <a:pt x="904" y="2450"/>
                </a:lnTo>
                <a:lnTo>
                  <a:pt x="914" y="2440"/>
                </a:lnTo>
                <a:lnTo>
                  <a:pt x="928" y="2433"/>
                </a:lnTo>
                <a:lnTo>
                  <a:pt x="944" y="2430"/>
                </a:lnTo>
                <a:close/>
                <a:moveTo>
                  <a:pt x="769" y="2319"/>
                </a:moveTo>
                <a:lnTo>
                  <a:pt x="783" y="2322"/>
                </a:lnTo>
                <a:lnTo>
                  <a:pt x="795" y="2330"/>
                </a:lnTo>
                <a:lnTo>
                  <a:pt x="805" y="2341"/>
                </a:lnTo>
                <a:lnTo>
                  <a:pt x="810" y="2355"/>
                </a:lnTo>
                <a:lnTo>
                  <a:pt x="810" y="2368"/>
                </a:lnTo>
                <a:lnTo>
                  <a:pt x="807" y="2382"/>
                </a:lnTo>
                <a:lnTo>
                  <a:pt x="800" y="2395"/>
                </a:lnTo>
                <a:lnTo>
                  <a:pt x="616" y="2600"/>
                </a:lnTo>
                <a:lnTo>
                  <a:pt x="606" y="2608"/>
                </a:lnTo>
                <a:lnTo>
                  <a:pt x="594" y="2613"/>
                </a:lnTo>
                <a:lnTo>
                  <a:pt x="581" y="2616"/>
                </a:lnTo>
                <a:lnTo>
                  <a:pt x="567" y="2612"/>
                </a:lnTo>
                <a:lnTo>
                  <a:pt x="553" y="2605"/>
                </a:lnTo>
                <a:lnTo>
                  <a:pt x="439" y="2514"/>
                </a:lnTo>
                <a:lnTo>
                  <a:pt x="430" y="2503"/>
                </a:lnTo>
                <a:lnTo>
                  <a:pt x="423" y="2490"/>
                </a:lnTo>
                <a:lnTo>
                  <a:pt x="422" y="2477"/>
                </a:lnTo>
                <a:lnTo>
                  <a:pt x="425" y="2463"/>
                </a:lnTo>
                <a:lnTo>
                  <a:pt x="432" y="2449"/>
                </a:lnTo>
                <a:lnTo>
                  <a:pt x="442" y="2440"/>
                </a:lnTo>
                <a:lnTo>
                  <a:pt x="456" y="2435"/>
                </a:lnTo>
                <a:lnTo>
                  <a:pt x="470" y="2433"/>
                </a:lnTo>
                <a:lnTo>
                  <a:pt x="484" y="2436"/>
                </a:lnTo>
                <a:lnTo>
                  <a:pt x="496" y="2443"/>
                </a:lnTo>
                <a:lnTo>
                  <a:pt x="576" y="2507"/>
                </a:lnTo>
                <a:lnTo>
                  <a:pt x="731" y="2334"/>
                </a:lnTo>
                <a:lnTo>
                  <a:pt x="742" y="2324"/>
                </a:lnTo>
                <a:lnTo>
                  <a:pt x="755" y="2320"/>
                </a:lnTo>
                <a:lnTo>
                  <a:pt x="769" y="2319"/>
                </a:lnTo>
                <a:close/>
                <a:moveTo>
                  <a:pt x="2186" y="2182"/>
                </a:moveTo>
                <a:lnTo>
                  <a:pt x="2251" y="2185"/>
                </a:lnTo>
                <a:lnTo>
                  <a:pt x="2316" y="2196"/>
                </a:lnTo>
                <a:lnTo>
                  <a:pt x="2378" y="2212"/>
                </a:lnTo>
                <a:lnTo>
                  <a:pt x="2437" y="2233"/>
                </a:lnTo>
                <a:lnTo>
                  <a:pt x="2494" y="2260"/>
                </a:lnTo>
                <a:lnTo>
                  <a:pt x="2546" y="2293"/>
                </a:lnTo>
                <a:lnTo>
                  <a:pt x="2596" y="2329"/>
                </a:lnTo>
                <a:lnTo>
                  <a:pt x="2642" y="2371"/>
                </a:lnTo>
                <a:lnTo>
                  <a:pt x="2683" y="2417"/>
                </a:lnTo>
                <a:lnTo>
                  <a:pt x="2721" y="2466"/>
                </a:lnTo>
                <a:lnTo>
                  <a:pt x="2753" y="2520"/>
                </a:lnTo>
                <a:lnTo>
                  <a:pt x="2780" y="2577"/>
                </a:lnTo>
                <a:lnTo>
                  <a:pt x="2802" y="2636"/>
                </a:lnTo>
                <a:lnTo>
                  <a:pt x="2818" y="2698"/>
                </a:lnTo>
                <a:lnTo>
                  <a:pt x="2828" y="2761"/>
                </a:lnTo>
                <a:lnTo>
                  <a:pt x="2831" y="2827"/>
                </a:lnTo>
                <a:lnTo>
                  <a:pt x="2828" y="2893"/>
                </a:lnTo>
                <a:lnTo>
                  <a:pt x="2818" y="2958"/>
                </a:lnTo>
                <a:lnTo>
                  <a:pt x="2802" y="3019"/>
                </a:lnTo>
                <a:lnTo>
                  <a:pt x="2780" y="3079"/>
                </a:lnTo>
                <a:lnTo>
                  <a:pt x="2753" y="3134"/>
                </a:lnTo>
                <a:lnTo>
                  <a:pt x="2721" y="3188"/>
                </a:lnTo>
                <a:lnTo>
                  <a:pt x="2683" y="3237"/>
                </a:lnTo>
                <a:lnTo>
                  <a:pt x="2642" y="3283"/>
                </a:lnTo>
                <a:lnTo>
                  <a:pt x="2596" y="3325"/>
                </a:lnTo>
                <a:lnTo>
                  <a:pt x="2546" y="3362"/>
                </a:lnTo>
                <a:lnTo>
                  <a:pt x="2494" y="3394"/>
                </a:lnTo>
                <a:lnTo>
                  <a:pt x="2437" y="3421"/>
                </a:lnTo>
                <a:lnTo>
                  <a:pt x="2378" y="3443"/>
                </a:lnTo>
                <a:lnTo>
                  <a:pt x="2316" y="3459"/>
                </a:lnTo>
                <a:lnTo>
                  <a:pt x="2251" y="3469"/>
                </a:lnTo>
                <a:lnTo>
                  <a:pt x="2186" y="3472"/>
                </a:lnTo>
                <a:lnTo>
                  <a:pt x="2120" y="3469"/>
                </a:lnTo>
                <a:lnTo>
                  <a:pt x="2055" y="3459"/>
                </a:lnTo>
                <a:lnTo>
                  <a:pt x="1993" y="3443"/>
                </a:lnTo>
                <a:lnTo>
                  <a:pt x="1934" y="3421"/>
                </a:lnTo>
                <a:lnTo>
                  <a:pt x="1877" y="3394"/>
                </a:lnTo>
                <a:lnTo>
                  <a:pt x="1825" y="3362"/>
                </a:lnTo>
                <a:lnTo>
                  <a:pt x="1775" y="3325"/>
                </a:lnTo>
                <a:lnTo>
                  <a:pt x="1729" y="3283"/>
                </a:lnTo>
                <a:lnTo>
                  <a:pt x="1688" y="3237"/>
                </a:lnTo>
                <a:lnTo>
                  <a:pt x="1650" y="3188"/>
                </a:lnTo>
                <a:lnTo>
                  <a:pt x="1618" y="3134"/>
                </a:lnTo>
                <a:lnTo>
                  <a:pt x="1591" y="3079"/>
                </a:lnTo>
                <a:lnTo>
                  <a:pt x="1569" y="3019"/>
                </a:lnTo>
                <a:lnTo>
                  <a:pt x="1553" y="2958"/>
                </a:lnTo>
                <a:lnTo>
                  <a:pt x="1543" y="2893"/>
                </a:lnTo>
                <a:lnTo>
                  <a:pt x="1540" y="2827"/>
                </a:lnTo>
                <a:lnTo>
                  <a:pt x="1543" y="2761"/>
                </a:lnTo>
                <a:lnTo>
                  <a:pt x="1553" y="2698"/>
                </a:lnTo>
                <a:lnTo>
                  <a:pt x="1569" y="2636"/>
                </a:lnTo>
                <a:lnTo>
                  <a:pt x="1591" y="2577"/>
                </a:lnTo>
                <a:lnTo>
                  <a:pt x="1618" y="2520"/>
                </a:lnTo>
                <a:lnTo>
                  <a:pt x="1650" y="2466"/>
                </a:lnTo>
                <a:lnTo>
                  <a:pt x="1688" y="2417"/>
                </a:lnTo>
                <a:lnTo>
                  <a:pt x="1729" y="2371"/>
                </a:lnTo>
                <a:lnTo>
                  <a:pt x="1775" y="2329"/>
                </a:lnTo>
                <a:lnTo>
                  <a:pt x="1825" y="2293"/>
                </a:lnTo>
                <a:lnTo>
                  <a:pt x="1877" y="2260"/>
                </a:lnTo>
                <a:lnTo>
                  <a:pt x="1934" y="2233"/>
                </a:lnTo>
                <a:lnTo>
                  <a:pt x="1993" y="2212"/>
                </a:lnTo>
                <a:lnTo>
                  <a:pt x="2055" y="2196"/>
                </a:lnTo>
                <a:lnTo>
                  <a:pt x="2120" y="2185"/>
                </a:lnTo>
                <a:lnTo>
                  <a:pt x="2186" y="2182"/>
                </a:lnTo>
                <a:close/>
                <a:moveTo>
                  <a:pt x="944" y="1984"/>
                </a:moveTo>
                <a:lnTo>
                  <a:pt x="1491" y="1984"/>
                </a:lnTo>
                <a:lnTo>
                  <a:pt x="1505" y="1986"/>
                </a:lnTo>
                <a:lnTo>
                  <a:pt x="1519" y="1994"/>
                </a:lnTo>
                <a:lnTo>
                  <a:pt x="1531" y="2004"/>
                </a:lnTo>
                <a:lnTo>
                  <a:pt x="1537" y="2018"/>
                </a:lnTo>
                <a:lnTo>
                  <a:pt x="1540" y="2034"/>
                </a:lnTo>
                <a:lnTo>
                  <a:pt x="1540" y="2083"/>
                </a:lnTo>
                <a:lnTo>
                  <a:pt x="1537" y="2099"/>
                </a:lnTo>
                <a:lnTo>
                  <a:pt x="1531" y="2113"/>
                </a:lnTo>
                <a:lnTo>
                  <a:pt x="1519" y="2123"/>
                </a:lnTo>
                <a:lnTo>
                  <a:pt x="1505" y="2131"/>
                </a:lnTo>
                <a:lnTo>
                  <a:pt x="1491" y="2133"/>
                </a:lnTo>
                <a:lnTo>
                  <a:pt x="944" y="2133"/>
                </a:lnTo>
                <a:lnTo>
                  <a:pt x="928" y="2131"/>
                </a:lnTo>
                <a:lnTo>
                  <a:pt x="914" y="2123"/>
                </a:lnTo>
                <a:lnTo>
                  <a:pt x="904" y="2113"/>
                </a:lnTo>
                <a:lnTo>
                  <a:pt x="896" y="2099"/>
                </a:lnTo>
                <a:lnTo>
                  <a:pt x="894" y="2083"/>
                </a:lnTo>
                <a:lnTo>
                  <a:pt x="894" y="2034"/>
                </a:lnTo>
                <a:lnTo>
                  <a:pt x="896" y="2018"/>
                </a:lnTo>
                <a:lnTo>
                  <a:pt x="904" y="2004"/>
                </a:lnTo>
                <a:lnTo>
                  <a:pt x="914" y="1994"/>
                </a:lnTo>
                <a:lnTo>
                  <a:pt x="928" y="1986"/>
                </a:lnTo>
                <a:lnTo>
                  <a:pt x="944" y="1984"/>
                </a:lnTo>
                <a:close/>
                <a:moveTo>
                  <a:pt x="769" y="1894"/>
                </a:moveTo>
                <a:lnTo>
                  <a:pt x="783" y="1897"/>
                </a:lnTo>
                <a:lnTo>
                  <a:pt x="795" y="1905"/>
                </a:lnTo>
                <a:lnTo>
                  <a:pt x="805" y="1916"/>
                </a:lnTo>
                <a:lnTo>
                  <a:pt x="810" y="1930"/>
                </a:lnTo>
                <a:lnTo>
                  <a:pt x="810" y="1943"/>
                </a:lnTo>
                <a:lnTo>
                  <a:pt x="807" y="1957"/>
                </a:lnTo>
                <a:lnTo>
                  <a:pt x="800" y="1970"/>
                </a:lnTo>
                <a:lnTo>
                  <a:pt x="616" y="2175"/>
                </a:lnTo>
                <a:lnTo>
                  <a:pt x="606" y="2183"/>
                </a:lnTo>
                <a:lnTo>
                  <a:pt x="594" y="2188"/>
                </a:lnTo>
                <a:lnTo>
                  <a:pt x="581" y="2191"/>
                </a:lnTo>
                <a:lnTo>
                  <a:pt x="567" y="2187"/>
                </a:lnTo>
                <a:lnTo>
                  <a:pt x="553" y="2180"/>
                </a:lnTo>
                <a:lnTo>
                  <a:pt x="439" y="2088"/>
                </a:lnTo>
                <a:lnTo>
                  <a:pt x="430" y="2078"/>
                </a:lnTo>
                <a:lnTo>
                  <a:pt x="423" y="2065"/>
                </a:lnTo>
                <a:lnTo>
                  <a:pt x="422" y="2052"/>
                </a:lnTo>
                <a:lnTo>
                  <a:pt x="425" y="2038"/>
                </a:lnTo>
                <a:lnTo>
                  <a:pt x="432" y="2024"/>
                </a:lnTo>
                <a:lnTo>
                  <a:pt x="442" y="2015"/>
                </a:lnTo>
                <a:lnTo>
                  <a:pt x="456" y="2010"/>
                </a:lnTo>
                <a:lnTo>
                  <a:pt x="470" y="2007"/>
                </a:lnTo>
                <a:lnTo>
                  <a:pt x="484" y="2011"/>
                </a:lnTo>
                <a:lnTo>
                  <a:pt x="496" y="2018"/>
                </a:lnTo>
                <a:lnTo>
                  <a:pt x="576" y="2082"/>
                </a:lnTo>
                <a:lnTo>
                  <a:pt x="731" y="1909"/>
                </a:lnTo>
                <a:lnTo>
                  <a:pt x="742" y="1899"/>
                </a:lnTo>
                <a:lnTo>
                  <a:pt x="755" y="1895"/>
                </a:lnTo>
                <a:lnTo>
                  <a:pt x="769" y="1894"/>
                </a:lnTo>
                <a:close/>
                <a:moveTo>
                  <a:pt x="944" y="1588"/>
                </a:moveTo>
                <a:lnTo>
                  <a:pt x="1738" y="1588"/>
                </a:lnTo>
                <a:lnTo>
                  <a:pt x="1754" y="1590"/>
                </a:lnTo>
                <a:lnTo>
                  <a:pt x="1768" y="1597"/>
                </a:lnTo>
                <a:lnTo>
                  <a:pt x="1778" y="1608"/>
                </a:lnTo>
                <a:lnTo>
                  <a:pt x="1786" y="1621"/>
                </a:lnTo>
                <a:lnTo>
                  <a:pt x="1788" y="1637"/>
                </a:lnTo>
                <a:lnTo>
                  <a:pt x="1788" y="1687"/>
                </a:lnTo>
                <a:lnTo>
                  <a:pt x="1786" y="1702"/>
                </a:lnTo>
                <a:lnTo>
                  <a:pt x="1778" y="1716"/>
                </a:lnTo>
                <a:lnTo>
                  <a:pt x="1768" y="1727"/>
                </a:lnTo>
                <a:lnTo>
                  <a:pt x="1754" y="1734"/>
                </a:lnTo>
                <a:lnTo>
                  <a:pt x="1738" y="1736"/>
                </a:lnTo>
                <a:lnTo>
                  <a:pt x="944" y="1736"/>
                </a:lnTo>
                <a:lnTo>
                  <a:pt x="928" y="1734"/>
                </a:lnTo>
                <a:lnTo>
                  <a:pt x="914" y="1727"/>
                </a:lnTo>
                <a:lnTo>
                  <a:pt x="904" y="1716"/>
                </a:lnTo>
                <a:lnTo>
                  <a:pt x="896" y="1702"/>
                </a:lnTo>
                <a:lnTo>
                  <a:pt x="894" y="1687"/>
                </a:lnTo>
                <a:lnTo>
                  <a:pt x="894" y="1637"/>
                </a:lnTo>
                <a:lnTo>
                  <a:pt x="896" y="1621"/>
                </a:lnTo>
                <a:lnTo>
                  <a:pt x="904" y="1608"/>
                </a:lnTo>
                <a:lnTo>
                  <a:pt x="914" y="1597"/>
                </a:lnTo>
                <a:lnTo>
                  <a:pt x="928" y="1590"/>
                </a:lnTo>
                <a:lnTo>
                  <a:pt x="944" y="1588"/>
                </a:lnTo>
                <a:close/>
                <a:moveTo>
                  <a:pt x="769" y="1472"/>
                </a:moveTo>
                <a:lnTo>
                  <a:pt x="783" y="1475"/>
                </a:lnTo>
                <a:lnTo>
                  <a:pt x="795" y="1483"/>
                </a:lnTo>
                <a:lnTo>
                  <a:pt x="805" y="1494"/>
                </a:lnTo>
                <a:lnTo>
                  <a:pt x="810" y="1508"/>
                </a:lnTo>
                <a:lnTo>
                  <a:pt x="810" y="1521"/>
                </a:lnTo>
                <a:lnTo>
                  <a:pt x="807" y="1535"/>
                </a:lnTo>
                <a:lnTo>
                  <a:pt x="800" y="1548"/>
                </a:lnTo>
                <a:lnTo>
                  <a:pt x="616" y="1753"/>
                </a:lnTo>
                <a:lnTo>
                  <a:pt x="606" y="1761"/>
                </a:lnTo>
                <a:lnTo>
                  <a:pt x="594" y="1767"/>
                </a:lnTo>
                <a:lnTo>
                  <a:pt x="581" y="1769"/>
                </a:lnTo>
                <a:lnTo>
                  <a:pt x="567" y="1765"/>
                </a:lnTo>
                <a:lnTo>
                  <a:pt x="553" y="1758"/>
                </a:lnTo>
                <a:lnTo>
                  <a:pt x="439" y="1667"/>
                </a:lnTo>
                <a:lnTo>
                  <a:pt x="430" y="1656"/>
                </a:lnTo>
                <a:lnTo>
                  <a:pt x="423" y="1643"/>
                </a:lnTo>
                <a:lnTo>
                  <a:pt x="422" y="1630"/>
                </a:lnTo>
                <a:lnTo>
                  <a:pt x="425" y="1615"/>
                </a:lnTo>
                <a:lnTo>
                  <a:pt x="432" y="1602"/>
                </a:lnTo>
                <a:lnTo>
                  <a:pt x="442" y="1593"/>
                </a:lnTo>
                <a:lnTo>
                  <a:pt x="456" y="1588"/>
                </a:lnTo>
                <a:lnTo>
                  <a:pt x="470" y="1586"/>
                </a:lnTo>
                <a:lnTo>
                  <a:pt x="484" y="1589"/>
                </a:lnTo>
                <a:lnTo>
                  <a:pt x="496" y="1596"/>
                </a:lnTo>
                <a:lnTo>
                  <a:pt x="576" y="1660"/>
                </a:lnTo>
                <a:lnTo>
                  <a:pt x="731" y="1487"/>
                </a:lnTo>
                <a:lnTo>
                  <a:pt x="742" y="1477"/>
                </a:lnTo>
                <a:lnTo>
                  <a:pt x="755" y="1473"/>
                </a:lnTo>
                <a:lnTo>
                  <a:pt x="769" y="1472"/>
                </a:lnTo>
                <a:close/>
                <a:moveTo>
                  <a:pt x="944" y="1140"/>
                </a:moveTo>
                <a:lnTo>
                  <a:pt x="1738" y="1140"/>
                </a:lnTo>
                <a:lnTo>
                  <a:pt x="1754" y="1144"/>
                </a:lnTo>
                <a:lnTo>
                  <a:pt x="1768" y="1150"/>
                </a:lnTo>
                <a:lnTo>
                  <a:pt x="1778" y="1162"/>
                </a:lnTo>
                <a:lnTo>
                  <a:pt x="1786" y="1175"/>
                </a:lnTo>
                <a:lnTo>
                  <a:pt x="1788" y="1190"/>
                </a:lnTo>
                <a:lnTo>
                  <a:pt x="1788" y="1240"/>
                </a:lnTo>
                <a:lnTo>
                  <a:pt x="1786" y="1255"/>
                </a:lnTo>
                <a:lnTo>
                  <a:pt x="1778" y="1269"/>
                </a:lnTo>
                <a:lnTo>
                  <a:pt x="1768" y="1280"/>
                </a:lnTo>
                <a:lnTo>
                  <a:pt x="1754" y="1287"/>
                </a:lnTo>
                <a:lnTo>
                  <a:pt x="1738" y="1290"/>
                </a:lnTo>
                <a:lnTo>
                  <a:pt x="944" y="1290"/>
                </a:lnTo>
                <a:lnTo>
                  <a:pt x="928" y="1287"/>
                </a:lnTo>
                <a:lnTo>
                  <a:pt x="914" y="1280"/>
                </a:lnTo>
                <a:lnTo>
                  <a:pt x="904" y="1269"/>
                </a:lnTo>
                <a:lnTo>
                  <a:pt x="896" y="1255"/>
                </a:lnTo>
                <a:lnTo>
                  <a:pt x="894" y="1240"/>
                </a:lnTo>
                <a:lnTo>
                  <a:pt x="894" y="1190"/>
                </a:lnTo>
                <a:lnTo>
                  <a:pt x="896" y="1175"/>
                </a:lnTo>
                <a:lnTo>
                  <a:pt x="904" y="1162"/>
                </a:lnTo>
                <a:lnTo>
                  <a:pt x="914" y="1150"/>
                </a:lnTo>
                <a:lnTo>
                  <a:pt x="928" y="1144"/>
                </a:lnTo>
                <a:lnTo>
                  <a:pt x="944" y="1140"/>
                </a:lnTo>
                <a:close/>
                <a:moveTo>
                  <a:pt x="769" y="1030"/>
                </a:moveTo>
                <a:lnTo>
                  <a:pt x="783" y="1034"/>
                </a:lnTo>
                <a:lnTo>
                  <a:pt x="795" y="1042"/>
                </a:lnTo>
                <a:lnTo>
                  <a:pt x="805" y="1053"/>
                </a:lnTo>
                <a:lnTo>
                  <a:pt x="810" y="1066"/>
                </a:lnTo>
                <a:lnTo>
                  <a:pt x="810" y="1081"/>
                </a:lnTo>
                <a:lnTo>
                  <a:pt x="807" y="1094"/>
                </a:lnTo>
                <a:lnTo>
                  <a:pt x="800" y="1106"/>
                </a:lnTo>
                <a:lnTo>
                  <a:pt x="616" y="1312"/>
                </a:lnTo>
                <a:lnTo>
                  <a:pt x="606" y="1320"/>
                </a:lnTo>
                <a:lnTo>
                  <a:pt x="594" y="1326"/>
                </a:lnTo>
                <a:lnTo>
                  <a:pt x="581" y="1327"/>
                </a:lnTo>
                <a:lnTo>
                  <a:pt x="567" y="1325"/>
                </a:lnTo>
                <a:lnTo>
                  <a:pt x="553" y="1317"/>
                </a:lnTo>
                <a:lnTo>
                  <a:pt x="439" y="1226"/>
                </a:lnTo>
                <a:lnTo>
                  <a:pt x="430" y="1215"/>
                </a:lnTo>
                <a:lnTo>
                  <a:pt x="423" y="1202"/>
                </a:lnTo>
                <a:lnTo>
                  <a:pt x="422" y="1188"/>
                </a:lnTo>
                <a:lnTo>
                  <a:pt x="425" y="1174"/>
                </a:lnTo>
                <a:lnTo>
                  <a:pt x="432" y="1162"/>
                </a:lnTo>
                <a:lnTo>
                  <a:pt x="442" y="1152"/>
                </a:lnTo>
                <a:lnTo>
                  <a:pt x="456" y="1146"/>
                </a:lnTo>
                <a:lnTo>
                  <a:pt x="470" y="1145"/>
                </a:lnTo>
                <a:lnTo>
                  <a:pt x="484" y="1147"/>
                </a:lnTo>
                <a:lnTo>
                  <a:pt x="496" y="1154"/>
                </a:lnTo>
                <a:lnTo>
                  <a:pt x="576" y="1218"/>
                </a:lnTo>
                <a:lnTo>
                  <a:pt x="731" y="1046"/>
                </a:lnTo>
                <a:lnTo>
                  <a:pt x="742" y="1036"/>
                </a:lnTo>
                <a:lnTo>
                  <a:pt x="755" y="1031"/>
                </a:lnTo>
                <a:lnTo>
                  <a:pt x="769" y="1030"/>
                </a:lnTo>
                <a:close/>
                <a:moveTo>
                  <a:pt x="150" y="347"/>
                </a:moveTo>
                <a:lnTo>
                  <a:pt x="552" y="347"/>
                </a:lnTo>
                <a:lnTo>
                  <a:pt x="548" y="372"/>
                </a:lnTo>
                <a:lnTo>
                  <a:pt x="547" y="399"/>
                </a:lnTo>
                <a:lnTo>
                  <a:pt x="550" y="439"/>
                </a:lnTo>
                <a:lnTo>
                  <a:pt x="559" y="477"/>
                </a:lnTo>
                <a:lnTo>
                  <a:pt x="574" y="511"/>
                </a:lnTo>
                <a:lnTo>
                  <a:pt x="594" y="544"/>
                </a:lnTo>
                <a:lnTo>
                  <a:pt x="618" y="572"/>
                </a:lnTo>
                <a:lnTo>
                  <a:pt x="648" y="598"/>
                </a:lnTo>
                <a:lnTo>
                  <a:pt x="681" y="618"/>
                </a:lnTo>
                <a:lnTo>
                  <a:pt x="715" y="632"/>
                </a:lnTo>
                <a:lnTo>
                  <a:pt x="753" y="642"/>
                </a:lnTo>
                <a:lnTo>
                  <a:pt x="793" y="645"/>
                </a:lnTo>
                <a:lnTo>
                  <a:pt x="1442" y="645"/>
                </a:lnTo>
                <a:lnTo>
                  <a:pt x="1482" y="642"/>
                </a:lnTo>
                <a:lnTo>
                  <a:pt x="1520" y="632"/>
                </a:lnTo>
                <a:lnTo>
                  <a:pt x="1555" y="618"/>
                </a:lnTo>
                <a:lnTo>
                  <a:pt x="1588" y="597"/>
                </a:lnTo>
                <a:lnTo>
                  <a:pt x="1616" y="572"/>
                </a:lnTo>
                <a:lnTo>
                  <a:pt x="1641" y="543"/>
                </a:lnTo>
                <a:lnTo>
                  <a:pt x="1661" y="510"/>
                </a:lnTo>
                <a:lnTo>
                  <a:pt x="1676" y="475"/>
                </a:lnTo>
                <a:lnTo>
                  <a:pt x="1686" y="436"/>
                </a:lnTo>
                <a:lnTo>
                  <a:pt x="1689" y="396"/>
                </a:lnTo>
                <a:lnTo>
                  <a:pt x="1688" y="371"/>
                </a:lnTo>
                <a:lnTo>
                  <a:pt x="1683" y="347"/>
                </a:lnTo>
                <a:lnTo>
                  <a:pt x="1987" y="347"/>
                </a:lnTo>
                <a:lnTo>
                  <a:pt x="2029" y="349"/>
                </a:lnTo>
                <a:lnTo>
                  <a:pt x="2067" y="356"/>
                </a:lnTo>
                <a:lnTo>
                  <a:pt x="2101" y="366"/>
                </a:lnTo>
                <a:lnTo>
                  <a:pt x="2132" y="379"/>
                </a:lnTo>
                <a:lnTo>
                  <a:pt x="2159" y="396"/>
                </a:lnTo>
                <a:lnTo>
                  <a:pt x="2182" y="416"/>
                </a:lnTo>
                <a:lnTo>
                  <a:pt x="2201" y="438"/>
                </a:lnTo>
                <a:lnTo>
                  <a:pt x="2215" y="462"/>
                </a:lnTo>
                <a:lnTo>
                  <a:pt x="2226" y="488"/>
                </a:lnTo>
                <a:lnTo>
                  <a:pt x="2233" y="517"/>
                </a:lnTo>
                <a:lnTo>
                  <a:pt x="2235" y="546"/>
                </a:lnTo>
                <a:lnTo>
                  <a:pt x="2235" y="2036"/>
                </a:lnTo>
                <a:lnTo>
                  <a:pt x="2210" y="2035"/>
                </a:lnTo>
                <a:lnTo>
                  <a:pt x="2186" y="2034"/>
                </a:lnTo>
                <a:lnTo>
                  <a:pt x="2118" y="2037"/>
                </a:lnTo>
                <a:lnTo>
                  <a:pt x="2051" y="2045"/>
                </a:lnTo>
                <a:lnTo>
                  <a:pt x="1987" y="2060"/>
                </a:lnTo>
                <a:lnTo>
                  <a:pt x="1987" y="893"/>
                </a:lnTo>
                <a:lnTo>
                  <a:pt x="249" y="893"/>
                </a:lnTo>
                <a:lnTo>
                  <a:pt x="249" y="2876"/>
                </a:lnTo>
                <a:lnTo>
                  <a:pt x="1394" y="2876"/>
                </a:lnTo>
                <a:lnTo>
                  <a:pt x="1400" y="2942"/>
                </a:lnTo>
                <a:lnTo>
                  <a:pt x="1412" y="3005"/>
                </a:lnTo>
                <a:lnTo>
                  <a:pt x="1429" y="3066"/>
                </a:lnTo>
                <a:lnTo>
                  <a:pt x="1450" y="3125"/>
                </a:lnTo>
                <a:lnTo>
                  <a:pt x="199" y="3125"/>
                </a:lnTo>
                <a:lnTo>
                  <a:pt x="163" y="3122"/>
                </a:lnTo>
                <a:lnTo>
                  <a:pt x="130" y="3112"/>
                </a:lnTo>
                <a:lnTo>
                  <a:pt x="99" y="3097"/>
                </a:lnTo>
                <a:lnTo>
                  <a:pt x="71" y="3079"/>
                </a:lnTo>
                <a:lnTo>
                  <a:pt x="47" y="3054"/>
                </a:lnTo>
                <a:lnTo>
                  <a:pt x="27" y="3027"/>
                </a:lnTo>
                <a:lnTo>
                  <a:pt x="13" y="2995"/>
                </a:lnTo>
                <a:lnTo>
                  <a:pt x="3" y="2962"/>
                </a:lnTo>
                <a:lnTo>
                  <a:pt x="0" y="2926"/>
                </a:lnTo>
                <a:lnTo>
                  <a:pt x="0" y="546"/>
                </a:lnTo>
                <a:lnTo>
                  <a:pt x="3" y="513"/>
                </a:lnTo>
                <a:lnTo>
                  <a:pt x="9" y="483"/>
                </a:lnTo>
                <a:lnTo>
                  <a:pt x="21" y="455"/>
                </a:lnTo>
                <a:lnTo>
                  <a:pt x="36" y="428"/>
                </a:lnTo>
                <a:lnTo>
                  <a:pt x="53" y="405"/>
                </a:lnTo>
                <a:lnTo>
                  <a:pt x="71" y="385"/>
                </a:lnTo>
                <a:lnTo>
                  <a:pt x="91" y="369"/>
                </a:lnTo>
                <a:lnTo>
                  <a:pt x="111" y="358"/>
                </a:lnTo>
                <a:lnTo>
                  <a:pt x="131" y="349"/>
                </a:lnTo>
                <a:lnTo>
                  <a:pt x="150" y="347"/>
                </a:lnTo>
                <a:close/>
                <a:moveTo>
                  <a:pt x="1118" y="99"/>
                </a:moveTo>
                <a:lnTo>
                  <a:pt x="1098" y="102"/>
                </a:lnTo>
                <a:lnTo>
                  <a:pt x="1080" y="109"/>
                </a:lnTo>
                <a:lnTo>
                  <a:pt x="1065" y="121"/>
                </a:lnTo>
                <a:lnTo>
                  <a:pt x="1053" y="136"/>
                </a:lnTo>
                <a:lnTo>
                  <a:pt x="1046" y="154"/>
                </a:lnTo>
                <a:lnTo>
                  <a:pt x="1043" y="174"/>
                </a:lnTo>
                <a:lnTo>
                  <a:pt x="1046" y="194"/>
                </a:lnTo>
                <a:lnTo>
                  <a:pt x="1053" y="211"/>
                </a:lnTo>
                <a:lnTo>
                  <a:pt x="1065" y="226"/>
                </a:lnTo>
                <a:lnTo>
                  <a:pt x="1080" y="238"/>
                </a:lnTo>
                <a:lnTo>
                  <a:pt x="1098" y="245"/>
                </a:lnTo>
                <a:lnTo>
                  <a:pt x="1118" y="248"/>
                </a:lnTo>
                <a:lnTo>
                  <a:pt x="1138" y="245"/>
                </a:lnTo>
                <a:lnTo>
                  <a:pt x="1156" y="238"/>
                </a:lnTo>
                <a:lnTo>
                  <a:pt x="1170" y="226"/>
                </a:lnTo>
                <a:lnTo>
                  <a:pt x="1182" y="211"/>
                </a:lnTo>
                <a:lnTo>
                  <a:pt x="1189" y="194"/>
                </a:lnTo>
                <a:lnTo>
                  <a:pt x="1193" y="174"/>
                </a:lnTo>
                <a:lnTo>
                  <a:pt x="1189" y="154"/>
                </a:lnTo>
                <a:lnTo>
                  <a:pt x="1182" y="136"/>
                </a:lnTo>
                <a:lnTo>
                  <a:pt x="1170" y="121"/>
                </a:lnTo>
                <a:lnTo>
                  <a:pt x="1156" y="109"/>
                </a:lnTo>
                <a:lnTo>
                  <a:pt x="1138" y="102"/>
                </a:lnTo>
                <a:lnTo>
                  <a:pt x="1118" y="99"/>
                </a:lnTo>
                <a:close/>
                <a:moveTo>
                  <a:pt x="1116" y="0"/>
                </a:moveTo>
                <a:lnTo>
                  <a:pt x="1120" y="0"/>
                </a:lnTo>
                <a:lnTo>
                  <a:pt x="1150" y="3"/>
                </a:lnTo>
                <a:lnTo>
                  <a:pt x="1180" y="11"/>
                </a:lnTo>
                <a:lnTo>
                  <a:pt x="1206" y="23"/>
                </a:lnTo>
                <a:lnTo>
                  <a:pt x="1230" y="40"/>
                </a:lnTo>
                <a:lnTo>
                  <a:pt x="1252" y="61"/>
                </a:lnTo>
                <a:lnTo>
                  <a:pt x="1268" y="85"/>
                </a:lnTo>
                <a:lnTo>
                  <a:pt x="1281" y="112"/>
                </a:lnTo>
                <a:lnTo>
                  <a:pt x="1288" y="141"/>
                </a:lnTo>
                <a:lnTo>
                  <a:pt x="1292" y="171"/>
                </a:lnTo>
                <a:lnTo>
                  <a:pt x="1292" y="174"/>
                </a:lnTo>
                <a:lnTo>
                  <a:pt x="1294" y="194"/>
                </a:lnTo>
                <a:lnTo>
                  <a:pt x="1302" y="211"/>
                </a:lnTo>
                <a:lnTo>
                  <a:pt x="1314" y="226"/>
                </a:lnTo>
                <a:lnTo>
                  <a:pt x="1328" y="238"/>
                </a:lnTo>
                <a:lnTo>
                  <a:pt x="1345" y="245"/>
                </a:lnTo>
                <a:lnTo>
                  <a:pt x="1365" y="248"/>
                </a:lnTo>
                <a:lnTo>
                  <a:pt x="1442" y="248"/>
                </a:lnTo>
                <a:lnTo>
                  <a:pt x="1472" y="251"/>
                </a:lnTo>
                <a:lnTo>
                  <a:pt x="1499" y="260"/>
                </a:lnTo>
                <a:lnTo>
                  <a:pt x="1524" y="274"/>
                </a:lnTo>
                <a:lnTo>
                  <a:pt x="1547" y="291"/>
                </a:lnTo>
                <a:lnTo>
                  <a:pt x="1564" y="312"/>
                </a:lnTo>
                <a:lnTo>
                  <a:pt x="1578" y="338"/>
                </a:lnTo>
                <a:lnTo>
                  <a:pt x="1587" y="366"/>
                </a:lnTo>
                <a:lnTo>
                  <a:pt x="1590" y="396"/>
                </a:lnTo>
                <a:lnTo>
                  <a:pt x="1590" y="399"/>
                </a:lnTo>
                <a:lnTo>
                  <a:pt x="1587" y="428"/>
                </a:lnTo>
                <a:lnTo>
                  <a:pt x="1578" y="456"/>
                </a:lnTo>
                <a:lnTo>
                  <a:pt x="1564" y="481"/>
                </a:lnTo>
                <a:lnTo>
                  <a:pt x="1547" y="503"/>
                </a:lnTo>
                <a:lnTo>
                  <a:pt x="1524" y="521"/>
                </a:lnTo>
                <a:lnTo>
                  <a:pt x="1499" y="534"/>
                </a:lnTo>
                <a:lnTo>
                  <a:pt x="1472" y="543"/>
                </a:lnTo>
                <a:lnTo>
                  <a:pt x="1442" y="546"/>
                </a:lnTo>
                <a:lnTo>
                  <a:pt x="793" y="546"/>
                </a:lnTo>
                <a:lnTo>
                  <a:pt x="764" y="543"/>
                </a:lnTo>
                <a:lnTo>
                  <a:pt x="736" y="534"/>
                </a:lnTo>
                <a:lnTo>
                  <a:pt x="711" y="521"/>
                </a:lnTo>
                <a:lnTo>
                  <a:pt x="689" y="503"/>
                </a:lnTo>
                <a:lnTo>
                  <a:pt x="671" y="481"/>
                </a:lnTo>
                <a:lnTo>
                  <a:pt x="657" y="456"/>
                </a:lnTo>
                <a:lnTo>
                  <a:pt x="649" y="428"/>
                </a:lnTo>
                <a:lnTo>
                  <a:pt x="646" y="399"/>
                </a:lnTo>
                <a:lnTo>
                  <a:pt x="646" y="396"/>
                </a:lnTo>
                <a:lnTo>
                  <a:pt x="649" y="366"/>
                </a:lnTo>
                <a:lnTo>
                  <a:pt x="657" y="338"/>
                </a:lnTo>
                <a:lnTo>
                  <a:pt x="671" y="312"/>
                </a:lnTo>
                <a:lnTo>
                  <a:pt x="689" y="291"/>
                </a:lnTo>
                <a:lnTo>
                  <a:pt x="711" y="274"/>
                </a:lnTo>
                <a:lnTo>
                  <a:pt x="736" y="260"/>
                </a:lnTo>
                <a:lnTo>
                  <a:pt x="764" y="251"/>
                </a:lnTo>
                <a:lnTo>
                  <a:pt x="793" y="248"/>
                </a:lnTo>
                <a:lnTo>
                  <a:pt x="870" y="248"/>
                </a:lnTo>
                <a:lnTo>
                  <a:pt x="889" y="245"/>
                </a:lnTo>
                <a:lnTo>
                  <a:pt x="907" y="238"/>
                </a:lnTo>
                <a:lnTo>
                  <a:pt x="922" y="226"/>
                </a:lnTo>
                <a:lnTo>
                  <a:pt x="933" y="211"/>
                </a:lnTo>
                <a:lnTo>
                  <a:pt x="941" y="194"/>
                </a:lnTo>
                <a:lnTo>
                  <a:pt x="944" y="174"/>
                </a:lnTo>
                <a:lnTo>
                  <a:pt x="944" y="171"/>
                </a:lnTo>
                <a:lnTo>
                  <a:pt x="947" y="141"/>
                </a:lnTo>
                <a:lnTo>
                  <a:pt x="954" y="112"/>
                </a:lnTo>
                <a:lnTo>
                  <a:pt x="967" y="85"/>
                </a:lnTo>
                <a:lnTo>
                  <a:pt x="984" y="61"/>
                </a:lnTo>
                <a:lnTo>
                  <a:pt x="1005" y="40"/>
                </a:lnTo>
                <a:lnTo>
                  <a:pt x="1029" y="23"/>
                </a:lnTo>
                <a:lnTo>
                  <a:pt x="1056" y="11"/>
                </a:lnTo>
                <a:lnTo>
                  <a:pt x="1085" y="3"/>
                </a:lnTo>
                <a:lnTo>
                  <a:pt x="1116" y="0"/>
                </a:lnTo>
                <a:close/>
              </a:path>
            </a:pathLst>
          </a:custGeom>
          <a:solidFill>
            <a:schemeClr val="bg1"/>
          </a:solidFill>
          <a:ln w="0">
            <a:noFill/>
            <a:prstDash val="solid"/>
            <a:round/>
          </a:ln>
        </p:spPr>
        <p:txBody>
          <a:bodyPr vert="horz" wrap="square" lIns="91440" tIns="45720" rIns="91440" bIns="45720" numCol="1" anchor="t" anchorCtr="0" compatLnSpc="1"/>
          <a:lstStyle/>
          <a:p>
            <a:pPr>
              <a:lnSpc>
                <a:spcPct val="130000"/>
              </a:lnSpc>
            </a:pPr>
            <a:endParaRPr lang="ko-KR" altLang="en-US">
              <a:solidFill>
                <a:prstClr val="black"/>
              </a:solidFill>
            </a:endParaRPr>
          </a:p>
        </p:txBody>
      </p:sp>
      <p:grpSp>
        <p:nvGrpSpPr>
          <p:cNvPr id="30" name="组合 29"/>
          <p:cNvGrpSpPr/>
          <p:nvPr/>
        </p:nvGrpSpPr>
        <p:grpSpPr>
          <a:xfrm>
            <a:off x="1784189" y="2300563"/>
            <a:ext cx="1862490" cy="1496259"/>
            <a:chOff x="1456764" y="4079063"/>
            <a:chExt cx="1862490" cy="1496259"/>
          </a:xfrm>
        </p:grpSpPr>
        <p:sp>
          <p:nvSpPr>
            <p:cNvPr id="31" name="矩形 30"/>
            <p:cNvSpPr/>
            <p:nvPr/>
          </p:nvSpPr>
          <p:spPr>
            <a:xfrm>
              <a:off x="1456764" y="4542219"/>
              <a:ext cx="1489388" cy="1033103"/>
            </a:xfrm>
            <a:prstGeom prst="rect">
              <a:avLst/>
            </a:prstGeom>
          </p:spPr>
          <p:txBody>
            <a:bodyPr wrap="square">
              <a:spAutoFit/>
            </a:bodyPr>
            <a:lstStyle/>
            <a:p>
              <a:pPr>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CN Bold" panose="020B0800000000000000" pitchFamily="34" charset="-122"/>
                </a:rPr>
                <a:t>单击此处输入您的文本内容，可更改文字的颜色或者大小等属性。</a:t>
              </a:r>
              <a:endParaRPr lang="en-US" altLang="zh-CN" sz="1200" kern="0" dirty="0">
                <a:solidFill>
                  <a:schemeClr val="tx1">
                    <a:lumMod val="50000"/>
                    <a:lumOff val="50000"/>
                  </a:schemeClr>
                </a:solidFill>
                <a:latin typeface="微软雅黑" panose="020B0503020204020204" pitchFamily="34" charset="-122"/>
                <a:ea typeface="微软雅黑" panose="020B0503020204020204" pitchFamily="34" charset="-122"/>
                <a:sym typeface="字魂35号-经典雅黑" panose="02000000000000000000" pitchFamily="2" charset="-122"/>
              </a:endParaRPr>
            </a:p>
          </p:txBody>
        </p:sp>
        <p:sp>
          <p:nvSpPr>
            <p:cNvPr id="32" name="矩形 31"/>
            <p:cNvSpPr/>
            <p:nvPr/>
          </p:nvSpPr>
          <p:spPr>
            <a:xfrm>
              <a:off x="1473614" y="4079063"/>
              <a:ext cx="1845640" cy="459228"/>
            </a:xfrm>
            <a:prstGeom prst="rect">
              <a:avLst/>
            </a:prstGeom>
          </p:spPr>
          <p:txBody>
            <a:bodyPr wrap="square">
              <a:spAutoFit/>
            </a:bodyPr>
            <a:lstStyle/>
            <a:p>
              <a:pPr>
                <a:lnSpc>
                  <a:spcPct val="130000"/>
                </a:lnSpc>
                <a:defRPr/>
              </a:pPr>
              <a:r>
                <a:rPr lang="zh-CN" altLang="en-US" sz="2000" kern="0" dirty="0">
                  <a:latin typeface="思源宋体 CN Heavy" panose="02020900000000000000" pitchFamily="18" charset="-122"/>
                  <a:ea typeface="思源宋体 CN Heavy" panose="02020900000000000000" pitchFamily="18" charset="-122"/>
                  <a:cs typeface="+mn-ea"/>
                  <a:sym typeface="思源黑体 CN Bold" panose="020B0800000000000000" pitchFamily="34" charset="-122"/>
                </a:rPr>
                <a:t>添加标题</a:t>
              </a:r>
              <a:endParaRPr lang="en-US" altLang="zh-CN" sz="2000" kern="0" dirty="0">
                <a:latin typeface="思源宋体 CN Heavy" panose="02020900000000000000" pitchFamily="18" charset="-122"/>
                <a:ea typeface="思源宋体 CN Heavy" panose="02020900000000000000" pitchFamily="18" charset="-122"/>
                <a:sym typeface="字魂35号-经典雅黑" panose="02000000000000000000" pitchFamily="2" charset="-122"/>
              </a:endParaRPr>
            </a:p>
          </p:txBody>
        </p:sp>
      </p:grpSp>
      <p:grpSp>
        <p:nvGrpSpPr>
          <p:cNvPr id="33" name="组合 32"/>
          <p:cNvGrpSpPr/>
          <p:nvPr/>
        </p:nvGrpSpPr>
        <p:grpSpPr>
          <a:xfrm>
            <a:off x="5153803" y="3505411"/>
            <a:ext cx="1862490" cy="1496259"/>
            <a:chOff x="1456764" y="4079063"/>
            <a:chExt cx="1862490" cy="1496259"/>
          </a:xfrm>
        </p:grpSpPr>
        <p:sp>
          <p:nvSpPr>
            <p:cNvPr id="34" name="矩形 33"/>
            <p:cNvSpPr/>
            <p:nvPr/>
          </p:nvSpPr>
          <p:spPr>
            <a:xfrm>
              <a:off x="1456764" y="4542219"/>
              <a:ext cx="1489388" cy="1033103"/>
            </a:xfrm>
            <a:prstGeom prst="rect">
              <a:avLst/>
            </a:prstGeom>
          </p:spPr>
          <p:txBody>
            <a:bodyPr wrap="square">
              <a:spAutoFit/>
            </a:bodyPr>
            <a:lstStyle/>
            <a:p>
              <a:pPr>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CN Bold" panose="020B0800000000000000" pitchFamily="34" charset="-122"/>
                </a:rPr>
                <a:t>单击此处输入您的文本内容，可更改文字的颜色或者大小等属性。</a:t>
              </a:r>
              <a:endParaRPr lang="en-US" altLang="zh-CN" sz="1200" kern="0" dirty="0">
                <a:solidFill>
                  <a:schemeClr val="tx1">
                    <a:lumMod val="50000"/>
                    <a:lumOff val="50000"/>
                  </a:schemeClr>
                </a:solidFill>
                <a:latin typeface="微软雅黑" panose="020B0503020204020204" pitchFamily="34" charset="-122"/>
                <a:ea typeface="微软雅黑" panose="020B0503020204020204" pitchFamily="34" charset="-122"/>
                <a:sym typeface="字魂35号-经典雅黑" panose="02000000000000000000" pitchFamily="2" charset="-122"/>
              </a:endParaRPr>
            </a:p>
          </p:txBody>
        </p:sp>
        <p:sp>
          <p:nvSpPr>
            <p:cNvPr id="35" name="矩形 34"/>
            <p:cNvSpPr/>
            <p:nvPr/>
          </p:nvSpPr>
          <p:spPr>
            <a:xfrm>
              <a:off x="1473614" y="4079063"/>
              <a:ext cx="1845640" cy="459228"/>
            </a:xfrm>
            <a:prstGeom prst="rect">
              <a:avLst/>
            </a:prstGeom>
          </p:spPr>
          <p:txBody>
            <a:bodyPr wrap="square">
              <a:spAutoFit/>
            </a:bodyPr>
            <a:lstStyle/>
            <a:p>
              <a:pPr>
                <a:lnSpc>
                  <a:spcPct val="130000"/>
                </a:lnSpc>
                <a:defRPr/>
              </a:pPr>
              <a:r>
                <a:rPr lang="zh-CN" altLang="en-US" sz="2000" kern="0" dirty="0">
                  <a:latin typeface="思源宋体 CN Heavy" panose="02020900000000000000" pitchFamily="18" charset="-122"/>
                  <a:ea typeface="思源宋体 CN Heavy" panose="02020900000000000000" pitchFamily="18" charset="-122"/>
                  <a:cs typeface="+mn-ea"/>
                  <a:sym typeface="思源黑体 CN Bold" panose="020B0800000000000000" pitchFamily="34" charset="-122"/>
                </a:rPr>
                <a:t>添加标题</a:t>
              </a:r>
              <a:endParaRPr lang="en-US" altLang="zh-CN" sz="2000" kern="0" dirty="0">
                <a:latin typeface="思源宋体 CN Heavy" panose="02020900000000000000" pitchFamily="18" charset="-122"/>
                <a:ea typeface="思源宋体 CN Heavy" panose="02020900000000000000" pitchFamily="18" charset="-122"/>
                <a:sym typeface="字魂35号-经典雅黑" panose="02000000000000000000" pitchFamily="2" charset="-122"/>
              </a:endParaRPr>
            </a:p>
          </p:txBody>
        </p:sp>
      </p:grpSp>
      <p:grpSp>
        <p:nvGrpSpPr>
          <p:cNvPr id="36" name="组合 35"/>
          <p:cNvGrpSpPr/>
          <p:nvPr/>
        </p:nvGrpSpPr>
        <p:grpSpPr>
          <a:xfrm>
            <a:off x="8576841" y="4177681"/>
            <a:ext cx="1862490" cy="1496259"/>
            <a:chOff x="1456764" y="4079063"/>
            <a:chExt cx="1862490" cy="1496259"/>
          </a:xfrm>
        </p:grpSpPr>
        <p:sp>
          <p:nvSpPr>
            <p:cNvPr id="37" name="矩形 36"/>
            <p:cNvSpPr/>
            <p:nvPr/>
          </p:nvSpPr>
          <p:spPr>
            <a:xfrm>
              <a:off x="1456764" y="4542219"/>
              <a:ext cx="1489388" cy="1033103"/>
            </a:xfrm>
            <a:prstGeom prst="rect">
              <a:avLst/>
            </a:prstGeom>
          </p:spPr>
          <p:txBody>
            <a:bodyPr wrap="square">
              <a:spAutoFit/>
            </a:bodyPr>
            <a:lstStyle/>
            <a:p>
              <a:pPr>
                <a:lnSpc>
                  <a:spcPct val="130000"/>
                </a:lnSpc>
                <a:defRPr/>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思源黑体 CN Bold" panose="020B0800000000000000" pitchFamily="34" charset="-122"/>
                </a:rPr>
                <a:t>单击此处输入您的文本内容，可更改文字的颜色或者大小等属性。</a:t>
              </a:r>
              <a:endParaRPr lang="en-US" altLang="zh-CN" sz="1200" kern="0" dirty="0">
                <a:solidFill>
                  <a:schemeClr val="tx1">
                    <a:lumMod val="50000"/>
                    <a:lumOff val="50000"/>
                  </a:schemeClr>
                </a:solidFill>
                <a:latin typeface="微软雅黑" panose="020B0503020204020204" pitchFamily="34" charset="-122"/>
                <a:ea typeface="微软雅黑" panose="020B0503020204020204" pitchFamily="34" charset="-122"/>
                <a:sym typeface="字魂35号-经典雅黑" panose="02000000000000000000" pitchFamily="2" charset="-122"/>
              </a:endParaRPr>
            </a:p>
          </p:txBody>
        </p:sp>
        <p:sp>
          <p:nvSpPr>
            <p:cNvPr id="38" name="矩形 37"/>
            <p:cNvSpPr/>
            <p:nvPr/>
          </p:nvSpPr>
          <p:spPr>
            <a:xfrm>
              <a:off x="1473614" y="4079063"/>
              <a:ext cx="1845640" cy="459228"/>
            </a:xfrm>
            <a:prstGeom prst="rect">
              <a:avLst/>
            </a:prstGeom>
          </p:spPr>
          <p:txBody>
            <a:bodyPr wrap="square">
              <a:spAutoFit/>
            </a:bodyPr>
            <a:lstStyle/>
            <a:p>
              <a:pPr>
                <a:lnSpc>
                  <a:spcPct val="130000"/>
                </a:lnSpc>
                <a:defRPr/>
              </a:pPr>
              <a:r>
                <a:rPr lang="zh-CN" altLang="en-US" sz="2000" kern="0" dirty="0">
                  <a:latin typeface="思源宋体 CN Heavy" panose="02020900000000000000" pitchFamily="18" charset="-122"/>
                  <a:ea typeface="思源宋体 CN Heavy" panose="02020900000000000000" pitchFamily="18" charset="-122"/>
                  <a:cs typeface="+mn-ea"/>
                  <a:sym typeface="思源黑体 CN Bold" panose="020B0800000000000000" pitchFamily="34" charset="-122"/>
                </a:rPr>
                <a:t>添加标题</a:t>
              </a:r>
              <a:endParaRPr lang="en-US" altLang="zh-CN" sz="2000" kern="0" dirty="0">
                <a:latin typeface="思源宋体 CN Heavy" panose="02020900000000000000" pitchFamily="18" charset="-122"/>
                <a:ea typeface="思源宋体 CN Heavy" panose="02020900000000000000" pitchFamily="18" charset="-122"/>
                <a:sym typeface="字魂35号-经典雅黑" panose="02000000000000000000" pitchFamily="2" charset="-122"/>
              </a:endParaRPr>
            </a:p>
          </p:txBody>
        </p:sp>
      </p:grpSp>
      <p:grpSp>
        <p:nvGrpSpPr>
          <p:cNvPr id="41" name="组合 40"/>
          <p:cNvGrpSpPr/>
          <p:nvPr/>
        </p:nvGrpSpPr>
        <p:grpSpPr>
          <a:xfrm>
            <a:off x="4171" y="3587"/>
            <a:ext cx="12210243" cy="6854413"/>
            <a:chOff x="4171" y="3587"/>
            <a:chExt cx="12210243" cy="6854413"/>
          </a:xfrm>
        </p:grpSpPr>
        <p:pic>
          <p:nvPicPr>
            <p:cNvPr id="42" name="图片 41"/>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a:off x="4171" y="3587"/>
              <a:ext cx="2022217" cy="1083786"/>
            </a:xfrm>
            <a:prstGeom prst="rect">
              <a:avLst/>
            </a:prstGeom>
          </p:spPr>
        </p:pic>
        <p:pic>
          <p:nvPicPr>
            <p:cNvPr id="43" name="图片 42"/>
            <p:cNvPicPr>
              <a:picLocks noChangeAspect="1"/>
            </p:cNvPicPr>
            <p:nvPr/>
          </p:nvPicPr>
          <p:blipFill>
            <a:blip r:embed="rId3" cstate="print">
              <a:extLst>
                <a:ext uri="{28A0092B-C50C-407E-A947-70E740481C1C}">
                  <a14:useLocalDpi xmlns:a14="http://schemas.microsoft.com/office/drawing/2010/main" val="0"/>
                </a:ext>
              </a:extLst>
            </a:blip>
            <a:srcRect r="46593" b="59420"/>
            <a:stretch>
              <a:fillRect/>
            </a:stretch>
          </p:blipFill>
          <p:spPr>
            <a:xfrm flipH="1" flipV="1">
              <a:off x="10192197" y="5774214"/>
              <a:ext cx="2022217" cy="1083786"/>
            </a:xfrm>
            <a:prstGeom prst="rect">
              <a:avLst/>
            </a:prstGeom>
          </p:spPr>
        </p:pic>
        <p:sp>
          <p:nvSpPr>
            <p:cNvPr id="44" name="ïSļiḓé"/>
            <p:cNvSpPr txBox="1"/>
            <p:nvPr/>
          </p:nvSpPr>
          <p:spPr>
            <a:xfrm>
              <a:off x="1033209" y="489898"/>
              <a:ext cx="2995946" cy="523220"/>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800" dirty="0">
                  <a:solidFill>
                    <a:schemeClr val="tx1"/>
                  </a:solidFill>
                  <a:effectLst/>
                  <a:latin typeface="思源宋体 CN Heavy" panose="02020900000000000000" pitchFamily="18" charset="-122"/>
                  <a:ea typeface="思源宋体 CN Heavy" panose="02020900000000000000" pitchFamily="18" charset="-122"/>
                </a:rPr>
                <a:t>论文成果运用</a:t>
              </a:r>
            </a:p>
          </p:txBody>
        </p:sp>
      </p:grpSp>
      <p:sp>
        <p:nvSpPr>
          <p:cNvPr id="11" name="TextBox 4"/>
          <p:cNvSpPr txBox="1"/>
          <p:nvPr/>
        </p:nvSpPr>
        <p:spPr>
          <a:xfrm>
            <a:off x="0" y="5"/>
            <a:ext cx="604867" cy="13324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5">
                <a:solidFill>
                  <a:schemeClr val="tx1">
                    <a:alpha val="0"/>
                  </a:schemeClr>
                </a:solidFill>
                <a:latin typeface="微软雅黑" panose="020B0503020204020204" pitchFamily="34" charset="-122"/>
                <a:ea typeface="微软雅黑" panose="020B0503020204020204" pitchFamily="34" charset="-122"/>
              </a:rPr>
              <a:t>行业</a:t>
            </a:r>
            <a:r>
              <a:rPr lang="en-US" altLang="zh-CN" sz="135">
                <a:solidFill>
                  <a:schemeClr val="tx1">
                    <a:alpha val="0"/>
                  </a:schemeClr>
                </a:solidFill>
                <a:latin typeface="微软雅黑" panose="020B0503020204020204" pitchFamily="34" charset="-122"/>
                <a:ea typeface="微软雅黑" panose="020B0503020204020204" pitchFamily="34" charset="-122"/>
              </a:rPr>
              <a:t>PPT</a:t>
            </a:r>
            <a:r>
              <a:rPr lang="zh-CN" altLang="en-US" sz="135">
                <a:solidFill>
                  <a:schemeClr val="tx1">
                    <a:alpha val="0"/>
                  </a:schemeClr>
                </a:solidFill>
                <a:latin typeface="微软雅黑" panose="020B0503020204020204" pitchFamily="34" charset="-122"/>
                <a:ea typeface="微软雅黑" panose="020B0503020204020204" pitchFamily="34" charset="-122"/>
              </a:rPr>
              <a:t>模板</a:t>
            </a:r>
            <a:r>
              <a:rPr lang="en-US" altLang="zh-CN" sz="135">
                <a:solidFill>
                  <a:schemeClr val="tx1">
                    <a:alpha val="0"/>
                  </a:schemeClr>
                </a:solidFill>
                <a:latin typeface="微软雅黑" panose="020B0503020204020204" pitchFamily="34" charset="-122"/>
                <a:ea typeface="微软雅黑" panose="020B0503020204020204" pitchFamily="34" charset="-122"/>
              </a:rPr>
              <a:t>http://www.1ppt.com/hangye/</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404420" y="457200"/>
            <a:ext cx="11413067" cy="594359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PA_矩形 29"/>
          <p:cNvSpPr/>
          <p:nvPr>
            <p:custDataLst>
              <p:tags r:id="rId2"/>
            </p:custDataLst>
          </p:nvPr>
        </p:nvSpPr>
        <p:spPr>
          <a:xfrm>
            <a:off x="2336369" y="2460637"/>
            <a:ext cx="7549170" cy="1107996"/>
          </a:xfrm>
          <a:prstGeom prst="rect">
            <a:avLst/>
          </a:prstGeom>
          <a:ln>
            <a:noFill/>
          </a:ln>
          <a:effectLst/>
        </p:spPr>
        <p:txBody>
          <a:bodyPr wrap="square">
            <a:spAutoFit/>
          </a:bodyPr>
          <a:lstStyle/>
          <a:p>
            <a:pPr algn="dist"/>
            <a:r>
              <a:rPr lang="zh-CN" altLang="en-US" sz="6600" b="1" dirty="0">
                <a:latin typeface="思源宋体 CN Heavy" panose="02020900000000000000" pitchFamily="18" charset="-122"/>
                <a:ea typeface="思源宋体 CN Heavy" panose="02020900000000000000" pitchFamily="18" charset="-122"/>
                <a:cs typeface="Open Sans" panose="020B0606030504020204" pitchFamily="34" charset="0"/>
                <a:sym typeface="Arial" panose="020B0604020202020204"/>
              </a:rPr>
              <a:t>感谢各位观看聆听</a:t>
            </a:r>
          </a:p>
        </p:txBody>
      </p:sp>
      <p:sp>
        <p:nvSpPr>
          <p:cNvPr id="10" name="PA_矩形 29"/>
          <p:cNvSpPr/>
          <p:nvPr>
            <p:custDataLst>
              <p:tags r:id="rId3"/>
            </p:custDataLst>
          </p:nvPr>
        </p:nvSpPr>
        <p:spPr>
          <a:xfrm>
            <a:off x="3883624" y="1853956"/>
            <a:ext cx="4447394" cy="646331"/>
          </a:xfrm>
          <a:prstGeom prst="rect">
            <a:avLst/>
          </a:prstGeom>
          <a:ln>
            <a:noFill/>
          </a:ln>
          <a:effectLst/>
        </p:spPr>
        <p:txBody>
          <a:bodyPr wrap="square">
            <a:spAutoFit/>
          </a:bodyPr>
          <a:lstStyle/>
          <a:p>
            <a:pPr algn="ctr"/>
            <a:r>
              <a:rPr lang="en-US" altLang="zh-CN" sz="3600">
                <a:solidFill>
                  <a:schemeClr val="accent1"/>
                </a:solidFill>
                <a:latin typeface="思源黑体 CN Normal" panose="020B0400000000000000" pitchFamily="34" charset="-122"/>
                <a:ea typeface="思源黑体 CN Normal" panose="020B0400000000000000" pitchFamily="34" charset="-122"/>
                <a:cs typeface="Open Sans" panose="020B0606030504020204" pitchFamily="34" charset="0"/>
                <a:sym typeface="Arial" panose="020B0604020202020204"/>
              </a:rPr>
              <a:t>OFFICE TEMPLATE</a:t>
            </a:r>
            <a:endParaRPr lang="zh-CN" altLang="en-US" sz="2000">
              <a:solidFill>
                <a:schemeClr val="accent1"/>
              </a:solidFill>
              <a:latin typeface="思源黑体 CN Normal" panose="020B0400000000000000" pitchFamily="34" charset="-122"/>
              <a:ea typeface="思源黑体 CN Normal" panose="020B0400000000000000" pitchFamily="34" charset="-122"/>
              <a:cs typeface="Open Sans" panose="020B0606030504020204" pitchFamily="34" charset="0"/>
              <a:sym typeface="Arial" panose="020B0604020202020204"/>
            </a:endParaRPr>
          </a:p>
        </p:txBody>
      </p:sp>
      <p:grpSp>
        <p:nvGrpSpPr>
          <p:cNvPr id="4" name="组合 3"/>
          <p:cNvGrpSpPr/>
          <p:nvPr/>
        </p:nvGrpSpPr>
        <p:grpSpPr>
          <a:xfrm>
            <a:off x="4491075" y="4837834"/>
            <a:ext cx="3232489" cy="373338"/>
            <a:chOff x="3809554" y="5001083"/>
            <a:chExt cx="3232489" cy="373338"/>
          </a:xfrm>
        </p:grpSpPr>
        <p:sp>
          <p:nvSpPr>
            <p:cNvPr id="9" name="PA_圆角矩形 31"/>
            <p:cNvSpPr/>
            <p:nvPr>
              <p:custDataLst>
                <p:tags r:id="rId6"/>
              </p:custDataLst>
            </p:nvPr>
          </p:nvSpPr>
          <p:spPr>
            <a:xfrm>
              <a:off x="3809554" y="5001083"/>
              <a:ext cx="1697074" cy="3733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汇报人：第一</a:t>
              </a:r>
              <a:r>
                <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PPT</a:t>
              </a:r>
            </a:p>
          </p:txBody>
        </p:sp>
        <p:sp>
          <p:nvSpPr>
            <p:cNvPr id="11" name="PA_圆角矩形 31"/>
            <p:cNvSpPr/>
            <p:nvPr>
              <p:custDataLst>
                <p:tags r:id="rId7"/>
              </p:custDataLst>
            </p:nvPr>
          </p:nvSpPr>
          <p:spPr>
            <a:xfrm>
              <a:off x="5431604" y="5001083"/>
              <a:ext cx="1610439" cy="3733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汇报日期：</a:t>
              </a:r>
              <a:r>
                <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a:rPr>
                <a:t>202X</a:t>
              </a:r>
            </a:p>
          </p:txBody>
        </p:sp>
      </p:grpSp>
      <p:sp>
        <p:nvSpPr>
          <p:cNvPr id="12" name="文本框 11"/>
          <p:cNvSpPr txBox="1"/>
          <p:nvPr/>
        </p:nvSpPr>
        <p:spPr>
          <a:xfrm>
            <a:off x="2988391" y="4127790"/>
            <a:ext cx="6211260" cy="573811"/>
          </a:xfrm>
          <a:prstGeom prst="rect">
            <a:avLst/>
          </a:prstGeom>
          <a:noFill/>
        </p:spPr>
        <p:txBody>
          <a:bodyPr wrap="square" rtlCol="0">
            <a:spAutoFit/>
          </a:bodyPr>
          <a:lstStyle/>
          <a:p>
            <a:pPr algn="ctr">
              <a:lnSpc>
                <a:spcPct val="150000"/>
              </a:lnSpc>
            </a:pPr>
            <a:r>
              <a:rPr lang="en-US" altLang="zh-CN" sz="1050">
                <a:solidFill>
                  <a:schemeClr val="tx1">
                    <a:lumMod val="50000"/>
                    <a:lumOff val="50000"/>
                  </a:schemeClr>
                </a:solidFill>
                <a:latin typeface="思源黑体 CN Normal" panose="020B0400000000000000" pitchFamily="34" charset="-122"/>
                <a:ea typeface="思源黑体 CN Normal" panose="020B0400000000000000" pitchFamily="34" charset="-122"/>
              </a:rPr>
              <a:t>Click enter replacement text Click enter replacement text Click enter replacement text Click enter replacement text</a:t>
            </a:r>
            <a:endParaRPr lang="zh-CN" altLang="en-US" sz="1050">
              <a:solidFill>
                <a:schemeClr val="tx1">
                  <a:lumMod val="50000"/>
                  <a:lumOff val="50000"/>
                </a:schemeClr>
              </a:solidFill>
              <a:latin typeface="思源黑体 CN Normal" panose="020B0400000000000000" pitchFamily="34" charset="-122"/>
              <a:ea typeface="思源黑体 CN Normal" panose="020B0400000000000000" pitchFamily="34" charset="-122"/>
            </a:endParaRPr>
          </a:p>
        </p:txBody>
      </p:sp>
      <p:sp>
        <p:nvSpPr>
          <p:cNvPr id="13" name="PA-文本框 14"/>
          <p:cNvSpPr txBox="1"/>
          <p:nvPr>
            <p:custDataLst>
              <p:tags r:id="rId4"/>
            </p:custDataLst>
          </p:nvPr>
        </p:nvSpPr>
        <p:spPr>
          <a:xfrm>
            <a:off x="2421035" y="3647547"/>
            <a:ext cx="7366430" cy="307777"/>
          </a:xfrm>
          <a:prstGeom prst="rect">
            <a:avLst/>
          </a:prstGeom>
          <a:solidFill>
            <a:schemeClr val="accent2"/>
          </a:solidFill>
        </p:spPr>
        <p:txBody>
          <a:bodyPr wrap="square" rtlCol="0">
            <a:spAutoFit/>
          </a:bodyPr>
          <a:lstStyle/>
          <a:p>
            <a:pPr algn="dist"/>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开题报告</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论文答辩</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毕业答辩</a:t>
            </a:r>
            <a:r>
              <a:rPr lang="en-US" altLang="zh-CN"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a:t>
            </a:r>
            <a:r>
              <a:rPr lang="zh-CN" altLang="en-US" sz="1400">
                <a:solidFill>
                  <a:schemeClr val="bg1"/>
                </a:solidFill>
                <a:latin typeface="思源黑体 CN Normal" panose="020B0400000000000000" pitchFamily="34" charset="-122"/>
                <a:ea typeface="思源黑体 CN Normal" panose="020B0400000000000000" pitchFamily="34" charset="-122"/>
                <a:cs typeface="字魂105号-简雅黑" panose="00000500000000000000" pitchFamily="2" charset="-122"/>
              </a:rPr>
              <a:t>毕业论文</a:t>
            </a:r>
          </a:p>
        </p:txBody>
      </p:sp>
      <p:pic>
        <p:nvPicPr>
          <p:cNvPr id="6" name="图片 5"/>
          <p:cNvPicPr>
            <a:picLocks noChangeAspect="1"/>
          </p:cNvPicPr>
          <p:nvPr/>
        </p:nvPicPr>
        <p:blipFill>
          <a:blip r:embed="rId9" cstate="print">
            <a:extLst>
              <a:ext uri="{28A0092B-C50C-407E-A947-70E740481C1C}">
                <a14:useLocalDpi xmlns:a14="http://schemas.microsoft.com/office/drawing/2010/main" val="0"/>
              </a:ext>
            </a:extLst>
          </a:blip>
          <a:srcRect r="46593" b="59420"/>
          <a:stretch>
            <a:fillRect/>
          </a:stretch>
        </p:blipFill>
        <p:spPr>
          <a:xfrm flipH="1">
            <a:off x="6999329" y="0"/>
            <a:ext cx="5192671" cy="2782957"/>
          </a:xfrm>
          <a:prstGeom prst="rect">
            <a:avLst/>
          </a:prstGeom>
        </p:spPr>
      </p:pic>
      <p:pic>
        <p:nvPicPr>
          <p:cNvPr id="14" name="图片 13"/>
          <p:cNvPicPr>
            <a:picLocks noChangeAspect="1"/>
          </p:cNvPicPr>
          <p:nvPr/>
        </p:nvPicPr>
        <p:blipFill>
          <a:blip r:embed="rId10" cstate="print">
            <a:extLst>
              <a:ext uri="{28A0092B-C50C-407E-A947-70E740481C1C}">
                <a14:useLocalDpi xmlns:a14="http://schemas.microsoft.com/office/drawing/2010/main" val="0"/>
              </a:ext>
            </a:extLst>
          </a:blip>
          <a:srcRect l="59291" t="67288"/>
          <a:stretch>
            <a:fillRect/>
          </a:stretch>
        </p:blipFill>
        <p:spPr>
          <a:xfrm flipH="1">
            <a:off x="0" y="4614597"/>
            <a:ext cx="3958038" cy="2243403"/>
          </a:xfrm>
          <a:prstGeom prst="rect">
            <a:avLst/>
          </a:prstGeom>
        </p:spPr>
      </p:pic>
      <p:grpSp>
        <p:nvGrpSpPr>
          <p:cNvPr id="17" name="组合 16"/>
          <p:cNvGrpSpPr/>
          <p:nvPr/>
        </p:nvGrpSpPr>
        <p:grpSpPr>
          <a:xfrm>
            <a:off x="10340676" y="5717262"/>
            <a:ext cx="1178224" cy="307831"/>
            <a:chOff x="665566" y="4782240"/>
            <a:chExt cx="3247783" cy="848538"/>
          </a:xfrm>
        </p:grpSpPr>
        <p:grpSp>
          <p:nvGrpSpPr>
            <p:cNvPr id="18" name="组合 17"/>
            <p:cNvGrpSpPr/>
            <p:nvPr/>
          </p:nvGrpSpPr>
          <p:grpSpPr>
            <a:xfrm>
              <a:off x="665566" y="4782240"/>
              <a:ext cx="848538" cy="848538"/>
              <a:chOff x="809944" y="4637862"/>
              <a:chExt cx="848538" cy="848538"/>
            </a:xfrm>
          </p:grpSpPr>
          <p:grpSp>
            <p:nvGrpSpPr>
              <p:cNvPr id="37" name="Group 20"/>
              <p:cNvGrpSpPr>
                <a:grpSpLocks noChangeAspect="1"/>
              </p:cNvGrpSpPr>
              <p:nvPr/>
            </p:nvGrpSpPr>
            <p:grpSpPr>
              <a:xfrm>
                <a:off x="1090315" y="4865848"/>
                <a:ext cx="287796" cy="392567"/>
                <a:chOff x="2597" y="4163"/>
                <a:chExt cx="217" cy="296"/>
              </a:xfrm>
              <a:solidFill>
                <a:schemeClr val="accent1"/>
              </a:solidFill>
            </p:grpSpPr>
            <p:sp>
              <p:nvSpPr>
                <p:cNvPr id="39" name="Freeform 22"/>
                <p:cNvSpPr>
                  <a:spLocks noEditPoints="1"/>
                </p:cNvSpPr>
                <p:nvPr/>
              </p:nvSpPr>
              <p:spPr bwMode="auto">
                <a:xfrm>
                  <a:off x="2630" y="4163"/>
                  <a:ext cx="151" cy="176"/>
                </a:xfrm>
                <a:custGeom>
                  <a:avLst/>
                  <a:gdLst>
                    <a:gd name="T0" fmla="*/ 410 w 1662"/>
                    <a:gd name="T1" fmla="*/ 645 h 1942"/>
                    <a:gd name="T2" fmla="*/ 309 w 1662"/>
                    <a:gd name="T3" fmla="*/ 847 h 1942"/>
                    <a:gd name="T4" fmla="*/ 255 w 1662"/>
                    <a:gd name="T5" fmla="*/ 1023 h 1942"/>
                    <a:gd name="T6" fmla="*/ 263 w 1662"/>
                    <a:gd name="T7" fmla="*/ 1206 h 1942"/>
                    <a:gd name="T8" fmla="*/ 347 w 1662"/>
                    <a:gd name="T9" fmla="*/ 1429 h 1942"/>
                    <a:gd name="T10" fmla="*/ 476 w 1662"/>
                    <a:gd name="T11" fmla="*/ 1620 h 1942"/>
                    <a:gd name="T12" fmla="*/ 638 w 1662"/>
                    <a:gd name="T13" fmla="*/ 1753 h 1942"/>
                    <a:gd name="T14" fmla="*/ 825 w 1662"/>
                    <a:gd name="T15" fmla="*/ 1803 h 1942"/>
                    <a:gd name="T16" fmla="*/ 1013 w 1662"/>
                    <a:gd name="T17" fmla="*/ 1753 h 1942"/>
                    <a:gd name="T18" fmla="*/ 1176 w 1662"/>
                    <a:gd name="T19" fmla="*/ 1619 h 1942"/>
                    <a:gd name="T20" fmla="*/ 1305 w 1662"/>
                    <a:gd name="T21" fmla="*/ 1428 h 1942"/>
                    <a:gd name="T22" fmla="*/ 1388 w 1662"/>
                    <a:gd name="T23" fmla="*/ 1205 h 1942"/>
                    <a:gd name="T24" fmla="*/ 1418 w 1662"/>
                    <a:gd name="T25" fmla="*/ 974 h 1942"/>
                    <a:gd name="T26" fmla="*/ 1266 w 1662"/>
                    <a:gd name="T27" fmla="*/ 836 h 1942"/>
                    <a:gd name="T28" fmla="*/ 1012 w 1662"/>
                    <a:gd name="T29" fmla="*/ 794 h 1942"/>
                    <a:gd name="T30" fmla="*/ 806 w 1662"/>
                    <a:gd name="T31" fmla="*/ 713 h 1942"/>
                    <a:gd name="T32" fmla="*/ 646 w 1662"/>
                    <a:gd name="T33" fmla="*/ 610 h 1942"/>
                    <a:gd name="T34" fmla="*/ 526 w 1662"/>
                    <a:gd name="T35" fmla="*/ 499 h 1942"/>
                    <a:gd name="T36" fmla="*/ 944 w 1662"/>
                    <a:gd name="T37" fmla="*/ 23 h 1942"/>
                    <a:gd name="T38" fmla="*/ 1152 w 1662"/>
                    <a:gd name="T39" fmla="*/ 118 h 1942"/>
                    <a:gd name="T40" fmla="*/ 1271 w 1662"/>
                    <a:gd name="T41" fmla="*/ 205 h 1942"/>
                    <a:gd name="T42" fmla="*/ 1388 w 1662"/>
                    <a:gd name="T43" fmla="*/ 323 h 1942"/>
                    <a:gd name="T44" fmla="*/ 1455 w 1662"/>
                    <a:gd name="T45" fmla="*/ 429 h 1942"/>
                    <a:gd name="T46" fmla="*/ 1524 w 1662"/>
                    <a:gd name="T47" fmla="*/ 626 h 1942"/>
                    <a:gd name="T48" fmla="*/ 1555 w 1662"/>
                    <a:gd name="T49" fmla="*/ 892 h 1942"/>
                    <a:gd name="T50" fmla="*/ 1619 w 1662"/>
                    <a:gd name="T51" fmla="*/ 939 h 1942"/>
                    <a:gd name="T52" fmla="*/ 1657 w 1662"/>
                    <a:gd name="T53" fmla="*/ 1032 h 1942"/>
                    <a:gd name="T54" fmla="*/ 1655 w 1662"/>
                    <a:gd name="T55" fmla="*/ 1183 h 1942"/>
                    <a:gd name="T56" fmla="*/ 1611 w 1662"/>
                    <a:gd name="T57" fmla="*/ 1304 h 1942"/>
                    <a:gd name="T58" fmla="*/ 1537 w 1662"/>
                    <a:gd name="T59" fmla="*/ 1372 h 1942"/>
                    <a:gd name="T60" fmla="*/ 1445 w 1662"/>
                    <a:gd name="T61" fmla="*/ 1454 h 1942"/>
                    <a:gd name="T62" fmla="*/ 1313 w 1662"/>
                    <a:gd name="T63" fmla="*/ 1670 h 1942"/>
                    <a:gd name="T64" fmla="*/ 1141 w 1662"/>
                    <a:gd name="T65" fmla="*/ 1836 h 1942"/>
                    <a:gd name="T66" fmla="*/ 937 w 1662"/>
                    <a:gd name="T67" fmla="*/ 1930 h 1942"/>
                    <a:gd name="T68" fmla="*/ 714 w 1662"/>
                    <a:gd name="T69" fmla="*/ 1930 h 1942"/>
                    <a:gd name="T70" fmla="*/ 510 w 1662"/>
                    <a:gd name="T71" fmla="*/ 1836 h 1942"/>
                    <a:gd name="T72" fmla="*/ 337 w 1662"/>
                    <a:gd name="T73" fmla="*/ 1669 h 1942"/>
                    <a:gd name="T74" fmla="*/ 205 w 1662"/>
                    <a:gd name="T75" fmla="*/ 1452 h 1942"/>
                    <a:gd name="T76" fmla="*/ 111 w 1662"/>
                    <a:gd name="T77" fmla="*/ 1364 h 1942"/>
                    <a:gd name="T78" fmla="*/ 39 w 1662"/>
                    <a:gd name="T79" fmla="*/ 1284 h 1942"/>
                    <a:gd name="T80" fmla="*/ 2 w 1662"/>
                    <a:gd name="T81" fmla="*/ 1143 h 1942"/>
                    <a:gd name="T82" fmla="*/ 9 w 1662"/>
                    <a:gd name="T83" fmla="*/ 1009 h 1942"/>
                    <a:gd name="T84" fmla="*/ 50 w 1662"/>
                    <a:gd name="T85" fmla="*/ 930 h 1942"/>
                    <a:gd name="T86" fmla="*/ 98 w 1662"/>
                    <a:gd name="T87" fmla="*/ 851 h 1942"/>
                    <a:gd name="T88" fmla="*/ 85 w 1662"/>
                    <a:gd name="T89" fmla="*/ 643 h 1942"/>
                    <a:gd name="T90" fmla="*/ 120 w 1662"/>
                    <a:gd name="T91" fmla="*/ 487 h 1942"/>
                    <a:gd name="T92" fmla="*/ 183 w 1662"/>
                    <a:gd name="T93" fmla="*/ 377 h 1942"/>
                    <a:gd name="T94" fmla="*/ 257 w 1662"/>
                    <a:gd name="T95" fmla="*/ 305 h 1942"/>
                    <a:gd name="T96" fmla="*/ 319 w 1662"/>
                    <a:gd name="T97" fmla="*/ 266 h 1942"/>
                    <a:gd name="T98" fmla="*/ 352 w 1662"/>
                    <a:gd name="T99" fmla="*/ 246 h 1942"/>
                    <a:gd name="T100" fmla="*/ 390 w 1662"/>
                    <a:gd name="T101" fmla="*/ 196 h 1942"/>
                    <a:gd name="T102" fmla="*/ 459 w 1662"/>
                    <a:gd name="T103" fmla="*/ 127 h 1942"/>
                    <a:gd name="T104" fmla="*/ 559 w 1662"/>
                    <a:gd name="T105" fmla="*/ 57 h 1942"/>
                    <a:gd name="T106" fmla="*/ 690 w 1662"/>
                    <a:gd name="T107" fmla="*/ 10 h 19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62" h="1942">
                      <a:moveTo>
                        <a:pt x="526" y="499"/>
                      </a:moveTo>
                      <a:lnTo>
                        <a:pt x="484" y="546"/>
                      </a:lnTo>
                      <a:lnTo>
                        <a:pt x="445" y="595"/>
                      </a:lnTo>
                      <a:lnTo>
                        <a:pt x="410" y="645"/>
                      </a:lnTo>
                      <a:lnTo>
                        <a:pt x="379" y="696"/>
                      </a:lnTo>
                      <a:lnTo>
                        <a:pt x="352" y="747"/>
                      </a:lnTo>
                      <a:lnTo>
                        <a:pt x="329" y="797"/>
                      </a:lnTo>
                      <a:lnTo>
                        <a:pt x="309" y="847"/>
                      </a:lnTo>
                      <a:lnTo>
                        <a:pt x="291" y="895"/>
                      </a:lnTo>
                      <a:lnTo>
                        <a:pt x="277" y="941"/>
                      </a:lnTo>
                      <a:lnTo>
                        <a:pt x="264" y="984"/>
                      </a:lnTo>
                      <a:lnTo>
                        <a:pt x="255" y="1023"/>
                      </a:lnTo>
                      <a:lnTo>
                        <a:pt x="247" y="1059"/>
                      </a:lnTo>
                      <a:lnTo>
                        <a:pt x="241" y="1091"/>
                      </a:lnTo>
                      <a:lnTo>
                        <a:pt x="250" y="1148"/>
                      </a:lnTo>
                      <a:lnTo>
                        <a:pt x="263" y="1206"/>
                      </a:lnTo>
                      <a:lnTo>
                        <a:pt x="280" y="1263"/>
                      </a:lnTo>
                      <a:lnTo>
                        <a:pt x="299" y="1320"/>
                      </a:lnTo>
                      <a:lnTo>
                        <a:pt x="322" y="1375"/>
                      </a:lnTo>
                      <a:lnTo>
                        <a:pt x="347" y="1429"/>
                      </a:lnTo>
                      <a:lnTo>
                        <a:pt x="375" y="1480"/>
                      </a:lnTo>
                      <a:lnTo>
                        <a:pt x="406" y="1530"/>
                      </a:lnTo>
                      <a:lnTo>
                        <a:pt x="440" y="1576"/>
                      </a:lnTo>
                      <a:lnTo>
                        <a:pt x="476" y="1620"/>
                      </a:lnTo>
                      <a:lnTo>
                        <a:pt x="513" y="1659"/>
                      </a:lnTo>
                      <a:lnTo>
                        <a:pt x="553" y="1695"/>
                      </a:lnTo>
                      <a:lnTo>
                        <a:pt x="594" y="1726"/>
                      </a:lnTo>
                      <a:lnTo>
                        <a:pt x="638" y="1753"/>
                      </a:lnTo>
                      <a:lnTo>
                        <a:pt x="683" y="1774"/>
                      </a:lnTo>
                      <a:lnTo>
                        <a:pt x="729" y="1789"/>
                      </a:lnTo>
                      <a:lnTo>
                        <a:pt x="777" y="1800"/>
                      </a:lnTo>
                      <a:lnTo>
                        <a:pt x="825" y="1803"/>
                      </a:lnTo>
                      <a:lnTo>
                        <a:pt x="875" y="1800"/>
                      </a:lnTo>
                      <a:lnTo>
                        <a:pt x="922" y="1789"/>
                      </a:lnTo>
                      <a:lnTo>
                        <a:pt x="968" y="1774"/>
                      </a:lnTo>
                      <a:lnTo>
                        <a:pt x="1013" y="1753"/>
                      </a:lnTo>
                      <a:lnTo>
                        <a:pt x="1056" y="1726"/>
                      </a:lnTo>
                      <a:lnTo>
                        <a:pt x="1099" y="1695"/>
                      </a:lnTo>
                      <a:lnTo>
                        <a:pt x="1139" y="1659"/>
                      </a:lnTo>
                      <a:lnTo>
                        <a:pt x="1176" y="1619"/>
                      </a:lnTo>
                      <a:lnTo>
                        <a:pt x="1212" y="1576"/>
                      </a:lnTo>
                      <a:lnTo>
                        <a:pt x="1245" y="1529"/>
                      </a:lnTo>
                      <a:lnTo>
                        <a:pt x="1276" y="1480"/>
                      </a:lnTo>
                      <a:lnTo>
                        <a:pt x="1305" y="1428"/>
                      </a:lnTo>
                      <a:lnTo>
                        <a:pt x="1330" y="1374"/>
                      </a:lnTo>
                      <a:lnTo>
                        <a:pt x="1353" y="1319"/>
                      </a:lnTo>
                      <a:lnTo>
                        <a:pt x="1372" y="1262"/>
                      </a:lnTo>
                      <a:lnTo>
                        <a:pt x="1388" y="1205"/>
                      </a:lnTo>
                      <a:lnTo>
                        <a:pt x="1401" y="1147"/>
                      </a:lnTo>
                      <a:lnTo>
                        <a:pt x="1411" y="1089"/>
                      </a:lnTo>
                      <a:lnTo>
                        <a:pt x="1416" y="1032"/>
                      </a:lnTo>
                      <a:lnTo>
                        <a:pt x="1418" y="974"/>
                      </a:lnTo>
                      <a:lnTo>
                        <a:pt x="1417" y="904"/>
                      </a:lnTo>
                      <a:lnTo>
                        <a:pt x="1414" y="838"/>
                      </a:lnTo>
                      <a:lnTo>
                        <a:pt x="1339" y="839"/>
                      </a:lnTo>
                      <a:lnTo>
                        <a:pt x="1266" y="836"/>
                      </a:lnTo>
                      <a:lnTo>
                        <a:pt x="1198" y="830"/>
                      </a:lnTo>
                      <a:lnTo>
                        <a:pt x="1133" y="820"/>
                      </a:lnTo>
                      <a:lnTo>
                        <a:pt x="1070" y="808"/>
                      </a:lnTo>
                      <a:lnTo>
                        <a:pt x="1012" y="794"/>
                      </a:lnTo>
                      <a:lnTo>
                        <a:pt x="956" y="777"/>
                      </a:lnTo>
                      <a:lnTo>
                        <a:pt x="903" y="757"/>
                      </a:lnTo>
                      <a:lnTo>
                        <a:pt x="853" y="737"/>
                      </a:lnTo>
                      <a:lnTo>
                        <a:pt x="806" y="713"/>
                      </a:lnTo>
                      <a:lnTo>
                        <a:pt x="762" y="690"/>
                      </a:lnTo>
                      <a:lnTo>
                        <a:pt x="721" y="664"/>
                      </a:lnTo>
                      <a:lnTo>
                        <a:pt x="682" y="638"/>
                      </a:lnTo>
                      <a:lnTo>
                        <a:pt x="646" y="610"/>
                      </a:lnTo>
                      <a:lnTo>
                        <a:pt x="612" y="583"/>
                      </a:lnTo>
                      <a:lnTo>
                        <a:pt x="581" y="555"/>
                      </a:lnTo>
                      <a:lnTo>
                        <a:pt x="552" y="527"/>
                      </a:lnTo>
                      <a:lnTo>
                        <a:pt x="526" y="499"/>
                      </a:lnTo>
                      <a:close/>
                      <a:moveTo>
                        <a:pt x="808" y="0"/>
                      </a:moveTo>
                      <a:lnTo>
                        <a:pt x="851" y="3"/>
                      </a:lnTo>
                      <a:lnTo>
                        <a:pt x="897" y="11"/>
                      </a:lnTo>
                      <a:lnTo>
                        <a:pt x="944" y="23"/>
                      </a:lnTo>
                      <a:lnTo>
                        <a:pt x="993" y="39"/>
                      </a:lnTo>
                      <a:lnTo>
                        <a:pt x="1044" y="60"/>
                      </a:lnTo>
                      <a:lnTo>
                        <a:pt x="1097" y="86"/>
                      </a:lnTo>
                      <a:lnTo>
                        <a:pt x="1152" y="118"/>
                      </a:lnTo>
                      <a:lnTo>
                        <a:pt x="1179" y="135"/>
                      </a:lnTo>
                      <a:lnTo>
                        <a:pt x="1208" y="155"/>
                      </a:lnTo>
                      <a:lnTo>
                        <a:pt x="1239" y="179"/>
                      </a:lnTo>
                      <a:lnTo>
                        <a:pt x="1271" y="205"/>
                      </a:lnTo>
                      <a:lnTo>
                        <a:pt x="1304" y="233"/>
                      </a:lnTo>
                      <a:lnTo>
                        <a:pt x="1334" y="261"/>
                      </a:lnTo>
                      <a:lnTo>
                        <a:pt x="1363" y="292"/>
                      </a:lnTo>
                      <a:lnTo>
                        <a:pt x="1388" y="323"/>
                      </a:lnTo>
                      <a:lnTo>
                        <a:pt x="1409" y="353"/>
                      </a:lnTo>
                      <a:lnTo>
                        <a:pt x="1409" y="353"/>
                      </a:lnTo>
                      <a:lnTo>
                        <a:pt x="1433" y="389"/>
                      </a:lnTo>
                      <a:lnTo>
                        <a:pt x="1455" y="429"/>
                      </a:lnTo>
                      <a:lnTo>
                        <a:pt x="1475" y="472"/>
                      </a:lnTo>
                      <a:lnTo>
                        <a:pt x="1493" y="519"/>
                      </a:lnTo>
                      <a:lnTo>
                        <a:pt x="1509" y="570"/>
                      </a:lnTo>
                      <a:lnTo>
                        <a:pt x="1524" y="626"/>
                      </a:lnTo>
                      <a:lnTo>
                        <a:pt x="1535" y="685"/>
                      </a:lnTo>
                      <a:lnTo>
                        <a:pt x="1545" y="749"/>
                      </a:lnTo>
                      <a:lnTo>
                        <a:pt x="1551" y="817"/>
                      </a:lnTo>
                      <a:lnTo>
                        <a:pt x="1555" y="892"/>
                      </a:lnTo>
                      <a:lnTo>
                        <a:pt x="1573" y="900"/>
                      </a:lnTo>
                      <a:lnTo>
                        <a:pt x="1590" y="910"/>
                      </a:lnTo>
                      <a:lnTo>
                        <a:pt x="1605" y="922"/>
                      </a:lnTo>
                      <a:lnTo>
                        <a:pt x="1619" y="939"/>
                      </a:lnTo>
                      <a:lnTo>
                        <a:pt x="1632" y="957"/>
                      </a:lnTo>
                      <a:lnTo>
                        <a:pt x="1642" y="979"/>
                      </a:lnTo>
                      <a:lnTo>
                        <a:pt x="1651" y="1003"/>
                      </a:lnTo>
                      <a:lnTo>
                        <a:pt x="1657" y="1032"/>
                      </a:lnTo>
                      <a:lnTo>
                        <a:pt x="1661" y="1064"/>
                      </a:lnTo>
                      <a:lnTo>
                        <a:pt x="1662" y="1102"/>
                      </a:lnTo>
                      <a:lnTo>
                        <a:pt x="1660" y="1143"/>
                      </a:lnTo>
                      <a:lnTo>
                        <a:pt x="1655" y="1183"/>
                      </a:lnTo>
                      <a:lnTo>
                        <a:pt x="1648" y="1218"/>
                      </a:lnTo>
                      <a:lnTo>
                        <a:pt x="1638" y="1250"/>
                      </a:lnTo>
                      <a:lnTo>
                        <a:pt x="1625" y="1278"/>
                      </a:lnTo>
                      <a:lnTo>
                        <a:pt x="1611" y="1304"/>
                      </a:lnTo>
                      <a:lnTo>
                        <a:pt x="1595" y="1325"/>
                      </a:lnTo>
                      <a:lnTo>
                        <a:pt x="1577" y="1344"/>
                      </a:lnTo>
                      <a:lnTo>
                        <a:pt x="1558" y="1360"/>
                      </a:lnTo>
                      <a:lnTo>
                        <a:pt x="1537" y="1372"/>
                      </a:lnTo>
                      <a:lnTo>
                        <a:pt x="1515" y="1382"/>
                      </a:lnTo>
                      <a:lnTo>
                        <a:pt x="1493" y="1390"/>
                      </a:lnTo>
                      <a:lnTo>
                        <a:pt x="1471" y="1395"/>
                      </a:lnTo>
                      <a:lnTo>
                        <a:pt x="1445" y="1454"/>
                      </a:lnTo>
                      <a:lnTo>
                        <a:pt x="1416" y="1512"/>
                      </a:lnTo>
                      <a:lnTo>
                        <a:pt x="1385" y="1567"/>
                      </a:lnTo>
                      <a:lnTo>
                        <a:pt x="1350" y="1620"/>
                      </a:lnTo>
                      <a:lnTo>
                        <a:pt x="1313" y="1670"/>
                      </a:lnTo>
                      <a:lnTo>
                        <a:pt x="1273" y="1717"/>
                      </a:lnTo>
                      <a:lnTo>
                        <a:pt x="1231" y="1761"/>
                      </a:lnTo>
                      <a:lnTo>
                        <a:pt x="1187" y="1801"/>
                      </a:lnTo>
                      <a:lnTo>
                        <a:pt x="1141" y="1836"/>
                      </a:lnTo>
                      <a:lnTo>
                        <a:pt x="1092" y="1868"/>
                      </a:lnTo>
                      <a:lnTo>
                        <a:pt x="1042" y="1893"/>
                      </a:lnTo>
                      <a:lnTo>
                        <a:pt x="990" y="1915"/>
                      </a:lnTo>
                      <a:lnTo>
                        <a:pt x="937" y="1930"/>
                      </a:lnTo>
                      <a:lnTo>
                        <a:pt x="882" y="1939"/>
                      </a:lnTo>
                      <a:lnTo>
                        <a:pt x="825" y="1942"/>
                      </a:lnTo>
                      <a:lnTo>
                        <a:pt x="769" y="1939"/>
                      </a:lnTo>
                      <a:lnTo>
                        <a:pt x="714" y="1930"/>
                      </a:lnTo>
                      <a:lnTo>
                        <a:pt x="661" y="1915"/>
                      </a:lnTo>
                      <a:lnTo>
                        <a:pt x="608" y="1893"/>
                      </a:lnTo>
                      <a:lnTo>
                        <a:pt x="558" y="1867"/>
                      </a:lnTo>
                      <a:lnTo>
                        <a:pt x="510" y="1836"/>
                      </a:lnTo>
                      <a:lnTo>
                        <a:pt x="464" y="1800"/>
                      </a:lnTo>
                      <a:lnTo>
                        <a:pt x="419" y="1760"/>
                      </a:lnTo>
                      <a:lnTo>
                        <a:pt x="377" y="1716"/>
                      </a:lnTo>
                      <a:lnTo>
                        <a:pt x="337" y="1669"/>
                      </a:lnTo>
                      <a:lnTo>
                        <a:pt x="300" y="1618"/>
                      </a:lnTo>
                      <a:lnTo>
                        <a:pt x="266" y="1565"/>
                      </a:lnTo>
                      <a:lnTo>
                        <a:pt x="234" y="1510"/>
                      </a:lnTo>
                      <a:lnTo>
                        <a:pt x="205" y="1452"/>
                      </a:lnTo>
                      <a:lnTo>
                        <a:pt x="179" y="1392"/>
                      </a:lnTo>
                      <a:lnTo>
                        <a:pt x="156" y="1386"/>
                      </a:lnTo>
                      <a:lnTo>
                        <a:pt x="133" y="1376"/>
                      </a:lnTo>
                      <a:lnTo>
                        <a:pt x="111" y="1364"/>
                      </a:lnTo>
                      <a:lnTo>
                        <a:pt x="91" y="1349"/>
                      </a:lnTo>
                      <a:lnTo>
                        <a:pt x="72" y="1330"/>
                      </a:lnTo>
                      <a:lnTo>
                        <a:pt x="55" y="1309"/>
                      </a:lnTo>
                      <a:lnTo>
                        <a:pt x="39" y="1284"/>
                      </a:lnTo>
                      <a:lnTo>
                        <a:pt x="26" y="1254"/>
                      </a:lnTo>
                      <a:lnTo>
                        <a:pt x="15" y="1221"/>
                      </a:lnTo>
                      <a:lnTo>
                        <a:pt x="7" y="1184"/>
                      </a:lnTo>
                      <a:lnTo>
                        <a:pt x="2" y="1143"/>
                      </a:lnTo>
                      <a:lnTo>
                        <a:pt x="0" y="1104"/>
                      </a:lnTo>
                      <a:lnTo>
                        <a:pt x="1" y="1068"/>
                      </a:lnTo>
                      <a:lnTo>
                        <a:pt x="4" y="1038"/>
                      </a:lnTo>
                      <a:lnTo>
                        <a:pt x="9" y="1009"/>
                      </a:lnTo>
                      <a:lnTo>
                        <a:pt x="17" y="985"/>
                      </a:lnTo>
                      <a:lnTo>
                        <a:pt x="27" y="964"/>
                      </a:lnTo>
                      <a:lnTo>
                        <a:pt x="38" y="946"/>
                      </a:lnTo>
                      <a:lnTo>
                        <a:pt x="50" y="930"/>
                      </a:lnTo>
                      <a:lnTo>
                        <a:pt x="65" y="916"/>
                      </a:lnTo>
                      <a:lnTo>
                        <a:pt x="80" y="906"/>
                      </a:lnTo>
                      <a:lnTo>
                        <a:pt x="96" y="897"/>
                      </a:lnTo>
                      <a:lnTo>
                        <a:pt x="98" y="851"/>
                      </a:lnTo>
                      <a:lnTo>
                        <a:pt x="89" y="794"/>
                      </a:lnTo>
                      <a:lnTo>
                        <a:pt x="85" y="740"/>
                      </a:lnTo>
                      <a:lnTo>
                        <a:pt x="83" y="690"/>
                      </a:lnTo>
                      <a:lnTo>
                        <a:pt x="85" y="643"/>
                      </a:lnTo>
                      <a:lnTo>
                        <a:pt x="90" y="599"/>
                      </a:lnTo>
                      <a:lnTo>
                        <a:pt x="98" y="559"/>
                      </a:lnTo>
                      <a:lnTo>
                        <a:pt x="108" y="522"/>
                      </a:lnTo>
                      <a:lnTo>
                        <a:pt x="120" y="487"/>
                      </a:lnTo>
                      <a:lnTo>
                        <a:pt x="134" y="455"/>
                      </a:lnTo>
                      <a:lnTo>
                        <a:pt x="149" y="427"/>
                      </a:lnTo>
                      <a:lnTo>
                        <a:pt x="166" y="400"/>
                      </a:lnTo>
                      <a:lnTo>
                        <a:pt x="183" y="377"/>
                      </a:lnTo>
                      <a:lnTo>
                        <a:pt x="202" y="355"/>
                      </a:lnTo>
                      <a:lnTo>
                        <a:pt x="220" y="337"/>
                      </a:lnTo>
                      <a:lnTo>
                        <a:pt x="239" y="320"/>
                      </a:lnTo>
                      <a:lnTo>
                        <a:pt x="257" y="305"/>
                      </a:lnTo>
                      <a:lnTo>
                        <a:pt x="274" y="293"/>
                      </a:lnTo>
                      <a:lnTo>
                        <a:pt x="290" y="282"/>
                      </a:lnTo>
                      <a:lnTo>
                        <a:pt x="305" y="273"/>
                      </a:lnTo>
                      <a:lnTo>
                        <a:pt x="319" y="266"/>
                      </a:lnTo>
                      <a:lnTo>
                        <a:pt x="331" y="260"/>
                      </a:lnTo>
                      <a:lnTo>
                        <a:pt x="341" y="255"/>
                      </a:lnTo>
                      <a:lnTo>
                        <a:pt x="348" y="253"/>
                      </a:lnTo>
                      <a:lnTo>
                        <a:pt x="352" y="246"/>
                      </a:lnTo>
                      <a:lnTo>
                        <a:pt x="359" y="237"/>
                      </a:lnTo>
                      <a:lnTo>
                        <a:pt x="367" y="225"/>
                      </a:lnTo>
                      <a:lnTo>
                        <a:pt x="377" y="212"/>
                      </a:lnTo>
                      <a:lnTo>
                        <a:pt x="390" y="196"/>
                      </a:lnTo>
                      <a:lnTo>
                        <a:pt x="404" y="180"/>
                      </a:lnTo>
                      <a:lnTo>
                        <a:pt x="421" y="163"/>
                      </a:lnTo>
                      <a:lnTo>
                        <a:pt x="439" y="145"/>
                      </a:lnTo>
                      <a:lnTo>
                        <a:pt x="459" y="127"/>
                      </a:lnTo>
                      <a:lnTo>
                        <a:pt x="481" y="108"/>
                      </a:lnTo>
                      <a:lnTo>
                        <a:pt x="505" y="91"/>
                      </a:lnTo>
                      <a:lnTo>
                        <a:pt x="531" y="74"/>
                      </a:lnTo>
                      <a:lnTo>
                        <a:pt x="559" y="57"/>
                      </a:lnTo>
                      <a:lnTo>
                        <a:pt x="589" y="43"/>
                      </a:lnTo>
                      <a:lnTo>
                        <a:pt x="620" y="30"/>
                      </a:lnTo>
                      <a:lnTo>
                        <a:pt x="655" y="19"/>
                      </a:lnTo>
                      <a:lnTo>
                        <a:pt x="690" y="10"/>
                      </a:lnTo>
                      <a:lnTo>
                        <a:pt x="728" y="3"/>
                      </a:lnTo>
                      <a:lnTo>
                        <a:pt x="767" y="0"/>
                      </a:lnTo>
                      <a:lnTo>
                        <a:pt x="808"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0" name="Freeform 23"/>
                <p:cNvSpPr>
                  <a:spLocks noEditPoints="1"/>
                </p:cNvSpPr>
                <p:nvPr/>
              </p:nvSpPr>
              <p:spPr bwMode="auto">
                <a:xfrm>
                  <a:off x="2664" y="4250"/>
                  <a:ext cx="83" cy="27"/>
                </a:xfrm>
                <a:custGeom>
                  <a:avLst/>
                  <a:gdLst>
                    <a:gd name="T0" fmla="*/ 613 w 916"/>
                    <a:gd name="T1" fmla="*/ 78 h 300"/>
                    <a:gd name="T2" fmla="*/ 561 w 916"/>
                    <a:gd name="T3" fmla="*/ 109 h 300"/>
                    <a:gd name="T4" fmla="*/ 554 w 916"/>
                    <a:gd name="T5" fmla="*/ 165 h 300"/>
                    <a:gd name="T6" fmla="*/ 579 w 916"/>
                    <a:gd name="T7" fmla="*/ 210 h 300"/>
                    <a:gd name="T8" fmla="*/ 665 w 916"/>
                    <a:gd name="T9" fmla="*/ 229 h 300"/>
                    <a:gd name="T10" fmla="*/ 787 w 916"/>
                    <a:gd name="T11" fmla="*/ 223 h 300"/>
                    <a:gd name="T12" fmla="*/ 839 w 916"/>
                    <a:gd name="T13" fmla="*/ 191 h 300"/>
                    <a:gd name="T14" fmla="*/ 846 w 916"/>
                    <a:gd name="T15" fmla="*/ 135 h 300"/>
                    <a:gd name="T16" fmla="*/ 820 w 916"/>
                    <a:gd name="T17" fmla="*/ 90 h 300"/>
                    <a:gd name="T18" fmla="*/ 734 w 916"/>
                    <a:gd name="T19" fmla="*/ 72 h 300"/>
                    <a:gd name="T20" fmla="*/ 153 w 916"/>
                    <a:gd name="T21" fmla="*/ 74 h 300"/>
                    <a:gd name="T22" fmla="*/ 85 w 916"/>
                    <a:gd name="T23" fmla="*/ 99 h 300"/>
                    <a:gd name="T24" fmla="*/ 70 w 916"/>
                    <a:gd name="T25" fmla="*/ 150 h 300"/>
                    <a:gd name="T26" fmla="*/ 85 w 916"/>
                    <a:gd name="T27" fmla="*/ 201 h 300"/>
                    <a:gd name="T28" fmla="*/ 153 w 916"/>
                    <a:gd name="T29" fmla="*/ 227 h 300"/>
                    <a:gd name="T30" fmla="*/ 280 w 916"/>
                    <a:gd name="T31" fmla="*/ 227 h 300"/>
                    <a:gd name="T32" fmla="*/ 348 w 916"/>
                    <a:gd name="T33" fmla="*/ 201 h 300"/>
                    <a:gd name="T34" fmla="*/ 363 w 916"/>
                    <a:gd name="T35" fmla="*/ 150 h 300"/>
                    <a:gd name="T36" fmla="*/ 348 w 916"/>
                    <a:gd name="T37" fmla="*/ 99 h 300"/>
                    <a:gd name="T38" fmla="*/ 280 w 916"/>
                    <a:gd name="T39" fmla="*/ 74 h 300"/>
                    <a:gd name="T40" fmla="*/ 234 w 916"/>
                    <a:gd name="T41" fmla="*/ 0 h 300"/>
                    <a:gd name="T42" fmla="*/ 321 w 916"/>
                    <a:gd name="T43" fmla="*/ 9 h 300"/>
                    <a:gd name="T44" fmla="*/ 400 w 916"/>
                    <a:gd name="T45" fmla="*/ 53 h 300"/>
                    <a:gd name="T46" fmla="*/ 574 w 916"/>
                    <a:gd name="T47" fmla="*/ 17 h 300"/>
                    <a:gd name="T48" fmla="*/ 662 w 916"/>
                    <a:gd name="T49" fmla="*/ 1 h 300"/>
                    <a:gd name="T50" fmla="*/ 732 w 916"/>
                    <a:gd name="T51" fmla="*/ 0 h 300"/>
                    <a:gd name="T52" fmla="*/ 806 w 916"/>
                    <a:gd name="T53" fmla="*/ 10 h 300"/>
                    <a:gd name="T54" fmla="*/ 875 w 916"/>
                    <a:gd name="T55" fmla="*/ 45 h 300"/>
                    <a:gd name="T56" fmla="*/ 914 w 916"/>
                    <a:gd name="T57" fmla="*/ 123 h 300"/>
                    <a:gd name="T58" fmla="*/ 900 w 916"/>
                    <a:gd name="T59" fmla="*/ 223 h 300"/>
                    <a:gd name="T60" fmla="*/ 843 w 916"/>
                    <a:gd name="T61" fmla="*/ 277 h 300"/>
                    <a:gd name="T62" fmla="*/ 768 w 916"/>
                    <a:gd name="T63" fmla="*/ 297 h 300"/>
                    <a:gd name="T64" fmla="*/ 699 w 916"/>
                    <a:gd name="T65" fmla="*/ 300 h 300"/>
                    <a:gd name="T66" fmla="*/ 632 w 916"/>
                    <a:gd name="T67" fmla="*/ 297 h 300"/>
                    <a:gd name="T68" fmla="*/ 557 w 916"/>
                    <a:gd name="T69" fmla="*/ 277 h 300"/>
                    <a:gd name="T70" fmla="*/ 500 w 916"/>
                    <a:gd name="T71" fmla="*/ 224 h 300"/>
                    <a:gd name="T72" fmla="*/ 485 w 916"/>
                    <a:gd name="T73" fmla="*/ 137 h 300"/>
                    <a:gd name="T74" fmla="*/ 432 w 916"/>
                    <a:gd name="T75" fmla="*/ 150 h 300"/>
                    <a:gd name="T76" fmla="*/ 405 w 916"/>
                    <a:gd name="T77" fmla="*/ 241 h 300"/>
                    <a:gd name="T78" fmla="*/ 342 w 916"/>
                    <a:gd name="T79" fmla="*/ 284 h 300"/>
                    <a:gd name="T80" fmla="*/ 266 w 916"/>
                    <a:gd name="T81" fmla="*/ 298 h 300"/>
                    <a:gd name="T82" fmla="*/ 201 w 916"/>
                    <a:gd name="T83" fmla="*/ 299 h 300"/>
                    <a:gd name="T84" fmla="*/ 129 w 916"/>
                    <a:gd name="T85" fmla="*/ 294 h 300"/>
                    <a:gd name="T86" fmla="*/ 57 w 916"/>
                    <a:gd name="T87" fmla="*/ 267 h 300"/>
                    <a:gd name="T88" fmla="*/ 7 w 916"/>
                    <a:gd name="T89" fmla="*/ 202 h 300"/>
                    <a:gd name="T90" fmla="*/ 7 w 916"/>
                    <a:gd name="T91" fmla="*/ 98 h 300"/>
                    <a:gd name="T92" fmla="*/ 57 w 916"/>
                    <a:gd name="T93" fmla="*/ 33 h 300"/>
                    <a:gd name="T94" fmla="*/ 129 w 916"/>
                    <a:gd name="T95" fmla="*/ 6 h 300"/>
                    <a:gd name="T96" fmla="*/ 201 w 916"/>
                    <a:gd name="T97"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16" h="300">
                      <a:moveTo>
                        <a:pt x="699" y="71"/>
                      </a:moveTo>
                      <a:lnTo>
                        <a:pt x="665" y="72"/>
                      </a:lnTo>
                      <a:lnTo>
                        <a:pt x="636" y="74"/>
                      </a:lnTo>
                      <a:lnTo>
                        <a:pt x="613" y="78"/>
                      </a:lnTo>
                      <a:lnTo>
                        <a:pt x="594" y="83"/>
                      </a:lnTo>
                      <a:lnTo>
                        <a:pt x="579" y="90"/>
                      </a:lnTo>
                      <a:lnTo>
                        <a:pt x="569" y="99"/>
                      </a:lnTo>
                      <a:lnTo>
                        <a:pt x="561" y="109"/>
                      </a:lnTo>
                      <a:lnTo>
                        <a:pt x="556" y="122"/>
                      </a:lnTo>
                      <a:lnTo>
                        <a:pt x="554" y="135"/>
                      </a:lnTo>
                      <a:lnTo>
                        <a:pt x="553" y="150"/>
                      </a:lnTo>
                      <a:lnTo>
                        <a:pt x="554" y="165"/>
                      </a:lnTo>
                      <a:lnTo>
                        <a:pt x="556" y="179"/>
                      </a:lnTo>
                      <a:lnTo>
                        <a:pt x="561" y="191"/>
                      </a:lnTo>
                      <a:lnTo>
                        <a:pt x="569" y="201"/>
                      </a:lnTo>
                      <a:lnTo>
                        <a:pt x="579" y="210"/>
                      </a:lnTo>
                      <a:lnTo>
                        <a:pt x="594" y="216"/>
                      </a:lnTo>
                      <a:lnTo>
                        <a:pt x="613" y="223"/>
                      </a:lnTo>
                      <a:lnTo>
                        <a:pt x="636" y="227"/>
                      </a:lnTo>
                      <a:lnTo>
                        <a:pt x="665" y="229"/>
                      </a:lnTo>
                      <a:lnTo>
                        <a:pt x="699" y="230"/>
                      </a:lnTo>
                      <a:lnTo>
                        <a:pt x="734" y="229"/>
                      </a:lnTo>
                      <a:lnTo>
                        <a:pt x="763" y="227"/>
                      </a:lnTo>
                      <a:lnTo>
                        <a:pt x="787" y="223"/>
                      </a:lnTo>
                      <a:lnTo>
                        <a:pt x="805" y="216"/>
                      </a:lnTo>
                      <a:lnTo>
                        <a:pt x="820" y="210"/>
                      </a:lnTo>
                      <a:lnTo>
                        <a:pt x="831" y="201"/>
                      </a:lnTo>
                      <a:lnTo>
                        <a:pt x="839" y="191"/>
                      </a:lnTo>
                      <a:lnTo>
                        <a:pt x="843" y="179"/>
                      </a:lnTo>
                      <a:lnTo>
                        <a:pt x="846" y="165"/>
                      </a:lnTo>
                      <a:lnTo>
                        <a:pt x="847" y="150"/>
                      </a:lnTo>
                      <a:lnTo>
                        <a:pt x="846" y="135"/>
                      </a:lnTo>
                      <a:lnTo>
                        <a:pt x="843" y="122"/>
                      </a:lnTo>
                      <a:lnTo>
                        <a:pt x="839" y="109"/>
                      </a:lnTo>
                      <a:lnTo>
                        <a:pt x="831" y="99"/>
                      </a:lnTo>
                      <a:lnTo>
                        <a:pt x="820" y="90"/>
                      </a:lnTo>
                      <a:lnTo>
                        <a:pt x="805" y="83"/>
                      </a:lnTo>
                      <a:lnTo>
                        <a:pt x="787" y="78"/>
                      </a:lnTo>
                      <a:lnTo>
                        <a:pt x="763" y="74"/>
                      </a:lnTo>
                      <a:lnTo>
                        <a:pt x="734" y="72"/>
                      </a:lnTo>
                      <a:lnTo>
                        <a:pt x="699" y="71"/>
                      </a:lnTo>
                      <a:close/>
                      <a:moveTo>
                        <a:pt x="216" y="71"/>
                      </a:moveTo>
                      <a:lnTo>
                        <a:pt x="182" y="72"/>
                      </a:lnTo>
                      <a:lnTo>
                        <a:pt x="153" y="74"/>
                      </a:lnTo>
                      <a:lnTo>
                        <a:pt x="130" y="78"/>
                      </a:lnTo>
                      <a:lnTo>
                        <a:pt x="111" y="83"/>
                      </a:lnTo>
                      <a:lnTo>
                        <a:pt x="96" y="90"/>
                      </a:lnTo>
                      <a:lnTo>
                        <a:pt x="85" y="99"/>
                      </a:lnTo>
                      <a:lnTo>
                        <a:pt x="78" y="109"/>
                      </a:lnTo>
                      <a:lnTo>
                        <a:pt x="73" y="122"/>
                      </a:lnTo>
                      <a:lnTo>
                        <a:pt x="70" y="135"/>
                      </a:lnTo>
                      <a:lnTo>
                        <a:pt x="70" y="150"/>
                      </a:lnTo>
                      <a:lnTo>
                        <a:pt x="70" y="165"/>
                      </a:lnTo>
                      <a:lnTo>
                        <a:pt x="73" y="179"/>
                      </a:lnTo>
                      <a:lnTo>
                        <a:pt x="78" y="191"/>
                      </a:lnTo>
                      <a:lnTo>
                        <a:pt x="85" y="201"/>
                      </a:lnTo>
                      <a:lnTo>
                        <a:pt x="96" y="210"/>
                      </a:lnTo>
                      <a:lnTo>
                        <a:pt x="111" y="216"/>
                      </a:lnTo>
                      <a:lnTo>
                        <a:pt x="130" y="223"/>
                      </a:lnTo>
                      <a:lnTo>
                        <a:pt x="153" y="227"/>
                      </a:lnTo>
                      <a:lnTo>
                        <a:pt x="182" y="229"/>
                      </a:lnTo>
                      <a:lnTo>
                        <a:pt x="216" y="230"/>
                      </a:lnTo>
                      <a:lnTo>
                        <a:pt x="250" y="229"/>
                      </a:lnTo>
                      <a:lnTo>
                        <a:pt x="280" y="227"/>
                      </a:lnTo>
                      <a:lnTo>
                        <a:pt x="304" y="223"/>
                      </a:lnTo>
                      <a:lnTo>
                        <a:pt x="322" y="216"/>
                      </a:lnTo>
                      <a:lnTo>
                        <a:pt x="337" y="210"/>
                      </a:lnTo>
                      <a:lnTo>
                        <a:pt x="348" y="201"/>
                      </a:lnTo>
                      <a:lnTo>
                        <a:pt x="355" y="191"/>
                      </a:lnTo>
                      <a:lnTo>
                        <a:pt x="360" y="179"/>
                      </a:lnTo>
                      <a:lnTo>
                        <a:pt x="363" y="165"/>
                      </a:lnTo>
                      <a:lnTo>
                        <a:pt x="363" y="150"/>
                      </a:lnTo>
                      <a:lnTo>
                        <a:pt x="363" y="135"/>
                      </a:lnTo>
                      <a:lnTo>
                        <a:pt x="360" y="122"/>
                      </a:lnTo>
                      <a:lnTo>
                        <a:pt x="355" y="109"/>
                      </a:lnTo>
                      <a:lnTo>
                        <a:pt x="348" y="99"/>
                      </a:lnTo>
                      <a:lnTo>
                        <a:pt x="337" y="90"/>
                      </a:lnTo>
                      <a:lnTo>
                        <a:pt x="322" y="83"/>
                      </a:lnTo>
                      <a:lnTo>
                        <a:pt x="304" y="78"/>
                      </a:lnTo>
                      <a:lnTo>
                        <a:pt x="280" y="74"/>
                      </a:lnTo>
                      <a:lnTo>
                        <a:pt x="250" y="72"/>
                      </a:lnTo>
                      <a:lnTo>
                        <a:pt x="216" y="71"/>
                      </a:lnTo>
                      <a:close/>
                      <a:moveTo>
                        <a:pt x="216" y="0"/>
                      </a:moveTo>
                      <a:lnTo>
                        <a:pt x="234" y="0"/>
                      </a:lnTo>
                      <a:lnTo>
                        <a:pt x="254" y="1"/>
                      </a:lnTo>
                      <a:lnTo>
                        <a:pt x="276" y="2"/>
                      </a:lnTo>
                      <a:lnTo>
                        <a:pt x="298" y="5"/>
                      </a:lnTo>
                      <a:lnTo>
                        <a:pt x="321" y="9"/>
                      </a:lnTo>
                      <a:lnTo>
                        <a:pt x="343" y="17"/>
                      </a:lnTo>
                      <a:lnTo>
                        <a:pt x="364" y="26"/>
                      </a:lnTo>
                      <a:lnTo>
                        <a:pt x="383" y="37"/>
                      </a:lnTo>
                      <a:lnTo>
                        <a:pt x="400" y="53"/>
                      </a:lnTo>
                      <a:lnTo>
                        <a:pt x="516" y="53"/>
                      </a:lnTo>
                      <a:lnTo>
                        <a:pt x="533" y="37"/>
                      </a:lnTo>
                      <a:lnTo>
                        <a:pt x="553" y="26"/>
                      </a:lnTo>
                      <a:lnTo>
                        <a:pt x="574" y="17"/>
                      </a:lnTo>
                      <a:lnTo>
                        <a:pt x="596" y="9"/>
                      </a:lnTo>
                      <a:lnTo>
                        <a:pt x="618" y="5"/>
                      </a:lnTo>
                      <a:lnTo>
                        <a:pt x="640" y="2"/>
                      </a:lnTo>
                      <a:lnTo>
                        <a:pt x="662" y="1"/>
                      </a:lnTo>
                      <a:lnTo>
                        <a:pt x="682" y="0"/>
                      </a:lnTo>
                      <a:lnTo>
                        <a:pt x="699" y="0"/>
                      </a:lnTo>
                      <a:lnTo>
                        <a:pt x="715" y="0"/>
                      </a:lnTo>
                      <a:lnTo>
                        <a:pt x="732" y="0"/>
                      </a:lnTo>
                      <a:lnTo>
                        <a:pt x="749" y="1"/>
                      </a:lnTo>
                      <a:lnTo>
                        <a:pt x="768" y="3"/>
                      </a:lnTo>
                      <a:lnTo>
                        <a:pt x="787" y="6"/>
                      </a:lnTo>
                      <a:lnTo>
                        <a:pt x="806" y="10"/>
                      </a:lnTo>
                      <a:lnTo>
                        <a:pt x="825" y="16"/>
                      </a:lnTo>
                      <a:lnTo>
                        <a:pt x="843" y="24"/>
                      </a:lnTo>
                      <a:lnTo>
                        <a:pt x="860" y="33"/>
                      </a:lnTo>
                      <a:lnTo>
                        <a:pt x="875" y="45"/>
                      </a:lnTo>
                      <a:lnTo>
                        <a:pt x="889" y="59"/>
                      </a:lnTo>
                      <a:lnTo>
                        <a:pt x="900" y="77"/>
                      </a:lnTo>
                      <a:lnTo>
                        <a:pt x="908" y="98"/>
                      </a:lnTo>
                      <a:lnTo>
                        <a:pt x="914" y="123"/>
                      </a:lnTo>
                      <a:lnTo>
                        <a:pt x="916" y="150"/>
                      </a:lnTo>
                      <a:lnTo>
                        <a:pt x="914" y="178"/>
                      </a:lnTo>
                      <a:lnTo>
                        <a:pt x="908" y="202"/>
                      </a:lnTo>
                      <a:lnTo>
                        <a:pt x="900" y="223"/>
                      </a:lnTo>
                      <a:lnTo>
                        <a:pt x="889" y="241"/>
                      </a:lnTo>
                      <a:lnTo>
                        <a:pt x="875" y="255"/>
                      </a:lnTo>
                      <a:lnTo>
                        <a:pt x="860" y="267"/>
                      </a:lnTo>
                      <a:lnTo>
                        <a:pt x="843" y="277"/>
                      </a:lnTo>
                      <a:lnTo>
                        <a:pt x="825" y="285"/>
                      </a:lnTo>
                      <a:lnTo>
                        <a:pt x="806" y="290"/>
                      </a:lnTo>
                      <a:lnTo>
                        <a:pt x="787" y="294"/>
                      </a:lnTo>
                      <a:lnTo>
                        <a:pt x="768" y="297"/>
                      </a:lnTo>
                      <a:lnTo>
                        <a:pt x="749" y="298"/>
                      </a:lnTo>
                      <a:lnTo>
                        <a:pt x="732" y="299"/>
                      </a:lnTo>
                      <a:lnTo>
                        <a:pt x="715" y="299"/>
                      </a:lnTo>
                      <a:lnTo>
                        <a:pt x="699" y="300"/>
                      </a:lnTo>
                      <a:lnTo>
                        <a:pt x="685" y="299"/>
                      </a:lnTo>
                      <a:lnTo>
                        <a:pt x="668" y="299"/>
                      </a:lnTo>
                      <a:lnTo>
                        <a:pt x="650" y="298"/>
                      </a:lnTo>
                      <a:lnTo>
                        <a:pt x="632" y="297"/>
                      </a:lnTo>
                      <a:lnTo>
                        <a:pt x="613" y="294"/>
                      </a:lnTo>
                      <a:lnTo>
                        <a:pt x="593" y="290"/>
                      </a:lnTo>
                      <a:lnTo>
                        <a:pt x="575" y="285"/>
                      </a:lnTo>
                      <a:lnTo>
                        <a:pt x="557" y="277"/>
                      </a:lnTo>
                      <a:lnTo>
                        <a:pt x="540" y="267"/>
                      </a:lnTo>
                      <a:lnTo>
                        <a:pt x="524" y="255"/>
                      </a:lnTo>
                      <a:lnTo>
                        <a:pt x="511" y="241"/>
                      </a:lnTo>
                      <a:lnTo>
                        <a:pt x="500" y="224"/>
                      </a:lnTo>
                      <a:lnTo>
                        <a:pt x="491" y="202"/>
                      </a:lnTo>
                      <a:lnTo>
                        <a:pt x="486" y="179"/>
                      </a:lnTo>
                      <a:lnTo>
                        <a:pt x="484" y="150"/>
                      </a:lnTo>
                      <a:lnTo>
                        <a:pt x="485" y="137"/>
                      </a:lnTo>
                      <a:lnTo>
                        <a:pt x="486" y="125"/>
                      </a:lnTo>
                      <a:lnTo>
                        <a:pt x="430" y="125"/>
                      </a:lnTo>
                      <a:lnTo>
                        <a:pt x="432" y="137"/>
                      </a:lnTo>
                      <a:lnTo>
                        <a:pt x="432" y="150"/>
                      </a:lnTo>
                      <a:lnTo>
                        <a:pt x="430" y="179"/>
                      </a:lnTo>
                      <a:lnTo>
                        <a:pt x="425" y="202"/>
                      </a:lnTo>
                      <a:lnTo>
                        <a:pt x="416" y="224"/>
                      </a:lnTo>
                      <a:lnTo>
                        <a:pt x="405" y="241"/>
                      </a:lnTo>
                      <a:lnTo>
                        <a:pt x="392" y="255"/>
                      </a:lnTo>
                      <a:lnTo>
                        <a:pt x="377" y="267"/>
                      </a:lnTo>
                      <a:lnTo>
                        <a:pt x="360" y="277"/>
                      </a:lnTo>
                      <a:lnTo>
                        <a:pt x="342" y="284"/>
                      </a:lnTo>
                      <a:lnTo>
                        <a:pt x="323" y="290"/>
                      </a:lnTo>
                      <a:lnTo>
                        <a:pt x="304" y="294"/>
                      </a:lnTo>
                      <a:lnTo>
                        <a:pt x="285" y="296"/>
                      </a:lnTo>
                      <a:lnTo>
                        <a:pt x="266" y="298"/>
                      </a:lnTo>
                      <a:lnTo>
                        <a:pt x="248" y="299"/>
                      </a:lnTo>
                      <a:lnTo>
                        <a:pt x="231" y="299"/>
                      </a:lnTo>
                      <a:lnTo>
                        <a:pt x="216" y="299"/>
                      </a:lnTo>
                      <a:lnTo>
                        <a:pt x="201" y="299"/>
                      </a:lnTo>
                      <a:lnTo>
                        <a:pt x="185" y="299"/>
                      </a:lnTo>
                      <a:lnTo>
                        <a:pt x="167" y="298"/>
                      </a:lnTo>
                      <a:lnTo>
                        <a:pt x="148" y="296"/>
                      </a:lnTo>
                      <a:lnTo>
                        <a:pt x="129" y="294"/>
                      </a:lnTo>
                      <a:lnTo>
                        <a:pt x="110" y="290"/>
                      </a:lnTo>
                      <a:lnTo>
                        <a:pt x="91" y="284"/>
                      </a:lnTo>
                      <a:lnTo>
                        <a:pt x="73" y="277"/>
                      </a:lnTo>
                      <a:lnTo>
                        <a:pt x="57" y="267"/>
                      </a:lnTo>
                      <a:lnTo>
                        <a:pt x="41" y="255"/>
                      </a:lnTo>
                      <a:lnTo>
                        <a:pt x="27" y="240"/>
                      </a:lnTo>
                      <a:lnTo>
                        <a:pt x="16" y="223"/>
                      </a:lnTo>
                      <a:lnTo>
                        <a:pt x="7" y="202"/>
                      </a:lnTo>
                      <a:lnTo>
                        <a:pt x="2" y="178"/>
                      </a:lnTo>
                      <a:lnTo>
                        <a:pt x="0" y="150"/>
                      </a:lnTo>
                      <a:lnTo>
                        <a:pt x="2" y="122"/>
                      </a:lnTo>
                      <a:lnTo>
                        <a:pt x="7" y="98"/>
                      </a:lnTo>
                      <a:lnTo>
                        <a:pt x="16" y="77"/>
                      </a:lnTo>
                      <a:lnTo>
                        <a:pt x="27" y="59"/>
                      </a:lnTo>
                      <a:lnTo>
                        <a:pt x="41" y="45"/>
                      </a:lnTo>
                      <a:lnTo>
                        <a:pt x="57" y="33"/>
                      </a:lnTo>
                      <a:lnTo>
                        <a:pt x="73" y="23"/>
                      </a:lnTo>
                      <a:lnTo>
                        <a:pt x="91" y="16"/>
                      </a:lnTo>
                      <a:lnTo>
                        <a:pt x="110" y="10"/>
                      </a:lnTo>
                      <a:lnTo>
                        <a:pt x="129" y="6"/>
                      </a:lnTo>
                      <a:lnTo>
                        <a:pt x="148" y="3"/>
                      </a:lnTo>
                      <a:lnTo>
                        <a:pt x="167" y="1"/>
                      </a:lnTo>
                      <a:lnTo>
                        <a:pt x="185" y="0"/>
                      </a:lnTo>
                      <a:lnTo>
                        <a:pt x="201" y="0"/>
                      </a:lnTo>
                      <a:lnTo>
                        <a:pt x="216"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1" name="Freeform 24"/>
                <p:cNvSpPr>
                  <a:spLocks noEditPoints="1"/>
                </p:cNvSpPr>
                <p:nvPr/>
              </p:nvSpPr>
              <p:spPr bwMode="auto">
                <a:xfrm>
                  <a:off x="2597" y="4335"/>
                  <a:ext cx="217" cy="124"/>
                </a:xfrm>
                <a:custGeom>
                  <a:avLst/>
                  <a:gdLst>
                    <a:gd name="T0" fmla="*/ 1796 w 2393"/>
                    <a:gd name="T1" fmla="*/ 704 h 1360"/>
                    <a:gd name="T2" fmla="*/ 1761 w 2393"/>
                    <a:gd name="T3" fmla="*/ 720 h 1360"/>
                    <a:gd name="T4" fmla="*/ 1590 w 2393"/>
                    <a:gd name="T5" fmla="*/ 904 h 1360"/>
                    <a:gd name="T6" fmla="*/ 1882 w 2393"/>
                    <a:gd name="T7" fmla="*/ 733 h 1360"/>
                    <a:gd name="T8" fmla="*/ 1851 w 2393"/>
                    <a:gd name="T9" fmla="*/ 709 h 1360"/>
                    <a:gd name="T10" fmla="*/ 1814 w 2393"/>
                    <a:gd name="T11" fmla="*/ 702 h 1360"/>
                    <a:gd name="T12" fmla="*/ 1831 w 2393"/>
                    <a:gd name="T13" fmla="*/ 20 h 1360"/>
                    <a:gd name="T14" fmla="*/ 1950 w 2393"/>
                    <a:gd name="T15" fmla="*/ 61 h 1360"/>
                    <a:gd name="T16" fmla="*/ 2057 w 2393"/>
                    <a:gd name="T17" fmla="*/ 121 h 1360"/>
                    <a:gd name="T18" fmla="*/ 2154 w 2393"/>
                    <a:gd name="T19" fmla="*/ 196 h 1360"/>
                    <a:gd name="T20" fmla="*/ 2235 w 2393"/>
                    <a:gd name="T21" fmla="*/ 286 h 1360"/>
                    <a:gd name="T22" fmla="*/ 2301 w 2393"/>
                    <a:gd name="T23" fmla="*/ 388 h 1360"/>
                    <a:gd name="T24" fmla="*/ 2352 w 2393"/>
                    <a:gd name="T25" fmla="*/ 501 h 1360"/>
                    <a:gd name="T26" fmla="*/ 2382 w 2393"/>
                    <a:gd name="T27" fmla="*/ 622 h 1360"/>
                    <a:gd name="T28" fmla="*/ 2393 w 2393"/>
                    <a:gd name="T29" fmla="*/ 748 h 1360"/>
                    <a:gd name="T30" fmla="*/ 2390 w 2393"/>
                    <a:gd name="T31" fmla="*/ 1230 h 1360"/>
                    <a:gd name="T32" fmla="*/ 2370 w 2393"/>
                    <a:gd name="T33" fmla="*/ 1282 h 1360"/>
                    <a:gd name="T34" fmla="*/ 2335 w 2393"/>
                    <a:gd name="T35" fmla="*/ 1324 h 1360"/>
                    <a:gd name="T36" fmla="*/ 2286 w 2393"/>
                    <a:gd name="T37" fmla="*/ 1351 h 1360"/>
                    <a:gd name="T38" fmla="*/ 2230 w 2393"/>
                    <a:gd name="T39" fmla="*/ 1360 h 1360"/>
                    <a:gd name="T40" fmla="*/ 129 w 2393"/>
                    <a:gd name="T41" fmla="*/ 1358 h 1360"/>
                    <a:gd name="T42" fmla="*/ 77 w 2393"/>
                    <a:gd name="T43" fmla="*/ 1339 h 1360"/>
                    <a:gd name="T44" fmla="*/ 36 w 2393"/>
                    <a:gd name="T45" fmla="*/ 1304 h 1360"/>
                    <a:gd name="T46" fmla="*/ 10 w 2393"/>
                    <a:gd name="T47" fmla="*/ 1256 h 1360"/>
                    <a:gd name="T48" fmla="*/ 0 w 2393"/>
                    <a:gd name="T49" fmla="*/ 1200 h 1360"/>
                    <a:gd name="T50" fmla="*/ 3 w 2393"/>
                    <a:gd name="T51" fmla="*/ 684 h 1360"/>
                    <a:gd name="T52" fmla="*/ 23 w 2393"/>
                    <a:gd name="T53" fmla="*/ 561 h 1360"/>
                    <a:gd name="T54" fmla="*/ 63 w 2393"/>
                    <a:gd name="T55" fmla="*/ 443 h 1360"/>
                    <a:gd name="T56" fmla="*/ 122 w 2393"/>
                    <a:gd name="T57" fmla="*/ 336 h 1360"/>
                    <a:gd name="T58" fmla="*/ 195 w 2393"/>
                    <a:gd name="T59" fmla="*/ 240 h 1360"/>
                    <a:gd name="T60" fmla="*/ 283 w 2393"/>
                    <a:gd name="T61" fmla="*/ 157 h 1360"/>
                    <a:gd name="T62" fmla="*/ 385 w 2393"/>
                    <a:gd name="T63" fmla="*/ 89 h 1360"/>
                    <a:gd name="T64" fmla="*/ 498 w 2393"/>
                    <a:gd name="T65" fmla="*/ 38 h 1360"/>
                    <a:gd name="T66" fmla="*/ 640 w 2393"/>
                    <a:gd name="T67" fmla="*/ 0 h 1360"/>
                    <a:gd name="T68" fmla="*/ 1748 w 2393"/>
                    <a:gd name="T69" fmla="*/ 0 h 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93" h="1360">
                      <a:moveTo>
                        <a:pt x="1814" y="702"/>
                      </a:moveTo>
                      <a:lnTo>
                        <a:pt x="1796" y="704"/>
                      </a:lnTo>
                      <a:lnTo>
                        <a:pt x="1778" y="709"/>
                      </a:lnTo>
                      <a:lnTo>
                        <a:pt x="1761" y="720"/>
                      </a:lnTo>
                      <a:lnTo>
                        <a:pt x="1746" y="733"/>
                      </a:lnTo>
                      <a:lnTo>
                        <a:pt x="1590" y="904"/>
                      </a:lnTo>
                      <a:lnTo>
                        <a:pt x="2038" y="904"/>
                      </a:lnTo>
                      <a:lnTo>
                        <a:pt x="1882" y="733"/>
                      </a:lnTo>
                      <a:lnTo>
                        <a:pt x="1867" y="719"/>
                      </a:lnTo>
                      <a:lnTo>
                        <a:pt x="1851" y="709"/>
                      </a:lnTo>
                      <a:lnTo>
                        <a:pt x="1833" y="703"/>
                      </a:lnTo>
                      <a:lnTo>
                        <a:pt x="1814" y="702"/>
                      </a:lnTo>
                      <a:close/>
                      <a:moveTo>
                        <a:pt x="1748" y="0"/>
                      </a:moveTo>
                      <a:lnTo>
                        <a:pt x="1831" y="20"/>
                      </a:lnTo>
                      <a:lnTo>
                        <a:pt x="1892" y="38"/>
                      </a:lnTo>
                      <a:lnTo>
                        <a:pt x="1950" y="61"/>
                      </a:lnTo>
                      <a:lnTo>
                        <a:pt x="2005" y="88"/>
                      </a:lnTo>
                      <a:lnTo>
                        <a:pt x="2057" y="121"/>
                      </a:lnTo>
                      <a:lnTo>
                        <a:pt x="2107" y="157"/>
                      </a:lnTo>
                      <a:lnTo>
                        <a:pt x="2154" y="196"/>
                      </a:lnTo>
                      <a:lnTo>
                        <a:pt x="2196" y="239"/>
                      </a:lnTo>
                      <a:lnTo>
                        <a:pt x="2235" y="286"/>
                      </a:lnTo>
                      <a:lnTo>
                        <a:pt x="2270" y="336"/>
                      </a:lnTo>
                      <a:lnTo>
                        <a:pt x="2301" y="388"/>
                      </a:lnTo>
                      <a:lnTo>
                        <a:pt x="2328" y="443"/>
                      </a:lnTo>
                      <a:lnTo>
                        <a:pt x="2352" y="501"/>
                      </a:lnTo>
                      <a:lnTo>
                        <a:pt x="2369" y="561"/>
                      </a:lnTo>
                      <a:lnTo>
                        <a:pt x="2382" y="622"/>
                      </a:lnTo>
                      <a:lnTo>
                        <a:pt x="2390" y="684"/>
                      </a:lnTo>
                      <a:lnTo>
                        <a:pt x="2393" y="748"/>
                      </a:lnTo>
                      <a:lnTo>
                        <a:pt x="2393" y="1200"/>
                      </a:lnTo>
                      <a:lnTo>
                        <a:pt x="2390" y="1230"/>
                      </a:lnTo>
                      <a:lnTo>
                        <a:pt x="2383" y="1256"/>
                      </a:lnTo>
                      <a:lnTo>
                        <a:pt x="2370" y="1282"/>
                      </a:lnTo>
                      <a:lnTo>
                        <a:pt x="2354" y="1304"/>
                      </a:lnTo>
                      <a:lnTo>
                        <a:pt x="2335" y="1324"/>
                      </a:lnTo>
                      <a:lnTo>
                        <a:pt x="2311" y="1339"/>
                      </a:lnTo>
                      <a:lnTo>
                        <a:pt x="2286" y="1351"/>
                      </a:lnTo>
                      <a:lnTo>
                        <a:pt x="2259" y="1358"/>
                      </a:lnTo>
                      <a:lnTo>
                        <a:pt x="2230" y="1360"/>
                      </a:lnTo>
                      <a:lnTo>
                        <a:pt x="157" y="1360"/>
                      </a:lnTo>
                      <a:lnTo>
                        <a:pt x="129" y="1358"/>
                      </a:lnTo>
                      <a:lnTo>
                        <a:pt x="101" y="1351"/>
                      </a:lnTo>
                      <a:lnTo>
                        <a:pt x="77" y="1339"/>
                      </a:lnTo>
                      <a:lnTo>
                        <a:pt x="55" y="1324"/>
                      </a:lnTo>
                      <a:lnTo>
                        <a:pt x="36" y="1304"/>
                      </a:lnTo>
                      <a:lnTo>
                        <a:pt x="21" y="1282"/>
                      </a:lnTo>
                      <a:lnTo>
                        <a:pt x="10" y="1256"/>
                      </a:lnTo>
                      <a:lnTo>
                        <a:pt x="3" y="1230"/>
                      </a:lnTo>
                      <a:lnTo>
                        <a:pt x="0" y="1200"/>
                      </a:lnTo>
                      <a:lnTo>
                        <a:pt x="0" y="748"/>
                      </a:lnTo>
                      <a:lnTo>
                        <a:pt x="3" y="684"/>
                      </a:lnTo>
                      <a:lnTo>
                        <a:pt x="11" y="622"/>
                      </a:lnTo>
                      <a:lnTo>
                        <a:pt x="23" y="561"/>
                      </a:lnTo>
                      <a:lnTo>
                        <a:pt x="41" y="501"/>
                      </a:lnTo>
                      <a:lnTo>
                        <a:pt x="63" y="443"/>
                      </a:lnTo>
                      <a:lnTo>
                        <a:pt x="90" y="389"/>
                      </a:lnTo>
                      <a:lnTo>
                        <a:pt x="122" y="336"/>
                      </a:lnTo>
                      <a:lnTo>
                        <a:pt x="156" y="286"/>
                      </a:lnTo>
                      <a:lnTo>
                        <a:pt x="195" y="240"/>
                      </a:lnTo>
                      <a:lnTo>
                        <a:pt x="237" y="196"/>
                      </a:lnTo>
                      <a:lnTo>
                        <a:pt x="283" y="157"/>
                      </a:lnTo>
                      <a:lnTo>
                        <a:pt x="332" y="121"/>
                      </a:lnTo>
                      <a:lnTo>
                        <a:pt x="385" y="89"/>
                      </a:lnTo>
                      <a:lnTo>
                        <a:pt x="440" y="62"/>
                      </a:lnTo>
                      <a:lnTo>
                        <a:pt x="498" y="38"/>
                      </a:lnTo>
                      <a:lnTo>
                        <a:pt x="559" y="20"/>
                      </a:lnTo>
                      <a:lnTo>
                        <a:pt x="640" y="0"/>
                      </a:lnTo>
                      <a:lnTo>
                        <a:pt x="1193" y="1280"/>
                      </a:lnTo>
                      <a:lnTo>
                        <a:pt x="1748"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42" name="Freeform 25"/>
                <p:cNvSpPr/>
                <p:nvPr/>
              </p:nvSpPr>
              <p:spPr bwMode="auto">
                <a:xfrm>
                  <a:off x="2689" y="4347"/>
                  <a:ext cx="34" cy="83"/>
                </a:xfrm>
                <a:custGeom>
                  <a:avLst/>
                  <a:gdLst>
                    <a:gd name="T0" fmla="*/ 135 w 373"/>
                    <a:gd name="T1" fmla="*/ 0 h 915"/>
                    <a:gd name="T2" fmla="*/ 237 w 373"/>
                    <a:gd name="T3" fmla="*/ 0 h 915"/>
                    <a:gd name="T4" fmla="*/ 258 w 373"/>
                    <a:gd name="T5" fmla="*/ 2 h 915"/>
                    <a:gd name="T6" fmla="*/ 278 w 373"/>
                    <a:gd name="T7" fmla="*/ 9 h 915"/>
                    <a:gd name="T8" fmla="*/ 295 w 373"/>
                    <a:gd name="T9" fmla="*/ 21 h 915"/>
                    <a:gd name="T10" fmla="*/ 310 w 373"/>
                    <a:gd name="T11" fmla="*/ 36 h 915"/>
                    <a:gd name="T12" fmla="*/ 321 w 373"/>
                    <a:gd name="T13" fmla="*/ 53 h 915"/>
                    <a:gd name="T14" fmla="*/ 328 w 373"/>
                    <a:gd name="T15" fmla="*/ 74 h 915"/>
                    <a:gd name="T16" fmla="*/ 366 w 373"/>
                    <a:gd name="T17" fmla="*/ 234 h 915"/>
                    <a:gd name="T18" fmla="*/ 368 w 373"/>
                    <a:gd name="T19" fmla="*/ 257 h 915"/>
                    <a:gd name="T20" fmla="*/ 365 w 373"/>
                    <a:gd name="T21" fmla="*/ 281 h 915"/>
                    <a:gd name="T22" fmla="*/ 357 w 373"/>
                    <a:gd name="T23" fmla="*/ 301 h 915"/>
                    <a:gd name="T24" fmla="*/ 345 w 373"/>
                    <a:gd name="T25" fmla="*/ 319 h 915"/>
                    <a:gd name="T26" fmla="*/ 329 w 373"/>
                    <a:gd name="T27" fmla="*/ 334 h 915"/>
                    <a:gd name="T28" fmla="*/ 309 w 373"/>
                    <a:gd name="T29" fmla="*/ 345 h 915"/>
                    <a:gd name="T30" fmla="*/ 287 w 373"/>
                    <a:gd name="T31" fmla="*/ 351 h 915"/>
                    <a:gd name="T32" fmla="*/ 373 w 373"/>
                    <a:gd name="T33" fmla="*/ 438 h 915"/>
                    <a:gd name="T34" fmla="*/ 187 w 373"/>
                    <a:gd name="T35" fmla="*/ 915 h 915"/>
                    <a:gd name="T36" fmla="*/ 0 w 373"/>
                    <a:gd name="T37" fmla="*/ 438 h 915"/>
                    <a:gd name="T38" fmla="*/ 85 w 373"/>
                    <a:gd name="T39" fmla="*/ 351 h 915"/>
                    <a:gd name="T40" fmla="*/ 63 w 373"/>
                    <a:gd name="T41" fmla="*/ 345 h 915"/>
                    <a:gd name="T42" fmla="*/ 44 w 373"/>
                    <a:gd name="T43" fmla="*/ 334 h 915"/>
                    <a:gd name="T44" fmla="*/ 27 w 373"/>
                    <a:gd name="T45" fmla="*/ 319 h 915"/>
                    <a:gd name="T46" fmla="*/ 15 w 373"/>
                    <a:gd name="T47" fmla="*/ 301 h 915"/>
                    <a:gd name="T48" fmla="*/ 7 w 373"/>
                    <a:gd name="T49" fmla="*/ 281 h 915"/>
                    <a:gd name="T50" fmla="*/ 4 w 373"/>
                    <a:gd name="T51" fmla="*/ 257 h 915"/>
                    <a:gd name="T52" fmla="*/ 6 w 373"/>
                    <a:gd name="T53" fmla="*/ 234 h 915"/>
                    <a:gd name="T54" fmla="*/ 44 w 373"/>
                    <a:gd name="T55" fmla="*/ 74 h 915"/>
                    <a:gd name="T56" fmla="*/ 52 w 373"/>
                    <a:gd name="T57" fmla="*/ 53 h 915"/>
                    <a:gd name="T58" fmla="*/ 63 w 373"/>
                    <a:gd name="T59" fmla="*/ 36 h 915"/>
                    <a:gd name="T60" fmla="*/ 77 w 373"/>
                    <a:gd name="T61" fmla="*/ 21 h 915"/>
                    <a:gd name="T62" fmla="*/ 95 w 373"/>
                    <a:gd name="T63" fmla="*/ 9 h 915"/>
                    <a:gd name="T64" fmla="*/ 114 w 373"/>
                    <a:gd name="T65" fmla="*/ 2 h 915"/>
                    <a:gd name="T66" fmla="*/ 135 w 373"/>
                    <a:gd name="T67" fmla="*/ 0 h 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3" h="915">
                      <a:moveTo>
                        <a:pt x="135" y="0"/>
                      </a:moveTo>
                      <a:lnTo>
                        <a:pt x="237" y="0"/>
                      </a:lnTo>
                      <a:lnTo>
                        <a:pt x="258" y="2"/>
                      </a:lnTo>
                      <a:lnTo>
                        <a:pt x="278" y="9"/>
                      </a:lnTo>
                      <a:lnTo>
                        <a:pt x="295" y="21"/>
                      </a:lnTo>
                      <a:lnTo>
                        <a:pt x="310" y="36"/>
                      </a:lnTo>
                      <a:lnTo>
                        <a:pt x="321" y="53"/>
                      </a:lnTo>
                      <a:lnTo>
                        <a:pt x="328" y="74"/>
                      </a:lnTo>
                      <a:lnTo>
                        <a:pt x="366" y="234"/>
                      </a:lnTo>
                      <a:lnTo>
                        <a:pt x="368" y="257"/>
                      </a:lnTo>
                      <a:lnTo>
                        <a:pt x="365" y="281"/>
                      </a:lnTo>
                      <a:lnTo>
                        <a:pt x="357" y="301"/>
                      </a:lnTo>
                      <a:lnTo>
                        <a:pt x="345" y="319"/>
                      </a:lnTo>
                      <a:lnTo>
                        <a:pt x="329" y="334"/>
                      </a:lnTo>
                      <a:lnTo>
                        <a:pt x="309" y="345"/>
                      </a:lnTo>
                      <a:lnTo>
                        <a:pt x="287" y="351"/>
                      </a:lnTo>
                      <a:lnTo>
                        <a:pt x="373" y="438"/>
                      </a:lnTo>
                      <a:lnTo>
                        <a:pt x="187" y="915"/>
                      </a:lnTo>
                      <a:lnTo>
                        <a:pt x="0" y="438"/>
                      </a:lnTo>
                      <a:lnTo>
                        <a:pt x="85" y="351"/>
                      </a:lnTo>
                      <a:lnTo>
                        <a:pt x="63" y="345"/>
                      </a:lnTo>
                      <a:lnTo>
                        <a:pt x="44" y="334"/>
                      </a:lnTo>
                      <a:lnTo>
                        <a:pt x="27" y="319"/>
                      </a:lnTo>
                      <a:lnTo>
                        <a:pt x="15" y="301"/>
                      </a:lnTo>
                      <a:lnTo>
                        <a:pt x="7" y="281"/>
                      </a:lnTo>
                      <a:lnTo>
                        <a:pt x="4" y="257"/>
                      </a:lnTo>
                      <a:lnTo>
                        <a:pt x="6" y="234"/>
                      </a:lnTo>
                      <a:lnTo>
                        <a:pt x="44" y="74"/>
                      </a:lnTo>
                      <a:lnTo>
                        <a:pt x="52" y="53"/>
                      </a:lnTo>
                      <a:lnTo>
                        <a:pt x="63" y="36"/>
                      </a:lnTo>
                      <a:lnTo>
                        <a:pt x="77" y="21"/>
                      </a:lnTo>
                      <a:lnTo>
                        <a:pt x="95" y="9"/>
                      </a:lnTo>
                      <a:lnTo>
                        <a:pt x="114" y="2"/>
                      </a:lnTo>
                      <a:lnTo>
                        <a:pt x="135"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grpSp>
          <p:sp>
            <p:nvSpPr>
              <p:cNvPr id="38" name="椭圆 37"/>
              <p:cNvSpPr/>
              <p:nvPr/>
            </p:nvSpPr>
            <p:spPr>
              <a:xfrm>
                <a:off x="809944" y="4637862"/>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nvGrpSpPr>
            <p:cNvPr id="19" name="组合 18"/>
            <p:cNvGrpSpPr/>
            <p:nvPr/>
          </p:nvGrpSpPr>
          <p:grpSpPr>
            <a:xfrm>
              <a:off x="1865189" y="4782240"/>
              <a:ext cx="848538" cy="848538"/>
              <a:chOff x="2418701" y="4675290"/>
              <a:chExt cx="848538" cy="848538"/>
            </a:xfrm>
          </p:grpSpPr>
          <p:sp>
            <p:nvSpPr>
              <p:cNvPr id="26" name="Freeform 11"/>
              <p:cNvSpPr>
                <a:spLocks noEditPoints="1"/>
              </p:cNvSpPr>
              <p:nvPr/>
            </p:nvSpPr>
            <p:spPr bwMode="auto">
              <a:xfrm flipH="1">
                <a:off x="2635681" y="4884457"/>
                <a:ext cx="350410" cy="430205"/>
              </a:xfrm>
              <a:custGeom>
                <a:avLst/>
                <a:gdLst>
                  <a:gd name="T0" fmla="*/ 1930 w 2831"/>
                  <a:gd name="T1" fmla="*/ 2787 h 3472"/>
                  <a:gd name="T2" fmla="*/ 1791 w 2831"/>
                  <a:gd name="T3" fmla="*/ 2855 h 3472"/>
                  <a:gd name="T4" fmla="*/ 2114 w 2831"/>
                  <a:gd name="T5" fmla="*/ 3172 h 3472"/>
                  <a:gd name="T6" fmla="*/ 2628 w 2831"/>
                  <a:gd name="T7" fmla="*/ 2656 h 3472"/>
                  <a:gd name="T8" fmla="*/ 2538 w 2831"/>
                  <a:gd name="T9" fmla="*/ 2529 h 3472"/>
                  <a:gd name="T10" fmla="*/ 1440 w 2831"/>
                  <a:gd name="T11" fmla="*/ 2529 h 3472"/>
                  <a:gd name="T12" fmla="*/ 914 w 2831"/>
                  <a:gd name="T13" fmla="*/ 2569 h 3472"/>
                  <a:gd name="T14" fmla="*/ 928 w 2831"/>
                  <a:gd name="T15" fmla="*/ 2433 h 3472"/>
                  <a:gd name="T16" fmla="*/ 807 w 2831"/>
                  <a:gd name="T17" fmla="*/ 2382 h 3472"/>
                  <a:gd name="T18" fmla="*/ 439 w 2831"/>
                  <a:gd name="T19" fmla="*/ 2514 h 3472"/>
                  <a:gd name="T20" fmla="*/ 470 w 2831"/>
                  <a:gd name="T21" fmla="*/ 2433 h 3472"/>
                  <a:gd name="T22" fmla="*/ 2186 w 2831"/>
                  <a:gd name="T23" fmla="*/ 2182 h 3472"/>
                  <a:gd name="T24" fmla="*/ 2642 w 2831"/>
                  <a:gd name="T25" fmla="*/ 2371 h 3472"/>
                  <a:gd name="T26" fmla="*/ 2831 w 2831"/>
                  <a:gd name="T27" fmla="*/ 2827 h 3472"/>
                  <a:gd name="T28" fmla="*/ 2642 w 2831"/>
                  <a:gd name="T29" fmla="*/ 3283 h 3472"/>
                  <a:gd name="T30" fmla="*/ 2186 w 2831"/>
                  <a:gd name="T31" fmla="*/ 3472 h 3472"/>
                  <a:gd name="T32" fmla="*/ 1729 w 2831"/>
                  <a:gd name="T33" fmla="*/ 3283 h 3472"/>
                  <a:gd name="T34" fmla="*/ 1540 w 2831"/>
                  <a:gd name="T35" fmla="*/ 2827 h 3472"/>
                  <a:gd name="T36" fmla="*/ 1729 w 2831"/>
                  <a:gd name="T37" fmla="*/ 2371 h 3472"/>
                  <a:gd name="T38" fmla="*/ 2186 w 2831"/>
                  <a:gd name="T39" fmla="*/ 2182 h 3472"/>
                  <a:gd name="T40" fmla="*/ 1540 w 2831"/>
                  <a:gd name="T41" fmla="*/ 2083 h 3472"/>
                  <a:gd name="T42" fmla="*/ 914 w 2831"/>
                  <a:gd name="T43" fmla="*/ 2123 h 3472"/>
                  <a:gd name="T44" fmla="*/ 928 w 2831"/>
                  <a:gd name="T45" fmla="*/ 1986 h 3472"/>
                  <a:gd name="T46" fmla="*/ 807 w 2831"/>
                  <a:gd name="T47" fmla="*/ 1957 h 3472"/>
                  <a:gd name="T48" fmla="*/ 439 w 2831"/>
                  <a:gd name="T49" fmla="*/ 2088 h 3472"/>
                  <a:gd name="T50" fmla="*/ 470 w 2831"/>
                  <a:gd name="T51" fmla="*/ 2007 h 3472"/>
                  <a:gd name="T52" fmla="*/ 944 w 2831"/>
                  <a:gd name="T53" fmla="*/ 1588 h 3472"/>
                  <a:gd name="T54" fmla="*/ 1786 w 2831"/>
                  <a:gd name="T55" fmla="*/ 1702 h 3472"/>
                  <a:gd name="T56" fmla="*/ 904 w 2831"/>
                  <a:gd name="T57" fmla="*/ 1716 h 3472"/>
                  <a:gd name="T58" fmla="*/ 944 w 2831"/>
                  <a:gd name="T59" fmla="*/ 1588 h 3472"/>
                  <a:gd name="T60" fmla="*/ 800 w 2831"/>
                  <a:gd name="T61" fmla="*/ 1548 h 3472"/>
                  <a:gd name="T62" fmla="*/ 430 w 2831"/>
                  <a:gd name="T63" fmla="*/ 1656 h 3472"/>
                  <a:gd name="T64" fmla="*/ 484 w 2831"/>
                  <a:gd name="T65" fmla="*/ 1589 h 3472"/>
                  <a:gd name="T66" fmla="*/ 1738 w 2831"/>
                  <a:gd name="T67" fmla="*/ 1140 h 3472"/>
                  <a:gd name="T68" fmla="*/ 1778 w 2831"/>
                  <a:gd name="T69" fmla="*/ 1269 h 3472"/>
                  <a:gd name="T70" fmla="*/ 896 w 2831"/>
                  <a:gd name="T71" fmla="*/ 1255 h 3472"/>
                  <a:gd name="T72" fmla="*/ 769 w 2831"/>
                  <a:gd name="T73" fmla="*/ 1030 h 3472"/>
                  <a:gd name="T74" fmla="*/ 616 w 2831"/>
                  <a:gd name="T75" fmla="*/ 1312 h 3472"/>
                  <a:gd name="T76" fmla="*/ 423 w 2831"/>
                  <a:gd name="T77" fmla="*/ 1202 h 3472"/>
                  <a:gd name="T78" fmla="*/ 496 w 2831"/>
                  <a:gd name="T79" fmla="*/ 1154 h 3472"/>
                  <a:gd name="T80" fmla="*/ 548 w 2831"/>
                  <a:gd name="T81" fmla="*/ 372 h 3472"/>
                  <a:gd name="T82" fmla="*/ 681 w 2831"/>
                  <a:gd name="T83" fmla="*/ 618 h 3472"/>
                  <a:gd name="T84" fmla="*/ 1588 w 2831"/>
                  <a:gd name="T85" fmla="*/ 597 h 3472"/>
                  <a:gd name="T86" fmla="*/ 1683 w 2831"/>
                  <a:gd name="T87" fmla="*/ 347 h 3472"/>
                  <a:gd name="T88" fmla="*/ 2201 w 2831"/>
                  <a:gd name="T89" fmla="*/ 438 h 3472"/>
                  <a:gd name="T90" fmla="*/ 2118 w 2831"/>
                  <a:gd name="T91" fmla="*/ 2037 h 3472"/>
                  <a:gd name="T92" fmla="*/ 1412 w 2831"/>
                  <a:gd name="T93" fmla="*/ 3005 h 3472"/>
                  <a:gd name="T94" fmla="*/ 47 w 2831"/>
                  <a:gd name="T95" fmla="*/ 3054 h 3472"/>
                  <a:gd name="T96" fmla="*/ 21 w 2831"/>
                  <a:gd name="T97" fmla="*/ 455 h 3472"/>
                  <a:gd name="T98" fmla="*/ 1118 w 2831"/>
                  <a:gd name="T99" fmla="*/ 99 h 3472"/>
                  <a:gd name="T100" fmla="*/ 1053 w 2831"/>
                  <a:gd name="T101" fmla="*/ 211 h 3472"/>
                  <a:gd name="T102" fmla="*/ 1182 w 2831"/>
                  <a:gd name="T103" fmla="*/ 211 h 3472"/>
                  <a:gd name="T104" fmla="*/ 1118 w 2831"/>
                  <a:gd name="T105" fmla="*/ 99 h 3472"/>
                  <a:gd name="T106" fmla="*/ 1268 w 2831"/>
                  <a:gd name="T107" fmla="*/ 85 h 3472"/>
                  <a:gd name="T108" fmla="*/ 1328 w 2831"/>
                  <a:gd name="T109" fmla="*/ 238 h 3472"/>
                  <a:gd name="T110" fmla="*/ 1564 w 2831"/>
                  <a:gd name="T111" fmla="*/ 312 h 3472"/>
                  <a:gd name="T112" fmla="*/ 1547 w 2831"/>
                  <a:gd name="T113" fmla="*/ 503 h 3472"/>
                  <a:gd name="T114" fmla="*/ 711 w 2831"/>
                  <a:gd name="T115" fmla="*/ 521 h 3472"/>
                  <a:gd name="T116" fmla="*/ 657 w 2831"/>
                  <a:gd name="T117" fmla="*/ 338 h 3472"/>
                  <a:gd name="T118" fmla="*/ 889 w 2831"/>
                  <a:gd name="T119" fmla="*/ 245 h 3472"/>
                  <a:gd name="T120" fmla="*/ 954 w 2831"/>
                  <a:gd name="T121" fmla="*/ 112 h 3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31" h="3471">
                    <a:moveTo>
                      <a:pt x="2538" y="2529"/>
                    </a:moveTo>
                    <a:lnTo>
                      <a:pt x="2517" y="2531"/>
                    </a:lnTo>
                    <a:lnTo>
                      <a:pt x="2496" y="2537"/>
                    </a:lnTo>
                    <a:lnTo>
                      <a:pt x="2476" y="2547"/>
                    </a:lnTo>
                    <a:lnTo>
                      <a:pt x="2459" y="2563"/>
                    </a:lnTo>
                    <a:lnTo>
                      <a:pt x="2124" y="2939"/>
                    </a:lnTo>
                    <a:lnTo>
                      <a:pt x="1950" y="2800"/>
                    </a:lnTo>
                    <a:lnTo>
                      <a:pt x="1930" y="2787"/>
                    </a:lnTo>
                    <a:lnTo>
                      <a:pt x="1909" y="2780"/>
                    </a:lnTo>
                    <a:lnTo>
                      <a:pt x="1888" y="2778"/>
                    </a:lnTo>
                    <a:lnTo>
                      <a:pt x="1866" y="2780"/>
                    </a:lnTo>
                    <a:lnTo>
                      <a:pt x="1845" y="2787"/>
                    </a:lnTo>
                    <a:lnTo>
                      <a:pt x="1826" y="2799"/>
                    </a:lnTo>
                    <a:lnTo>
                      <a:pt x="1810" y="2814"/>
                    </a:lnTo>
                    <a:lnTo>
                      <a:pt x="1797" y="2834"/>
                    </a:lnTo>
                    <a:lnTo>
                      <a:pt x="1791" y="2855"/>
                    </a:lnTo>
                    <a:lnTo>
                      <a:pt x="1788" y="2876"/>
                    </a:lnTo>
                    <a:lnTo>
                      <a:pt x="1791" y="2899"/>
                    </a:lnTo>
                    <a:lnTo>
                      <a:pt x="1797" y="2920"/>
                    </a:lnTo>
                    <a:lnTo>
                      <a:pt x="1809" y="2938"/>
                    </a:lnTo>
                    <a:lnTo>
                      <a:pt x="1826" y="2954"/>
                    </a:lnTo>
                    <a:lnTo>
                      <a:pt x="2073" y="3152"/>
                    </a:lnTo>
                    <a:lnTo>
                      <a:pt x="2093" y="3165"/>
                    </a:lnTo>
                    <a:lnTo>
                      <a:pt x="2114" y="3172"/>
                    </a:lnTo>
                    <a:lnTo>
                      <a:pt x="2135" y="3174"/>
                    </a:lnTo>
                    <a:lnTo>
                      <a:pt x="2156" y="3172"/>
                    </a:lnTo>
                    <a:lnTo>
                      <a:pt x="2175" y="3166"/>
                    </a:lnTo>
                    <a:lnTo>
                      <a:pt x="2194" y="3155"/>
                    </a:lnTo>
                    <a:lnTo>
                      <a:pt x="2210" y="3142"/>
                    </a:lnTo>
                    <a:lnTo>
                      <a:pt x="2607" y="2694"/>
                    </a:lnTo>
                    <a:lnTo>
                      <a:pt x="2620" y="2676"/>
                    </a:lnTo>
                    <a:lnTo>
                      <a:pt x="2628" y="2656"/>
                    </a:lnTo>
                    <a:lnTo>
                      <a:pt x="2633" y="2633"/>
                    </a:lnTo>
                    <a:lnTo>
                      <a:pt x="2631" y="2612"/>
                    </a:lnTo>
                    <a:lnTo>
                      <a:pt x="2625" y="2591"/>
                    </a:lnTo>
                    <a:lnTo>
                      <a:pt x="2615" y="2571"/>
                    </a:lnTo>
                    <a:lnTo>
                      <a:pt x="2599" y="2555"/>
                    </a:lnTo>
                    <a:lnTo>
                      <a:pt x="2580" y="2542"/>
                    </a:lnTo>
                    <a:lnTo>
                      <a:pt x="2560" y="2534"/>
                    </a:lnTo>
                    <a:lnTo>
                      <a:pt x="2538" y="2529"/>
                    </a:lnTo>
                    <a:close/>
                    <a:moveTo>
                      <a:pt x="944" y="2430"/>
                    </a:moveTo>
                    <a:lnTo>
                      <a:pt x="1391" y="2430"/>
                    </a:lnTo>
                    <a:lnTo>
                      <a:pt x="1406" y="2433"/>
                    </a:lnTo>
                    <a:lnTo>
                      <a:pt x="1420" y="2440"/>
                    </a:lnTo>
                    <a:lnTo>
                      <a:pt x="1431" y="2450"/>
                    </a:lnTo>
                    <a:lnTo>
                      <a:pt x="1438" y="2464"/>
                    </a:lnTo>
                    <a:lnTo>
                      <a:pt x="1440" y="2480"/>
                    </a:lnTo>
                    <a:lnTo>
                      <a:pt x="1440" y="2529"/>
                    </a:lnTo>
                    <a:lnTo>
                      <a:pt x="1438" y="2545"/>
                    </a:lnTo>
                    <a:lnTo>
                      <a:pt x="1431" y="2559"/>
                    </a:lnTo>
                    <a:lnTo>
                      <a:pt x="1420" y="2569"/>
                    </a:lnTo>
                    <a:lnTo>
                      <a:pt x="1406" y="2577"/>
                    </a:lnTo>
                    <a:lnTo>
                      <a:pt x="1391" y="2579"/>
                    </a:lnTo>
                    <a:lnTo>
                      <a:pt x="944" y="2579"/>
                    </a:lnTo>
                    <a:lnTo>
                      <a:pt x="928" y="2577"/>
                    </a:lnTo>
                    <a:lnTo>
                      <a:pt x="914" y="2569"/>
                    </a:lnTo>
                    <a:lnTo>
                      <a:pt x="904" y="2559"/>
                    </a:lnTo>
                    <a:lnTo>
                      <a:pt x="896" y="2545"/>
                    </a:lnTo>
                    <a:lnTo>
                      <a:pt x="894" y="2529"/>
                    </a:lnTo>
                    <a:lnTo>
                      <a:pt x="894" y="2480"/>
                    </a:lnTo>
                    <a:lnTo>
                      <a:pt x="896" y="2464"/>
                    </a:lnTo>
                    <a:lnTo>
                      <a:pt x="904" y="2450"/>
                    </a:lnTo>
                    <a:lnTo>
                      <a:pt x="914" y="2440"/>
                    </a:lnTo>
                    <a:lnTo>
                      <a:pt x="928" y="2433"/>
                    </a:lnTo>
                    <a:lnTo>
                      <a:pt x="944" y="2430"/>
                    </a:lnTo>
                    <a:close/>
                    <a:moveTo>
                      <a:pt x="769" y="2319"/>
                    </a:moveTo>
                    <a:lnTo>
                      <a:pt x="783" y="2322"/>
                    </a:lnTo>
                    <a:lnTo>
                      <a:pt x="795" y="2330"/>
                    </a:lnTo>
                    <a:lnTo>
                      <a:pt x="805" y="2341"/>
                    </a:lnTo>
                    <a:lnTo>
                      <a:pt x="810" y="2355"/>
                    </a:lnTo>
                    <a:lnTo>
                      <a:pt x="810" y="2368"/>
                    </a:lnTo>
                    <a:lnTo>
                      <a:pt x="807" y="2382"/>
                    </a:lnTo>
                    <a:lnTo>
                      <a:pt x="800" y="2395"/>
                    </a:lnTo>
                    <a:lnTo>
                      <a:pt x="616" y="2600"/>
                    </a:lnTo>
                    <a:lnTo>
                      <a:pt x="606" y="2608"/>
                    </a:lnTo>
                    <a:lnTo>
                      <a:pt x="594" y="2613"/>
                    </a:lnTo>
                    <a:lnTo>
                      <a:pt x="581" y="2616"/>
                    </a:lnTo>
                    <a:lnTo>
                      <a:pt x="567" y="2612"/>
                    </a:lnTo>
                    <a:lnTo>
                      <a:pt x="553" y="2605"/>
                    </a:lnTo>
                    <a:lnTo>
                      <a:pt x="439" y="2514"/>
                    </a:lnTo>
                    <a:lnTo>
                      <a:pt x="430" y="2503"/>
                    </a:lnTo>
                    <a:lnTo>
                      <a:pt x="423" y="2490"/>
                    </a:lnTo>
                    <a:lnTo>
                      <a:pt x="422" y="2477"/>
                    </a:lnTo>
                    <a:lnTo>
                      <a:pt x="425" y="2463"/>
                    </a:lnTo>
                    <a:lnTo>
                      <a:pt x="432" y="2449"/>
                    </a:lnTo>
                    <a:lnTo>
                      <a:pt x="442" y="2440"/>
                    </a:lnTo>
                    <a:lnTo>
                      <a:pt x="456" y="2435"/>
                    </a:lnTo>
                    <a:lnTo>
                      <a:pt x="470" y="2433"/>
                    </a:lnTo>
                    <a:lnTo>
                      <a:pt x="484" y="2436"/>
                    </a:lnTo>
                    <a:lnTo>
                      <a:pt x="496" y="2443"/>
                    </a:lnTo>
                    <a:lnTo>
                      <a:pt x="576" y="2507"/>
                    </a:lnTo>
                    <a:lnTo>
                      <a:pt x="731" y="2334"/>
                    </a:lnTo>
                    <a:lnTo>
                      <a:pt x="742" y="2324"/>
                    </a:lnTo>
                    <a:lnTo>
                      <a:pt x="755" y="2320"/>
                    </a:lnTo>
                    <a:lnTo>
                      <a:pt x="769" y="2319"/>
                    </a:lnTo>
                    <a:close/>
                    <a:moveTo>
                      <a:pt x="2186" y="2182"/>
                    </a:moveTo>
                    <a:lnTo>
                      <a:pt x="2251" y="2185"/>
                    </a:lnTo>
                    <a:lnTo>
                      <a:pt x="2316" y="2196"/>
                    </a:lnTo>
                    <a:lnTo>
                      <a:pt x="2378" y="2212"/>
                    </a:lnTo>
                    <a:lnTo>
                      <a:pt x="2437" y="2233"/>
                    </a:lnTo>
                    <a:lnTo>
                      <a:pt x="2494" y="2260"/>
                    </a:lnTo>
                    <a:lnTo>
                      <a:pt x="2546" y="2293"/>
                    </a:lnTo>
                    <a:lnTo>
                      <a:pt x="2596" y="2329"/>
                    </a:lnTo>
                    <a:lnTo>
                      <a:pt x="2642" y="2371"/>
                    </a:lnTo>
                    <a:lnTo>
                      <a:pt x="2683" y="2417"/>
                    </a:lnTo>
                    <a:lnTo>
                      <a:pt x="2721" y="2466"/>
                    </a:lnTo>
                    <a:lnTo>
                      <a:pt x="2753" y="2520"/>
                    </a:lnTo>
                    <a:lnTo>
                      <a:pt x="2780" y="2577"/>
                    </a:lnTo>
                    <a:lnTo>
                      <a:pt x="2802" y="2636"/>
                    </a:lnTo>
                    <a:lnTo>
                      <a:pt x="2818" y="2698"/>
                    </a:lnTo>
                    <a:lnTo>
                      <a:pt x="2828" y="2761"/>
                    </a:lnTo>
                    <a:lnTo>
                      <a:pt x="2831" y="2827"/>
                    </a:lnTo>
                    <a:lnTo>
                      <a:pt x="2828" y="2893"/>
                    </a:lnTo>
                    <a:lnTo>
                      <a:pt x="2818" y="2958"/>
                    </a:lnTo>
                    <a:lnTo>
                      <a:pt x="2802" y="3019"/>
                    </a:lnTo>
                    <a:lnTo>
                      <a:pt x="2780" y="3079"/>
                    </a:lnTo>
                    <a:lnTo>
                      <a:pt x="2753" y="3134"/>
                    </a:lnTo>
                    <a:lnTo>
                      <a:pt x="2721" y="3188"/>
                    </a:lnTo>
                    <a:lnTo>
                      <a:pt x="2683" y="3237"/>
                    </a:lnTo>
                    <a:lnTo>
                      <a:pt x="2642" y="3283"/>
                    </a:lnTo>
                    <a:lnTo>
                      <a:pt x="2596" y="3325"/>
                    </a:lnTo>
                    <a:lnTo>
                      <a:pt x="2546" y="3362"/>
                    </a:lnTo>
                    <a:lnTo>
                      <a:pt x="2494" y="3394"/>
                    </a:lnTo>
                    <a:lnTo>
                      <a:pt x="2437" y="3421"/>
                    </a:lnTo>
                    <a:lnTo>
                      <a:pt x="2378" y="3443"/>
                    </a:lnTo>
                    <a:lnTo>
                      <a:pt x="2316" y="3459"/>
                    </a:lnTo>
                    <a:lnTo>
                      <a:pt x="2251" y="3469"/>
                    </a:lnTo>
                    <a:lnTo>
                      <a:pt x="2186" y="3472"/>
                    </a:lnTo>
                    <a:lnTo>
                      <a:pt x="2120" y="3469"/>
                    </a:lnTo>
                    <a:lnTo>
                      <a:pt x="2055" y="3459"/>
                    </a:lnTo>
                    <a:lnTo>
                      <a:pt x="1993" y="3443"/>
                    </a:lnTo>
                    <a:lnTo>
                      <a:pt x="1934" y="3421"/>
                    </a:lnTo>
                    <a:lnTo>
                      <a:pt x="1877" y="3394"/>
                    </a:lnTo>
                    <a:lnTo>
                      <a:pt x="1825" y="3362"/>
                    </a:lnTo>
                    <a:lnTo>
                      <a:pt x="1775" y="3325"/>
                    </a:lnTo>
                    <a:lnTo>
                      <a:pt x="1729" y="3283"/>
                    </a:lnTo>
                    <a:lnTo>
                      <a:pt x="1688" y="3237"/>
                    </a:lnTo>
                    <a:lnTo>
                      <a:pt x="1650" y="3188"/>
                    </a:lnTo>
                    <a:lnTo>
                      <a:pt x="1618" y="3134"/>
                    </a:lnTo>
                    <a:lnTo>
                      <a:pt x="1591" y="3079"/>
                    </a:lnTo>
                    <a:lnTo>
                      <a:pt x="1569" y="3019"/>
                    </a:lnTo>
                    <a:lnTo>
                      <a:pt x="1553" y="2958"/>
                    </a:lnTo>
                    <a:lnTo>
                      <a:pt x="1543" y="2893"/>
                    </a:lnTo>
                    <a:lnTo>
                      <a:pt x="1540" y="2827"/>
                    </a:lnTo>
                    <a:lnTo>
                      <a:pt x="1543" y="2761"/>
                    </a:lnTo>
                    <a:lnTo>
                      <a:pt x="1553" y="2698"/>
                    </a:lnTo>
                    <a:lnTo>
                      <a:pt x="1569" y="2636"/>
                    </a:lnTo>
                    <a:lnTo>
                      <a:pt x="1591" y="2577"/>
                    </a:lnTo>
                    <a:lnTo>
                      <a:pt x="1618" y="2520"/>
                    </a:lnTo>
                    <a:lnTo>
                      <a:pt x="1650" y="2466"/>
                    </a:lnTo>
                    <a:lnTo>
                      <a:pt x="1688" y="2417"/>
                    </a:lnTo>
                    <a:lnTo>
                      <a:pt x="1729" y="2371"/>
                    </a:lnTo>
                    <a:lnTo>
                      <a:pt x="1775" y="2329"/>
                    </a:lnTo>
                    <a:lnTo>
                      <a:pt x="1825" y="2293"/>
                    </a:lnTo>
                    <a:lnTo>
                      <a:pt x="1877" y="2260"/>
                    </a:lnTo>
                    <a:lnTo>
                      <a:pt x="1934" y="2233"/>
                    </a:lnTo>
                    <a:lnTo>
                      <a:pt x="1993" y="2212"/>
                    </a:lnTo>
                    <a:lnTo>
                      <a:pt x="2055" y="2196"/>
                    </a:lnTo>
                    <a:lnTo>
                      <a:pt x="2120" y="2185"/>
                    </a:lnTo>
                    <a:lnTo>
                      <a:pt x="2186" y="2182"/>
                    </a:lnTo>
                    <a:close/>
                    <a:moveTo>
                      <a:pt x="944" y="1984"/>
                    </a:moveTo>
                    <a:lnTo>
                      <a:pt x="1491" y="1984"/>
                    </a:lnTo>
                    <a:lnTo>
                      <a:pt x="1505" y="1986"/>
                    </a:lnTo>
                    <a:lnTo>
                      <a:pt x="1519" y="1994"/>
                    </a:lnTo>
                    <a:lnTo>
                      <a:pt x="1531" y="2004"/>
                    </a:lnTo>
                    <a:lnTo>
                      <a:pt x="1537" y="2018"/>
                    </a:lnTo>
                    <a:lnTo>
                      <a:pt x="1540" y="2034"/>
                    </a:lnTo>
                    <a:lnTo>
                      <a:pt x="1540" y="2083"/>
                    </a:lnTo>
                    <a:lnTo>
                      <a:pt x="1537" y="2099"/>
                    </a:lnTo>
                    <a:lnTo>
                      <a:pt x="1531" y="2113"/>
                    </a:lnTo>
                    <a:lnTo>
                      <a:pt x="1519" y="2123"/>
                    </a:lnTo>
                    <a:lnTo>
                      <a:pt x="1505" y="2131"/>
                    </a:lnTo>
                    <a:lnTo>
                      <a:pt x="1491" y="2133"/>
                    </a:lnTo>
                    <a:lnTo>
                      <a:pt x="944" y="2133"/>
                    </a:lnTo>
                    <a:lnTo>
                      <a:pt x="928" y="2131"/>
                    </a:lnTo>
                    <a:lnTo>
                      <a:pt x="914" y="2123"/>
                    </a:lnTo>
                    <a:lnTo>
                      <a:pt x="904" y="2113"/>
                    </a:lnTo>
                    <a:lnTo>
                      <a:pt x="896" y="2099"/>
                    </a:lnTo>
                    <a:lnTo>
                      <a:pt x="894" y="2083"/>
                    </a:lnTo>
                    <a:lnTo>
                      <a:pt x="894" y="2034"/>
                    </a:lnTo>
                    <a:lnTo>
                      <a:pt x="896" y="2018"/>
                    </a:lnTo>
                    <a:lnTo>
                      <a:pt x="904" y="2004"/>
                    </a:lnTo>
                    <a:lnTo>
                      <a:pt x="914" y="1994"/>
                    </a:lnTo>
                    <a:lnTo>
                      <a:pt x="928" y="1986"/>
                    </a:lnTo>
                    <a:lnTo>
                      <a:pt x="944" y="1984"/>
                    </a:lnTo>
                    <a:close/>
                    <a:moveTo>
                      <a:pt x="769" y="1894"/>
                    </a:moveTo>
                    <a:lnTo>
                      <a:pt x="783" y="1897"/>
                    </a:lnTo>
                    <a:lnTo>
                      <a:pt x="795" y="1905"/>
                    </a:lnTo>
                    <a:lnTo>
                      <a:pt x="805" y="1916"/>
                    </a:lnTo>
                    <a:lnTo>
                      <a:pt x="810" y="1930"/>
                    </a:lnTo>
                    <a:lnTo>
                      <a:pt x="810" y="1943"/>
                    </a:lnTo>
                    <a:lnTo>
                      <a:pt x="807" y="1957"/>
                    </a:lnTo>
                    <a:lnTo>
                      <a:pt x="800" y="1970"/>
                    </a:lnTo>
                    <a:lnTo>
                      <a:pt x="616" y="2175"/>
                    </a:lnTo>
                    <a:lnTo>
                      <a:pt x="606" y="2183"/>
                    </a:lnTo>
                    <a:lnTo>
                      <a:pt x="594" y="2188"/>
                    </a:lnTo>
                    <a:lnTo>
                      <a:pt x="581" y="2191"/>
                    </a:lnTo>
                    <a:lnTo>
                      <a:pt x="567" y="2187"/>
                    </a:lnTo>
                    <a:lnTo>
                      <a:pt x="553" y="2180"/>
                    </a:lnTo>
                    <a:lnTo>
                      <a:pt x="439" y="2088"/>
                    </a:lnTo>
                    <a:lnTo>
                      <a:pt x="430" y="2078"/>
                    </a:lnTo>
                    <a:lnTo>
                      <a:pt x="423" y="2065"/>
                    </a:lnTo>
                    <a:lnTo>
                      <a:pt x="422" y="2052"/>
                    </a:lnTo>
                    <a:lnTo>
                      <a:pt x="425" y="2038"/>
                    </a:lnTo>
                    <a:lnTo>
                      <a:pt x="432" y="2024"/>
                    </a:lnTo>
                    <a:lnTo>
                      <a:pt x="442" y="2015"/>
                    </a:lnTo>
                    <a:lnTo>
                      <a:pt x="456" y="2010"/>
                    </a:lnTo>
                    <a:lnTo>
                      <a:pt x="470" y="2007"/>
                    </a:lnTo>
                    <a:lnTo>
                      <a:pt x="484" y="2011"/>
                    </a:lnTo>
                    <a:lnTo>
                      <a:pt x="496" y="2018"/>
                    </a:lnTo>
                    <a:lnTo>
                      <a:pt x="576" y="2082"/>
                    </a:lnTo>
                    <a:lnTo>
                      <a:pt x="731" y="1909"/>
                    </a:lnTo>
                    <a:lnTo>
                      <a:pt x="742" y="1899"/>
                    </a:lnTo>
                    <a:lnTo>
                      <a:pt x="755" y="1895"/>
                    </a:lnTo>
                    <a:lnTo>
                      <a:pt x="769" y="1894"/>
                    </a:lnTo>
                    <a:close/>
                    <a:moveTo>
                      <a:pt x="944" y="1588"/>
                    </a:moveTo>
                    <a:lnTo>
                      <a:pt x="1738" y="1588"/>
                    </a:lnTo>
                    <a:lnTo>
                      <a:pt x="1754" y="1590"/>
                    </a:lnTo>
                    <a:lnTo>
                      <a:pt x="1768" y="1597"/>
                    </a:lnTo>
                    <a:lnTo>
                      <a:pt x="1778" y="1608"/>
                    </a:lnTo>
                    <a:lnTo>
                      <a:pt x="1786" y="1621"/>
                    </a:lnTo>
                    <a:lnTo>
                      <a:pt x="1788" y="1637"/>
                    </a:lnTo>
                    <a:lnTo>
                      <a:pt x="1788" y="1687"/>
                    </a:lnTo>
                    <a:lnTo>
                      <a:pt x="1786" y="1702"/>
                    </a:lnTo>
                    <a:lnTo>
                      <a:pt x="1778" y="1716"/>
                    </a:lnTo>
                    <a:lnTo>
                      <a:pt x="1768" y="1727"/>
                    </a:lnTo>
                    <a:lnTo>
                      <a:pt x="1754" y="1734"/>
                    </a:lnTo>
                    <a:lnTo>
                      <a:pt x="1738" y="1736"/>
                    </a:lnTo>
                    <a:lnTo>
                      <a:pt x="944" y="1736"/>
                    </a:lnTo>
                    <a:lnTo>
                      <a:pt x="928" y="1734"/>
                    </a:lnTo>
                    <a:lnTo>
                      <a:pt x="914" y="1727"/>
                    </a:lnTo>
                    <a:lnTo>
                      <a:pt x="904" y="1716"/>
                    </a:lnTo>
                    <a:lnTo>
                      <a:pt x="896" y="1702"/>
                    </a:lnTo>
                    <a:lnTo>
                      <a:pt x="894" y="1687"/>
                    </a:lnTo>
                    <a:lnTo>
                      <a:pt x="894" y="1637"/>
                    </a:lnTo>
                    <a:lnTo>
                      <a:pt x="896" y="1621"/>
                    </a:lnTo>
                    <a:lnTo>
                      <a:pt x="904" y="1608"/>
                    </a:lnTo>
                    <a:lnTo>
                      <a:pt x="914" y="1597"/>
                    </a:lnTo>
                    <a:lnTo>
                      <a:pt x="928" y="1590"/>
                    </a:lnTo>
                    <a:lnTo>
                      <a:pt x="944" y="1588"/>
                    </a:lnTo>
                    <a:close/>
                    <a:moveTo>
                      <a:pt x="769" y="1472"/>
                    </a:moveTo>
                    <a:lnTo>
                      <a:pt x="783" y="1475"/>
                    </a:lnTo>
                    <a:lnTo>
                      <a:pt x="795" y="1483"/>
                    </a:lnTo>
                    <a:lnTo>
                      <a:pt x="805" y="1494"/>
                    </a:lnTo>
                    <a:lnTo>
                      <a:pt x="810" y="1508"/>
                    </a:lnTo>
                    <a:lnTo>
                      <a:pt x="810" y="1521"/>
                    </a:lnTo>
                    <a:lnTo>
                      <a:pt x="807" y="1535"/>
                    </a:lnTo>
                    <a:lnTo>
                      <a:pt x="800" y="1548"/>
                    </a:lnTo>
                    <a:lnTo>
                      <a:pt x="616" y="1753"/>
                    </a:lnTo>
                    <a:lnTo>
                      <a:pt x="606" y="1761"/>
                    </a:lnTo>
                    <a:lnTo>
                      <a:pt x="594" y="1767"/>
                    </a:lnTo>
                    <a:lnTo>
                      <a:pt x="581" y="1769"/>
                    </a:lnTo>
                    <a:lnTo>
                      <a:pt x="567" y="1765"/>
                    </a:lnTo>
                    <a:lnTo>
                      <a:pt x="553" y="1758"/>
                    </a:lnTo>
                    <a:lnTo>
                      <a:pt x="439" y="1667"/>
                    </a:lnTo>
                    <a:lnTo>
                      <a:pt x="430" y="1656"/>
                    </a:lnTo>
                    <a:lnTo>
                      <a:pt x="423" y="1643"/>
                    </a:lnTo>
                    <a:lnTo>
                      <a:pt x="422" y="1630"/>
                    </a:lnTo>
                    <a:lnTo>
                      <a:pt x="425" y="1615"/>
                    </a:lnTo>
                    <a:lnTo>
                      <a:pt x="432" y="1602"/>
                    </a:lnTo>
                    <a:lnTo>
                      <a:pt x="442" y="1593"/>
                    </a:lnTo>
                    <a:lnTo>
                      <a:pt x="456" y="1588"/>
                    </a:lnTo>
                    <a:lnTo>
                      <a:pt x="470" y="1586"/>
                    </a:lnTo>
                    <a:lnTo>
                      <a:pt x="484" y="1589"/>
                    </a:lnTo>
                    <a:lnTo>
                      <a:pt x="496" y="1596"/>
                    </a:lnTo>
                    <a:lnTo>
                      <a:pt x="576" y="1660"/>
                    </a:lnTo>
                    <a:lnTo>
                      <a:pt x="731" y="1487"/>
                    </a:lnTo>
                    <a:lnTo>
                      <a:pt x="742" y="1477"/>
                    </a:lnTo>
                    <a:lnTo>
                      <a:pt x="755" y="1473"/>
                    </a:lnTo>
                    <a:lnTo>
                      <a:pt x="769" y="1472"/>
                    </a:lnTo>
                    <a:close/>
                    <a:moveTo>
                      <a:pt x="944" y="1140"/>
                    </a:moveTo>
                    <a:lnTo>
                      <a:pt x="1738" y="1140"/>
                    </a:lnTo>
                    <a:lnTo>
                      <a:pt x="1754" y="1144"/>
                    </a:lnTo>
                    <a:lnTo>
                      <a:pt x="1768" y="1150"/>
                    </a:lnTo>
                    <a:lnTo>
                      <a:pt x="1778" y="1162"/>
                    </a:lnTo>
                    <a:lnTo>
                      <a:pt x="1786" y="1175"/>
                    </a:lnTo>
                    <a:lnTo>
                      <a:pt x="1788" y="1190"/>
                    </a:lnTo>
                    <a:lnTo>
                      <a:pt x="1788" y="1240"/>
                    </a:lnTo>
                    <a:lnTo>
                      <a:pt x="1786" y="1255"/>
                    </a:lnTo>
                    <a:lnTo>
                      <a:pt x="1778" y="1269"/>
                    </a:lnTo>
                    <a:lnTo>
                      <a:pt x="1768" y="1280"/>
                    </a:lnTo>
                    <a:lnTo>
                      <a:pt x="1754" y="1287"/>
                    </a:lnTo>
                    <a:lnTo>
                      <a:pt x="1738" y="1290"/>
                    </a:lnTo>
                    <a:lnTo>
                      <a:pt x="944" y="1290"/>
                    </a:lnTo>
                    <a:lnTo>
                      <a:pt x="928" y="1287"/>
                    </a:lnTo>
                    <a:lnTo>
                      <a:pt x="914" y="1280"/>
                    </a:lnTo>
                    <a:lnTo>
                      <a:pt x="904" y="1269"/>
                    </a:lnTo>
                    <a:lnTo>
                      <a:pt x="896" y="1255"/>
                    </a:lnTo>
                    <a:lnTo>
                      <a:pt x="894" y="1240"/>
                    </a:lnTo>
                    <a:lnTo>
                      <a:pt x="894" y="1190"/>
                    </a:lnTo>
                    <a:lnTo>
                      <a:pt x="896" y="1175"/>
                    </a:lnTo>
                    <a:lnTo>
                      <a:pt x="904" y="1162"/>
                    </a:lnTo>
                    <a:lnTo>
                      <a:pt x="914" y="1150"/>
                    </a:lnTo>
                    <a:lnTo>
                      <a:pt x="928" y="1144"/>
                    </a:lnTo>
                    <a:lnTo>
                      <a:pt x="944" y="1140"/>
                    </a:lnTo>
                    <a:close/>
                    <a:moveTo>
                      <a:pt x="769" y="1030"/>
                    </a:moveTo>
                    <a:lnTo>
                      <a:pt x="783" y="1034"/>
                    </a:lnTo>
                    <a:lnTo>
                      <a:pt x="795" y="1042"/>
                    </a:lnTo>
                    <a:lnTo>
                      <a:pt x="805" y="1053"/>
                    </a:lnTo>
                    <a:lnTo>
                      <a:pt x="810" y="1066"/>
                    </a:lnTo>
                    <a:lnTo>
                      <a:pt x="810" y="1081"/>
                    </a:lnTo>
                    <a:lnTo>
                      <a:pt x="807" y="1094"/>
                    </a:lnTo>
                    <a:lnTo>
                      <a:pt x="800" y="1106"/>
                    </a:lnTo>
                    <a:lnTo>
                      <a:pt x="616" y="1312"/>
                    </a:lnTo>
                    <a:lnTo>
                      <a:pt x="606" y="1320"/>
                    </a:lnTo>
                    <a:lnTo>
                      <a:pt x="594" y="1326"/>
                    </a:lnTo>
                    <a:lnTo>
                      <a:pt x="581" y="1327"/>
                    </a:lnTo>
                    <a:lnTo>
                      <a:pt x="567" y="1325"/>
                    </a:lnTo>
                    <a:lnTo>
                      <a:pt x="553" y="1317"/>
                    </a:lnTo>
                    <a:lnTo>
                      <a:pt x="439" y="1226"/>
                    </a:lnTo>
                    <a:lnTo>
                      <a:pt x="430" y="1215"/>
                    </a:lnTo>
                    <a:lnTo>
                      <a:pt x="423" y="1202"/>
                    </a:lnTo>
                    <a:lnTo>
                      <a:pt x="422" y="1188"/>
                    </a:lnTo>
                    <a:lnTo>
                      <a:pt x="425" y="1174"/>
                    </a:lnTo>
                    <a:lnTo>
                      <a:pt x="432" y="1162"/>
                    </a:lnTo>
                    <a:lnTo>
                      <a:pt x="442" y="1152"/>
                    </a:lnTo>
                    <a:lnTo>
                      <a:pt x="456" y="1146"/>
                    </a:lnTo>
                    <a:lnTo>
                      <a:pt x="470" y="1145"/>
                    </a:lnTo>
                    <a:lnTo>
                      <a:pt x="484" y="1147"/>
                    </a:lnTo>
                    <a:lnTo>
                      <a:pt x="496" y="1154"/>
                    </a:lnTo>
                    <a:lnTo>
                      <a:pt x="576" y="1218"/>
                    </a:lnTo>
                    <a:lnTo>
                      <a:pt x="731" y="1046"/>
                    </a:lnTo>
                    <a:lnTo>
                      <a:pt x="742" y="1036"/>
                    </a:lnTo>
                    <a:lnTo>
                      <a:pt x="755" y="1031"/>
                    </a:lnTo>
                    <a:lnTo>
                      <a:pt x="769" y="1030"/>
                    </a:lnTo>
                    <a:close/>
                    <a:moveTo>
                      <a:pt x="150" y="347"/>
                    </a:moveTo>
                    <a:lnTo>
                      <a:pt x="552" y="347"/>
                    </a:lnTo>
                    <a:lnTo>
                      <a:pt x="548" y="372"/>
                    </a:lnTo>
                    <a:lnTo>
                      <a:pt x="547" y="399"/>
                    </a:lnTo>
                    <a:lnTo>
                      <a:pt x="550" y="439"/>
                    </a:lnTo>
                    <a:lnTo>
                      <a:pt x="559" y="477"/>
                    </a:lnTo>
                    <a:lnTo>
                      <a:pt x="574" y="511"/>
                    </a:lnTo>
                    <a:lnTo>
                      <a:pt x="594" y="544"/>
                    </a:lnTo>
                    <a:lnTo>
                      <a:pt x="618" y="572"/>
                    </a:lnTo>
                    <a:lnTo>
                      <a:pt x="648" y="598"/>
                    </a:lnTo>
                    <a:lnTo>
                      <a:pt x="681" y="618"/>
                    </a:lnTo>
                    <a:lnTo>
                      <a:pt x="715" y="632"/>
                    </a:lnTo>
                    <a:lnTo>
                      <a:pt x="753" y="642"/>
                    </a:lnTo>
                    <a:lnTo>
                      <a:pt x="793" y="645"/>
                    </a:lnTo>
                    <a:lnTo>
                      <a:pt x="1442" y="645"/>
                    </a:lnTo>
                    <a:lnTo>
                      <a:pt x="1482" y="642"/>
                    </a:lnTo>
                    <a:lnTo>
                      <a:pt x="1520" y="632"/>
                    </a:lnTo>
                    <a:lnTo>
                      <a:pt x="1555" y="618"/>
                    </a:lnTo>
                    <a:lnTo>
                      <a:pt x="1588" y="597"/>
                    </a:lnTo>
                    <a:lnTo>
                      <a:pt x="1616" y="572"/>
                    </a:lnTo>
                    <a:lnTo>
                      <a:pt x="1641" y="543"/>
                    </a:lnTo>
                    <a:lnTo>
                      <a:pt x="1661" y="510"/>
                    </a:lnTo>
                    <a:lnTo>
                      <a:pt x="1676" y="475"/>
                    </a:lnTo>
                    <a:lnTo>
                      <a:pt x="1686" y="436"/>
                    </a:lnTo>
                    <a:lnTo>
                      <a:pt x="1689" y="396"/>
                    </a:lnTo>
                    <a:lnTo>
                      <a:pt x="1688" y="371"/>
                    </a:lnTo>
                    <a:lnTo>
                      <a:pt x="1683" y="347"/>
                    </a:lnTo>
                    <a:lnTo>
                      <a:pt x="1987" y="347"/>
                    </a:lnTo>
                    <a:lnTo>
                      <a:pt x="2029" y="349"/>
                    </a:lnTo>
                    <a:lnTo>
                      <a:pt x="2067" y="356"/>
                    </a:lnTo>
                    <a:lnTo>
                      <a:pt x="2101" y="366"/>
                    </a:lnTo>
                    <a:lnTo>
                      <a:pt x="2132" y="379"/>
                    </a:lnTo>
                    <a:lnTo>
                      <a:pt x="2159" y="396"/>
                    </a:lnTo>
                    <a:lnTo>
                      <a:pt x="2182" y="416"/>
                    </a:lnTo>
                    <a:lnTo>
                      <a:pt x="2201" y="438"/>
                    </a:lnTo>
                    <a:lnTo>
                      <a:pt x="2215" y="462"/>
                    </a:lnTo>
                    <a:lnTo>
                      <a:pt x="2226" y="488"/>
                    </a:lnTo>
                    <a:lnTo>
                      <a:pt x="2233" y="517"/>
                    </a:lnTo>
                    <a:lnTo>
                      <a:pt x="2235" y="546"/>
                    </a:lnTo>
                    <a:lnTo>
                      <a:pt x="2235" y="2036"/>
                    </a:lnTo>
                    <a:lnTo>
                      <a:pt x="2210" y="2035"/>
                    </a:lnTo>
                    <a:lnTo>
                      <a:pt x="2186" y="2034"/>
                    </a:lnTo>
                    <a:lnTo>
                      <a:pt x="2118" y="2037"/>
                    </a:lnTo>
                    <a:lnTo>
                      <a:pt x="2051" y="2045"/>
                    </a:lnTo>
                    <a:lnTo>
                      <a:pt x="1987" y="2060"/>
                    </a:lnTo>
                    <a:lnTo>
                      <a:pt x="1987" y="893"/>
                    </a:lnTo>
                    <a:lnTo>
                      <a:pt x="249" y="893"/>
                    </a:lnTo>
                    <a:lnTo>
                      <a:pt x="249" y="2876"/>
                    </a:lnTo>
                    <a:lnTo>
                      <a:pt x="1394" y="2876"/>
                    </a:lnTo>
                    <a:lnTo>
                      <a:pt x="1400" y="2942"/>
                    </a:lnTo>
                    <a:lnTo>
                      <a:pt x="1412" y="3005"/>
                    </a:lnTo>
                    <a:lnTo>
                      <a:pt x="1429" y="3066"/>
                    </a:lnTo>
                    <a:lnTo>
                      <a:pt x="1450" y="3125"/>
                    </a:lnTo>
                    <a:lnTo>
                      <a:pt x="199" y="3125"/>
                    </a:lnTo>
                    <a:lnTo>
                      <a:pt x="163" y="3122"/>
                    </a:lnTo>
                    <a:lnTo>
                      <a:pt x="130" y="3112"/>
                    </a:lnTo>
                    <a:lnTo>
                      <a:pt x="99" y="3097"/>
                    </a:lnTo>
                    <a:lnTo>
                      <a:pt x="71" y="3079"/>
                    </a:lnTo>
                    <a:lnTo>
                      <a:pt x="47" y="3054"/>
                    </a:lnTo>
                    <a:lnTo>
                      <a:pt x="27" y="3027"/>
                    </a:lnTo>
                    <a:lnTo>
                      <a:pt x="13" y="2995"/>
                    </a:lnTo>
                    <a:lnTo>
                      <a:pt x="3" y="2962"/>
                    </a:lnTo>
                    <a:lnTo>
                      <a:pt x="0" y="2926"/>
                    </a:lnTo>
                    <a:lnTo>
                      <a:pt x="0" y="546"/>
                    </a:lnTo>
                    <a:lnTo>
                      <a:pt x="3" y="513"/>
                    </a:lnTo>
                    <a:lnTo>
                      <a:pt x="9" y="483"/>
                    </a:lnTo>
                    <a:lnTo>
                      <a:pt x="21" y="455"/>
                    </a:lnTo>
                    <a:lnTo>
                      <a:pt x="36" y="428"/>
                    </a:lnTo>
                    <a:lnTo>
                      <a:pt x="53" y="405"/>
                    </a:lnTo>
                    <a:lnTo>
                      <a:pt x="71" y="385"/>
                    </a:lnTo>
                    <a:lnTo>
                      <a:pt x="91" y="369"/>
                    </a:lnTo>
                    <a:lnTo>
                      <a:pt x="111" y="358"/>
                    </a:lnTo>
                    <a:lnTo>
                      <a:pt x="131" y="349"/>
                    </a:lnTo>
                    <a:lnTo>
                      <a:pt x="150" y="347"/>
                    </a:lnTo>
                    <a:close/>
                    <a:moveTo>
                      <a:pt x="1118" y="99"/>
                    </a:moveTo>
                    <a:lnTo>
                      <a:pt x="1098" y="102"/>
                    </a:lnTo>
                    <a:lnTo>
                      <a:pt x="1080" y="109"/>
                    </a:lnTo>
                    <a:lnTo>
                      <a:pt x="1065" y="121"/>
                    </a:lnTo>
                    <a:lnTo>
                      <a:pt x="1053" y="136"/>
                    </a:lnTo>
                    <a:lnTo>
                      <a:pt x="1046" y="154"/>
                    </a:lnTo>
                    <a:lnTo>
                      <a:pt x="1043" y="174"/>
                    </a:lnTo>
                    <a:lnTo>
                      <a:pt x="1046" y="194"/>
                    </a:lnTo>
                    <a:lnTo>
                      <a:pt x="1053" y="211"/>
                    </a:lnTo>
                    <a:lnTo>
                      <a:pt x="1065" y="226"/>
                    </a:lnTo>
                    <a:lnTo>
                      <a:pt x="1080" y="238"/>
                    </a:lnTo>
                    <a:lnTo>
                      <a:pt x="1098" y="245"/>
                    </a:lnTo>
                    <a:lnTo>
                      <a:pt x="1118" y="248"/>
                    </a:lnTo>
                    <a:lnTo>
                      <a:pt x="1138" y="245"/>
                    </a:lnTo>
                    <a:lnTo>
                      <a:pt x="1156" y="238"/>
                    </a:lnTo>
                    <a:lnTo>
                      <a:pt x="1170" y="226"/>
                    </a:lnTo>
                    <a:lnTo>
                      <a:pt x="1182" y="211"/>
                    </a:lnTo>
                    <a:lnTo>
                      <a:pt x="1189" y="194"/>
                    </a:lnTo>
                    <a:lnTo>
                      <a:pt x="1193" y="174"/>
                    </a:lnTo>
                    <a:lnTo>
                      <a:pt x="1189" y="154"/>
                    </a:lnTo>
                    <a:lnTo>
                      <a:pt x="1182" y="136"/>
                    </a:lnTo>
                    <a:lnTo>
                      <a:pt x="1170" y="121"/>
                    </a:lnTo>
                    <a:lnTo>
                      <a:pt x="1156" y="109"/>
                    </a:lnTo>
                    <a:lnTo>
                      <a:pt x="1138" y="102"/>
                    </a:lnTo>
                    <a:lnTo>
                      <a:pt x="1118" y="99"/>
                    </a:lnTo>
                    <a:close/>
                    <a:moveTo>
                      <a:pt x="1116" y="0"/>
                    </a:moveTo>
                    <a:lnTo>
                      <a:pt x="1120" y="0"/>
                    </a:lnTo>
                    <a:lnTo>
                      <a:pt x="1150" y="3"/>
                    </a:lnTo>
                    <a:lnTo>
                      <a:pt x="1180" y="11"/>
                    </a:lnTo>
                    <a:lnTo>
                      <a:pt x="1206" y="23"/>
                    </a:lnTo>
                    <a:lnTo>
                      <a:pt x="1230" y="40"/>
                    </a:lnTo>
                    <a:lnTo>
                      <a:pt x="1252" y="61"/>
                    </a:lnTo>
                    <a:lnTo>
                      <a:pt x="1268" y="85"/>
                    </a:lnTo>
                    <a:lnTo>
                      <a:pt x="1281" y="112"/>
                    </a:lnTo>
                    <a:lnTo>
                      <a:pt x="1288" y="141"/>
                    </a:lnTo>
                    <a:lnTo>
                      <a:pt x="1292" y="171"/>
                    </a:lnTo>
                    <a:lnTo>
                      <a:pt x="1292" y="174"/>
                    </a:lnTo>
                    <a:lnTo>
                      <a:pt x="1294" y="194"/>
                    </a:lnTo>
                    <a:lnTo>
                      <a:pt x="1302" y="211"/>
                    </a:lnTo>
                    <a:lnTo>
                      <a:pt x="1314" y="226"/>
                    </a:lnTo>
                    <a:lnTo>
                      <a:pt x="1328" y="238"/>
                    </a:lnTo>
                    <a:lnTo>
                      <a:pt x="1345" y="245"/>
                    </a:lnTo>
                    <a:lnTo>
                      <a:pt x="1365" y="248"/>
                    </a:lnTo>
                    <a:lnTo>
                      <a:pt x="1442" y="248"/>
                    </a:lnTo>
                    <a:lnTo>
                      <a:pt x="1472" y="251"/>
                    </a:lnTo>
                    <a:lnTo>
                      <a:pt x="1499" y="260"/>
                    </a:lnTo>
                    <a:lnTo>
                      <a:pt x="1524" y="274"/>
                    </a:lnTo>
                    <a:lnTo>
                      <a:pt x="1547" y="291"/>
                    </a:lnTo>
                    <a:lnTo>
                      <a:pt x="1564" y="312"/>
                    </a:lnTo>
                    <a:lnTo>
                      <a:pt x="1578" y="338"/>
                    </a:lnTo>
                    <a:lnTo>
                      <a:pt x="1587" y="366"/>
                    </a:lnTo>
                    <a:lnTo>
                      <a:pt x="1590" y="396"/>
                    </a:lnTo>
                    <a:lnTo>
                      <a:pt x="1590" y="399"/>
                    </a:lnTo>
                    <a:lnTo>
                      <a:pt x="1587" y="428"/>
                    </a:lnTo>
                    <a:lnTo>
                      <a:pt x="1578" y="456"/>
                    </a:lnTo>
                    <a:lnTo>
                      <a:pt x="1564" y="481"/>
                    </a:lnTo>
                    <a:lnTo>
                      <a:pt x="1547" y="503"/>
                    </a:lnTo>
                    <a:lnTo>
                      <a:pt x="1524" y="521"/>
                    </a:lnTo>
                    <a:lnTo>
                      <a:pt x="1499" y="534"/>
                    </a:lnTo>
                    <a:lnTo>
                      <a:pt x="1472" y="543"/>
                    </a:lnTo>
                    <a:lnTo>
                      <a:pt x="1442" y="546"/>
                    </a:lnTo>
                    <a:lnTo>
                      <a:pt x="793" y="546"/>
                    </a:lnTo>
                    <a:lnTo>
                      <a:pt x="764" y="543"/>
                    </a:lnTo>
                    <a:lnTo>
                      <a:pt x="736" y="534"/>
                    </a:lnTo>
                    <a:lnTo>
                      <a:pt x="711" y="521"/>
                    </a:lnTo>
                    <a:lnTo>
                      <a:pt x="689" y="503"/>
                    </a:lnTo>
                    <a:lnTo>
                      <a:pt x="671" y="481"/>
                    </a:lnTo>
                    <a:lnTo>
                      <a:pt x="657" y="456"/>
                    </a:lnTo>
                    <a:lnTo>
                      <a:pt x="649" y="428"/>
                    </a:lnTo>
                    <a:lnTo>
                      <a:pt x="646" y="399"/>
                    </a:lnTo>
                    <a:lnTo>
                      <a:pt x="646" y="396"/>
                    </a:lnTo>
                    <a:lnTo>
                      <a:pt x="649" y="366"/>
                    </a:lnTo>
                    <a:lnTo>
                      <a:pt x="657" y="338"/>
                    </a:lnTo>
                    <a:lnTo>
                      <a:pt x="671" y="312"/>
                    </a:lnTo>
                    <a:lnTo>
                      <a:pt x="689" y="291"/>
                    </a:lnTo>
                    <a:lnTo>
                      <a:pt x="711" y="274"/>
                    </a:lnTo>
                    <a:lnTo>
                      <a:pt x="736" y="260"/>
                    </a:lnTo>
                    <a:lnTo>
                      <a:pt x="764" y="251"/>
                    </a:lnTo>
                    <a:lnTo>
                      <a:pt x="793" y="248"/>
                    </a:lnTo>
                    <a:lnTo>
                      <a:pt x="870" y="248"/>
                    </a:lnTo>
                    <a:lnTo>
                      <a:pt x="889" y="245"/>
                    </a:lnTo>
                    <a:lnTo>
                      <a:pt x="907" y="238"/>
                    </a:lnTo>
                    <a:lnTo>
                      <a:pt x="922" y="226"/>
                    </a:lnTo>
                    <a:lnTo>
                      <a:pt x="933" y="211"/>
                    </a:lnTo>
                    <a:lnTo>
                      <a:pt x="941" y="194"/>
                    </a:lnTo>
                    <a:lnTo>
                      <a:pt x="944" y="174"/>
                    </a:lnTo>
                    <a:lnTo>
                      <a:pt x="944" y="171"/>
                    </a:lnTo>
                    <a:lnTo>
                      <a:pt x="947" y="141"/>
                    </a:lnTo>
                    <a:lnTo>
                      <a:pt x="954" y="112"/>
                    </a:lnTo>
                    <a:lnTo>
                      <a:pt x="967" y="85"/>
                    </a:lnTo>
                    <a:lnTo>
                      <a:pt x="984" y="61"/>
                    </a:lnTo>
                    <a:lnTo>
                      <a:pt x="1005" y="40"/>
                    </a:lnTo>
                    <a:lnTo>
                      <a:pt x="1029" y="23"/>
                    </a:lnTo>
                    <a:lnTo>
                      <a:pt x="1056" y="11"/>
                    </a:lnTo>
                    <a:lnTo>
                      <a:pt x="1085" y="3"/>
                    </a:lnTo>
                    <a:lnTo>
                      <a:pt x="1116" y="0"/>
                    </a:lnTo>
                    <a:close/>
                  </a:path>
                </a:pathLst>
              </a:custGeom>
              <a:solidFill>
                <a:schemeClr val="accent2"/>
              </a:solidFill>
              <a:ln w="0">
                <a:noFill/>
                <a:prstDash val="solid"/>
                <a:round/>
              </a:ln>
            </p:spPr>
            <p:txBody>
              <a:bodyPr vert="horz" wrap="square" lIns="91440" tIns="45720" rIns="91440" bIns="45720" numCol="1" anchor="t" anchorCtr="0" compatLnSpc="1"/>
              <a:lstStyle/>
              <a:p>
                <a:endParaRPr lang="ko-KR" altLang="en-US" sz="1600">
                  <a:solidFill>
                    <a:schemeClr val="accent2"/>
                  </a:solidFill>
                </a:endParaRPr>
              </a:p>
            </p:txBody>
          </p:sp>
          <p:sp>
            <p:nvSpPr>
              <p:cNvPr id="27" name="椭圆 26"/>
              <p:cNvSpPr/>
              <p:nvPr/>
            </p:nvSpPr>
            <p:spPr>
              <a:xfrm>
                <a:off x="2418701" y="4675290"/>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nvGrpSpPr>
            <p:cNvPr id="20" name="组合 19"/>
            <p:cNvGrpSpPr/>
            <p:nvPr/>
          </p:nvGrpSpPr>
          <p:grpSpPr>
            <a:xfrm>
              <a:off x="3064811" y="4782240"/>
              <a:ext cx="848538" cy="848538"/>
              <a:chOff x="3601296" y="4737148"/>
              <a:chExt cx="848538" cy="848538"/>
            </a:xfrm>
          </p:grpSpPr>
          <p:sp>
            <p:nvSpPr>
              <p:cNvPr id="21" name="자유형 60"/>
              <p:cNvSpPr/>
              <p:nvPr/>
            </p:nvSpPr>
            <p:spPr bwMode="auto">
              <a:xfrm flipV="1">
                <a:off x="3843099" y="5001724"/>
                <a:ext cx="364932" cy="319387"/>
              </a:xfrm>
              <a:custGeom>
                <a:avLst/>
                <a:gdLst>
                  <a:gd name="connsiteX0" fmla="*/ 149021 w 448462"/>
                  <a:gd name="connsiteY0" fmla="*/ 328125 h 392491"/>
                  <a:gd name="connsiteX1" fmla="*/ 210588 w 448462"/>
                  <a:gd name="connsiteY1" fmla="*/ 357224 h 392491"/>
                  <a:gd name="connsiteX2" fmla="*/ 160375 w 448462"/>
                  <a:gd name="connsiteY2" fmla="*/ 391211 h 392491"/>
                  <a:gd name="connsiteX3" fmla="*/ 158502 w 448462"/>
                  <a:gd name="connsiteY3" fmla="*/ 392025 h 392491"/>
                  <a:gd name="connsiteX4" fmla="*/ 156629 w 448462"/>
                  <a:gd name="connsiteY4" fmla="*/ 392491 h 392491"/>
                  <a:gd name="connsiteX5" fmla="*/ 154757 w 448462"/>
                  <a:gd name="connsiteY5" fmla="*/ 392375 h 392491"/>
                  <a:gd name="connsiteX6" fmla="*/ 153001 w 448462"/>
                  <a:gd name="connsiteY6" fmla="*/ 391676 h 392491"/>
                  <a:gd name="connsiteX7" fmla="*/ 151362 w 448462"/>
                  <a:gd name="connsiteY7" fmla="*/ 390396 h 392491"/>
                  <a:gd name="connsiteX8" fmla="*/ 150075 w 448462"/>
                  <a:gd name="connsiteY8" fmla="*/ 388883 h 392491"/>
                  <a:gd name="connsiteX9" fmla="*/ 149255 w 448462"/>
                  <a:gd name="connsiteY9" fmla="*/ 387137 h 392491"/>
                  <a:gd name="connsiteX10" fmla="*/ 149021 w 448462"/>
                  <a:gd name="connsiteY10" fmla="*/ 385158 h 392491"/>
                  <a:gd name="connsiteX11" fmla="*/ 441235 w 448462"/>
                  <a:gd name="connsiteY11" fmla="*/ 0 h 392491"/>
                  <a:gd name="connsiteX12" fmla="*/ 442983 w 448462"/>
                  <a:gd name="connsiteY12" fmla="*/ 233 h 392491"/>
                  <a:gd name="connsiteX13" fmla="*/ 444615 w 448462"/>
                  <a:gd name="connsiteY13" fmla="*/ 816 h 392491"/>
                  <a:gd name="connsiteX14" fmla="*/ 446131 w 448462"/>
                  <a:gd name="connsiteY14" fmla="*/ 1866 h 392491"/>
                  <a:gd name="connsiteX15" fmla="*/ 447530 w 448462"/>
                  <a:gd name="connsiteY15" fmla="*/ 3615 h 392491"/>
                  <a:gd name="connsiteX16" fmla="*/ 448346 w 448462"/>
                  <a:gd name="connsiteY16" fmla="*/ 5714 h 392491"/>
                  <a:gd name="connsiteX17" fmla="*/ 448462 w 448462"/>
                  <a:gd name="connsiteY17" fmla="*/ 7696 h 392491"/>
                  <a:gd name="connsiteX18" fmla="*/ 447879 w 448462"/>
                  <a:gd name="connsiteY18" fmla="*/ 9911 h 392491"/>
                  <a:gd name="connsiteX19" fmla="*/ 307990 w 448462"/>
                  <a:gd name="connsiteY19" fmla="*/ 362641 h 392491"/>
                  <a:gd name="connsiteX20" fmla="*/ 306708 w 448462"/>
                  <a:gd name="connsiteY20" fmla="*/ 364973 h 392491"/>
                  <a:gd name="connsiteX21" fmla="*/ 305076 w 448462"/>
                  <a:gd name="connsiteY21" fmla="*/ 366955 h 392491"/>
                  <a:gd name="connsiteX22" fmla="*/ 303094 w 448462"/>
                  <a:gd name="connsiteY22" fmla="*/ 368588 h 392491"/>
                  <a:gd name="connsiteX23" fmla="*/ 300646 w 448462"/>
                  <a:gd name="connsiteY23" fmla="*/ 369870 h 392491"/>
                  <a:gd name="connsiteX24" fmla="*/ 298314 w 448462"/>
                  <a:gd name="connsiteY24" fmla="*/ 370570 h 392491"/>
                  <a:gd name="connsiteX25" fmla="*/ 295983 w 448462"/>
                  <a:gd name="connsiteY25" fmla="*/ 370803 h 392491"/>
                  <a:gd name="connsiteX26" fmla="*/ 293068 w 448462"/>
                  <a:gd name="connsiteY26" fmla="*/ 370453 h 392491"/>
                  <a:gd name="connsiteX27" fmla="*/ 290387 w 448462"/>
                  <a:gd name="connsiteY27" fmla="*/ 369404 h 392491"/>
                  <a:gd name="connsiteX28" fmla="*/ 148982 w 448462"/>
                  <a:gd name="connsiteY28" fmla="*/ 302123 h 392491"/>
                  <a:gd name="connsiteX29" fmla="*/ 347858 w 448462"/>
                  <a:gd name="connsiteY29" fmla="*/ 102379 h 392491"/>
                  <a:gd name="connsiteX30" fmla="*/ 120771 w 448462"/>
                  <a:gd name="connsiteY30" fmla="*/ 288830 h 392491"/>
                  <a:gd name="connsiteX31" fmla="*/ 7344 w 448462"/>
                  <a:gd name="connsiteY31" fmla="*/ 234842 h 392491"/>
                  <a:gd name="connsiteX32" fmla="*/ 4896 w 448462"/>
                  <a:gd name="connsiteY32" fmla="*/ 233209 h 392491"/>
                  <a:gd name="connsiteX33" fmla="*/ 2798 w 448462"/>
                  <a:gd name="connsiteY33" fmla="*/ 231227 h 392491"/>
                  <a:gd name="connsiteX34" fmla="*/ 1282 w 448462"/>
                  <a:gd name="connsiteY34" fmla="*/ 228895 h 392491"/>
                  <a:gd name="connsiteX35" fmla="*/ 349 w 448462"/>
                  <a:gd name="connsiteY35" fmla="*/ 226213 h 392491"/>
                  <a:gd name="connsiteX36" fmla="*/ 0 w 448462"/>
                  <a:gd name="connsiteY36" fmla="*/ 223298 h 392491"/>
                  <a:gd name="connsiteX37" fmla="*/ 233 w 448462"/>
                  <a:gd name="connsiteY37" fmla="*/ 220499 h 392491"/>
                  <a:gd name="connsiteX38" fmla="*/ 1165 w 448462"/>
                  <a:gd name="connsiteY38" fmla="*/ 217701 h 392491"/>
                  <a:gd name="connsiteX39" fmla="*/ 2681 w 448462"/>
                  <a:gd name="connsiteY39" fmla="*/ 215252 h 392491"/>
                  <a:gd name="connsiteX40" fmla="*/ 4779 w 448462"/>
                  <a:gd name="connsiteY40" fmla="*/ 213270 h 392491"/>
                  <a:gd name="connsiteX41" fmla="*/ 7227 w 448462"/>
                  <a:gd name="connsiteY41" fmla="*/ 211754 h 392491"/>
                  <a:gd name="connsiteX42" fmla="*/ 437971 w 448462"/>
                  <a:gd name="connsiteY42" fmla="*/ 583 h 392491"/>
                  <a:gd name="connsiteX43" fmla="*/ 439603 w 448462"/>
                  <a:gd name="connsiteY43" fmla="*/ 117 h 392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48462" h="392491">
                    <a:moveTo>
                      <a:pt x="149021" y="328125"/>
                    </a:moveTo>
                    <a:lnTo>
                      <a:pt x="210588" y="357224"/>
                    </a:lnTo>
                    <a:lnTo>
                      <a:pt x="160375" y="391211"/>
                    </a:lnTo>
                    <a:lnTo>
                      <a:pt x="158502" y="392025"/>
                    </a:lnTo>
                    <a:lnTo>
                      <a:pt x="156629" y="392491"/>
                    </a:lnTo>
                    <a:lnTo>
                      <a:pt x="154757" y="392375"/>
                    </a:lnTo>
                    <a:lnTo>
                      <a:pt x="153001" y="391676"/>
                    </a:lnTo>
                    <a:lnTo>
                      <a:pt x="151362" y="390396"/>
                    </a:lnTo>
                    <a:lnTo>
                      <a:pt x="150075" y="388883"/>
                    </a:lnTo>
                    <a:lnTo>
                      <a:pt x="149255" y="387137"/>
                    </a:lnTo>
                    <a:lnTo>
                      <a:pt x="149021" y="385158"/>
                    </a:lnTo>
                    <a:close/>
                    <a:moveTo>
                      <a:pt x="441235" y="0"/>
                    </a:moveTo>
                    <a:lnTo>
                      <a:pt x="442983" y="233"/>
                    </a:lnTo>
                    <a:lnTo>
                      <a:pt x="444615" y="816"/>
                    </a:lnTo>
                    <a:lnTo>
                      <a:pt x="446131" y="1866"/>
                    </a:lnTo>
                    <a:lnTo>
                      <a:pt x="447530" y="3615"/>
                    </a:lnTo>
                    <a:lnTo>
                      <a:pt x="448346" y="5714"/>
                    </a:lnTo>
                    <a:lnTo>
                      <a:pt x="448462" y="7696"/>
                    </a:lnTo>
                    <a:lnTo>
                      <a:pt x="447879" y="9911"/>
                    </a:lnTo>
                    <a:lnTo>
                      <a:pt x="307990" y="362641"/>
                    </a:lnTo>
                    <a:lnTo>
                      <a:pt x="306708" y="364973"/>
                    </a:lnTo>
                    <a:lnTo>
                      <a:pt x="305076" y="366955"/>
                    </a:lnTo>
                    <a:lnTo>
                      <a:pt x="303094" y="368588"/>
                    </a:lnTo>
                    <a:lnTo>
                      <a:pt x="300646" y="369870"/>
                    </a:lnTo>
                    <a:lnTo>
                      <a:pt x="298314" y="370570"/>
                    </a:lnTo>
                    <a:lnTo>
                      <a:pt x="295983" y="370803"/>
                    </a:lnTo>
                    <a:lnTo>
                      <a:pt x="293068" y="370453"/>
                    </a:lnTo>
                    <a:lnTo>
                      <a:pt x="290387" y="369404"/>
                    </a:lnTo>
                    <a:lnTo>
                      <a:pt x="148982" y="302123"/>
                    </a:lnTo>
                    <a:lnTo>
                      <a:pt x="347858" y="102379"/>
                    </a:lnTo>
                    <a:lnTo>
                      <a:pt x="120771" y="288830"/>
                    </a:lnTo>
                    <a:lnTo>
                      <a:pt x="7344" y="234842"/>
                    </a:lnTo>
                    <a:lnTo>
                      <a:pt x="4896" y="233209"/>
                    </a:lnTo>
                    <a:lnTo>
                      <a:pt x="2798" y="231227"/>
                    </a:lnTo>
                    <a:lnTo>
                      <a:pt x="1282" y="228895"/>
                    </a:lnTo>
                    <a:lnTo>
                      <a:pt x="349" y="226213"/>
                    </a:lnTo>
                    <a:lnTo>
                      <a:pt x="0" y="223298"/>
                    </a:lnTo>
                    <a:lnTo>
                      <a:pt x="233" y="220499"/>
                    </a:lnTo>
                    <a:lnTo>
                      <a:pt x="1165" y="217701"/>
                    </a:lnTo>
                    <a:lnTo>
                      <a:pt x="2681" y="215252"/>
                    </a:lnTo>
                    <a:lnTo>
                      <a:pt x="4779" y="213270"/>
                    </a:lnTo>
                    <a:lnTo>
                      <a:pt x="7227" y="211754"/>
                    </a:lnTo>
                    <a:lnTo>
                      <a:pt x="437971" y="583"/>
                    </a:lnTo>
                    <a:lnTo>
                      <a:pt x="439603" y="117"/>
                    </a:lnTo>
                    <a:close/>
                  </a:path>
                </a:pathLst>
              </a:custGeom>
              <a:solidFill>
                <a:schemeClr val="accent2"/>
              </a:solidFill>
              <a:ln w="0">
                <a:noFill/>
                <a:prstDash val="solid"/>
                <a:round/>
              </a:ln>
            </p:spPr>
            <p:txBody>
              <a:bodyPr vert="horz" wrap="square" lIns="91440" tIns="45720" rIns="91440" bIns="45720" numCol="1" anchor="t" anchorCtr="0" compatLnSpc="1">
                <a:noAutofit/>
              </a:bodyPr>
              <a:lstStyle/>
              <a:p>
                <a:endParaRPr lang="ko-KR" altLang="en-US">
                  <a:solidFill>
                    <a:schemeClr val="accent2"/>
                  </a:solidFill>
                </a:endParaRPr>
              </a:p>
            </p:txBody>
          </p:sp>
          <p:sp>
            <p:nvSpPr>
              <p:cNvPr id="22" name="椭圆 21"/>
              <p:cNvSpPr/>
              <p:nvPr/>
            </p:nvSpPr>
            <p:spPr>
              <a:xfrm>
                <a:off x="3601296" y="4737148"/>
                <a:ext cx="848538" cy="84853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grpSp>
      <p:sp>
        <p:nvSpPr>
          <p:cNvPr id="43" name="PA_矩形 29"/>
          <p:cNvSpPr/>
          <p:nvPr>
            <p:custDataLst>
              <p:tags r:id="rId5"/>
            </p:custDataLst>
          </p:nvPr>
        </p:nvSpPr>
        <p:spPr>
          <a:xfrm>
            <a:off x="762002" y="904466"/>
            <a:ext cx="1134533" cy="461665"/>
          </a:xfrm>
          <a:prstGeom prst="rect">
            <a:avLst/>
          </a:prstGeom>
          <a:ln>
            <a:noFill/>
          </a:ln>
          <a:effectLst/>
        </p:spPr>
        <p:txBody>
          <a:bodyPr wrap="square">
            <a:spAutoFit/>
          </a:bodyPr>
          <a:lstStyle/>
          <a:p>
            <a:pPr algn="dist"/>
            <a:r>
              <a:rPr lang="en-US" altLang="zh-CN" sz="2400" b="1" dirty="0">
                <a:latin typeface="思源宋体 CN Heavy" panose="02020900000000000000" pitchFamily="18" charset="-122"/>
                <a:ea typeface="思源宋体 CN Heavy" panose="02020900000000000000" pitchFamily="18" charset="-122"/>
                <a:cs typeface="Open Sans" panose="020B0606030504020204" pitchFamily="34" charset="0"/>
                <a:sym typeface="Arial" panose="020B0604020202020204"/>
              </a:rPr>
              <a:t>LOGO</a:t>
            </a:r>
            <a:endParaRPr lang="zh-CN" altLang="en-US" sz="2400" b="1" dirty="0">
              <a:latin typeface="思源宋体 CN Heavy" panose="02020900000000000000" pitchFamily="18" charset="-122"/>
              <a:ea typeface="思源宋体 CN Heavy" panose="02020900000000000000" pitchFamily="18" charset="-122"/>
              <a:cs typeface="Open Sans" panose="020B0606030504020204" pitchFamily="34" charset="0"/>
              <a:sym typeface="Arial" panose="020B0604020202020204"/>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afterEffect">
                                  <p:stCondLst>
                                    <p:cond delay="0"/>
                                  </p:stCondLst>
                                  <p:iterate type="lt">
                                    <p:tmPct val="10000"/>
                                  </p:iterate>
                                  <p:childTnLst>
                                    <p:set>
                                      <p:cBhvr>
                                        <p:cTn id="6" dur="1" fill="hold">
                                          <p:stCondLst>
                                            <p:cond delay="0"/>
                                          </p:stCondLst>
                                        </p:cTn>
                                        <p:tgtEl>
                                          <p:spTgt spid="10"/>
                                        </p:tgtEl>
                                        <p:attrNameLst>
                                          <p:attrName>style.visibility</p:attrName>
                                        </p:attrNameLst>
                                      </p:cBhvr>
                                      <p:to>
                                        <p:strVal val="visible"/>
                                      </p:to>
                                    </p:set>
                                    <p:anim to="" calcmode="lin" valueType="num">
                                      <p:cBhvr>
                                        <p:cTn id="7" dur="700" fill="hold">
                                          <p:stCondLst>
                                            <p:cond delay="0"/>
                                          </p:stCondLst>
                                        </p:cTn>
                                        <p:tgtEl>
                                          <p:spTgt spid="10"/>
                                        </p:tgtEl>
                                        <p:attrNameLst>
                                          <p:attrName>ppt_y</p:attrName>
                                        </p:attrNameLst>
                                      </p:cBhvr>
                                      <p:tavLst>
                                        <p:tav tm="0" fmla="#ppt_y+#ppt_h/2*((1.5-1.5*$)^3-(1.5-1.5*$)^2)*8/9">
                                          <p:val>
                                            <p:fltVal val="0"/>
                                          </p:val>
                                        </p:tav>
                                        <p:tav tm="100000">
                                          <p:val>
                                            <p:fltVal val="1"/>
                                          </p:val>
                                        </p:tav>
                                      </p:tavLst>
                                    </p:anim>
                                    <p:anim to="" calcmode="lin" valueType="num">
                                      <p:cBhvr>
                                        <p:cTn id="8" dur="700" fill="hold">
                                          <p:stCondLst>
                                            <p:cond delay="0"/>
                                          </p:stCondLst>
                                        </p:cTn>
                                        <p:tgtEl>
                                          <p:spTgt spid="10"/>
                                        </p:tgtEl>
                                        <p:attrNameLst>
                                          <p:attrName>ppt_h</p:attrName>
                                        </p:attrNameLst>
                                      </p:cBhvr>
                                      <p:tavLst>
                                        <p:tav tm="0" fmla="#ppt_h-#ppt_h*((1.5-1.5*$)^3-(1.5-1.5*$)^2)">
                                          <p:val>
                                            <p:fltVal val="0"/>
                                          </p:val>
                                        </p:tav>
                                        <p:tav tm="100000">
                                          <p:val>
                                            <p:fltVal val="1"/>
                                          </p:val>
                                        </p:tav>
                                      </p:tavLst>
                                    </p:anim>
                                    <p:animEffect filter="fade">
                                      <p:cBhvr>
                                        <p:cTn id="9" dur="700">
                                          <p:stCondLst>
                                            <p:cond delay="0"/>
                                          </p:stCondLst>
                                        </p:cTn>
                                        <p:tgtEl>
                                          <p:spTgt spid="10"/>
                                        </p:tgtEl>
                                      </p:cBhvr>
                                    </p:animEffect>
                                  </p:childTnLst>
                                </p:cTn>
                              </p:par>
                            </p:childTnLst>
                          </p:cTn>
                        </p:par>
                        <p:par>
                          <p:cTn id="10" fill="hold">
                            <p:stCondLst>
                              <p:cond delay="1679"/>
                            </p:stCondLst>
                            <p:childTnLst>
                              <p:par>
                                <p:cTn id="11" presetID="0" presetClass="entr" presetSubtype="0" fill="hold" grpId="0" nodeType="afterEffect">
                                  <p:stCondLst>
                                    <p:cond delay="0"/>
                                  </p:stCondLst>
                                  <p:iterate type="lt">
                                    <p:tmPct val="10000"/>
                                  </p:iterate>
                                  <p:childTnLst>
                                    <p:set>
                                      <p:cBhvr>
                                        <p:cTn id="12" dur="1" fill="hold">
                                          <p:stCondLst>
                                            <p:cond delay="0"/>
                                          </p:stCondLst>
                                        </p:cTn>
                                        <p:tgtEl>
                                          <p:spTgt spid="8"/>
                                        </p:tgtEl>
                                        <p:attrNameLst>
                                          <p:attrName>style.visibility</p:attrName>
                                        </p:attrNameLst>
                                      </p:cBhvr>
                                      <p:to>
                                        <p:strVal val="visible"/>
                                      </p:to>
                                    </p:set>
                                    <p:anim to="" calcmode="lin" valueType="num">
                                      <p:cBhvr>
                                        <p:cTn id="13" dur="700" fill="hold">
                                          <p:stCondLst>
                                            <p:cond delay="0"/>
                                          </p:stCondLst>
                                        </p:cTn>
                                        <p:tgtEl>
                                          <p:spTgt spid="8"/>
                                        </p:tgtEl>
                                        <p:attrNameLst>
                                          <p:attrName>ppt_y</p:attrName>
                                        </p:attrNameLst>
                                      </p:cBhvr>
                                      <p:tavLst>
                                        <p:tav tm="0" fmla="#ppt_y+#ppt_h/2*((1.5-1.5*$)^3-(1.5-1.5*$)^2)*8/9">
                                          <p:val>
                                            <p:fltVal val="0"/>
                                          </p:val>
                                        </p:tav>
                                        <p:tav tm="100000">
                                          <p:val>
                                            <p:fltVal val="1"/>
                                          </p:val>
                                        </p:tav>
                                      </p:tavLst>
                                    </p:anim>
                                    <p:anim to="" calcmode="lin" valueType="num">
                                      <p:cBhvr>
                                        <p:cTn id="14" dur="700" fill="hold">
                                          <p:stCondLst>
                                            <p:cond delay="0"/>
                                          </p:stCondLst>
                                        </p:cTn>
                                        <p:tgtEl>
                                          <p:spTgt spid="8"/>
                                        </p:tgtEl>
                                        <p:attrNameLst>
                                          <p:attrName>ppt_h</p:attrName>
                                        </p:attrNameLst>
                                      </p:cBhvr>
                                      <p:tavLst>
                                        <p:tav tm="0" fmla="#ppt_h-#ppt_h*((1.5-1.5*$)^3-(1.5-1.5*$)^2)">
                                          <p:val>
                                            <p:fltVal val="0"/>
                                          </p:val>
                                        </p:tav>
                                        <p:tav tm="100000">
                                          <p:val>
                                            <p:fltVal val="1"/>
                                          </p:val>
                                        </p:tav>
                                      </p:tavLst>
                                    </p:anim>
                                    <p:animEffect filter="fade">
                                      <p:cBhvr>
                                        <p:cTn id="15" dur="700">
                                          <p:stCondLst>
                                            <p:cond delay="0"/>
                                          </p:stCondLst>
                                        </p:cTn>
                                        <p:tgtEl>
                                          <p:spTgt spid="8"/>
                                        </p:tgtEl>
                                      </p:cBhvr>
                                    </p:animEffect>
                                  </p:childTnLst>
                                </p:cTn>
                              </p:par>
                            </p:childTnLst>
                          </p:cTn>
                        </p:par>
                        <p:par>
                          <p:cTn id="16" fill="hold">
                            <p:stCondLst>
                              <p:cond delay="2869"/>
                            </p:stCondLst>
                            <p:childTnLst>
                              <p:par>
                                <p:cTn id="17" presetID="22" presetClass="entr" presetSubtype="8"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3369"/>
                            </p:stCondLst>
                            <p:childTnLst>
                              <p:par>
                                <p:cTn id="21" presetID="22" presetClass="entr" presetSubtype="8"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3869"/>
                            </p:stCondLst>
                            <p:childTnLst>
                              <p:par>
                                <p:cTn id="25" presetID="0" presetClass="entr" presetSubtype="0" fill="hold" grpId="0" nodeType="afterEffect">
                                  <p:stCondLst>
                                    <p:cond delay="0"/>
                                  </p:stCondLst>
                                  <p:iterate type="lt">
                                    <p:tmPct val="10000"/>
                                  </p:iterate>
                                  <p:childTnLst>
                                    <p:set>
                                      <p:cBhvr>
                                        <p:cTn id="26" dur="1" fill="hold">
                                          <p:stCondLst>
                                            <p:cond delay="0"/>
                                          </p:stCondLst>
                                        </p:cTn>
                                        <p:tgtEl>
                                          <p:spTgt spid="43"/>
                                        </p:tgtEl>
                                        <p:attrNameLst>
                                          <p:attrName>style.visibility</p:attrName>
                                        </p:attrNameLst>
                                      </p:cBhvr>
                                      <p:to>
                                        <p:strVal val="visible"/>
                                      </p:to>
                                    </p:set>
                                    <p:anim to="" calcmode="lin" valueType="num">
                                      <p:cBhvr>
                                        <p:cTn id="27" dur="700" fill="hold">
                                          <p:stCondLst>
                                            <p:cond delay="0"/>
                                          </p:stCondLst>
                                        </p:cTn>
                                        <p:tgtEl>
                                          <p:spTgt spid="43"/>
                                        </p:tgtEl>
                                        <p:attrNameLst>
                                          <p:attrName>ppt_y</p:attrName>
                                        </p:attrNameLst>
                                      </p:cBhvr>
                                      <p:tavLst>
                                        <p:tav tm="0" fmla="#ppt_y+#ppt_h/2*((1.5-1.5*$)^3-(1.5-1.5*$)^2)*8/9">
                                          <p:val>
                                            <p:fltVal val="0"/>
                                          </p:val>
                                        </p:tav>
                                        <p:tav tm="100000">
                                          <p:val>
                                            <p:fltVal val="1"/>
                                          </p:val>
                                        </p:tav>
                                      </p:tavLst>
                                    </p:anim>
                                    <p:anim to="" calcmode="lin" valueType="num">
                                      <p:cBhvr>
                                        <p:cTn id="28" dur="700" fill="hold">
                                          <p:stCondLst>
                                            <p:cond delay="0"/>
                                          </p:stCondLst>
                                        </p:cTn>
                                        <p:tgtEl>
                                          <p:spTgt spid="43"/>
                                        </p:tgtEl>
                                        <p:attrNameLst>
                                          <p:attrName>ppt_h</p:attrName>
                                        </p:attrNameLst>
                                      </p:cBhvr>
                                      <p:tavLst>
                                        <p:tav tm="0" fmla="#ppt_h-#ppt_h*((1.5-1.5*$)^3-(1.5-1.5*$)^2)">
                                          <p:val>
                                            <p:fltVal val="0"/>
                                          </p:val>
                                        </p:tav>
                                        <p:tav tm="100000">
                                          <p:val>
                                            <p:fltVal val="1"/>
                                          </p:val>
                                        </p:tav>
                                      </p:tavLst>
                                    </p:anim>
                                    <p:animEffect filter="fade">
                                      <p:cBhvr>
                                        <p:cTn id="29" dur="700">
                                          <p:stCondLst>
                                            <p:cond delay="0"/>
                                          </p:stCondLst>
                                        </p:cTn>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13" grpId="0" animBg="1"/>
      <p:bldP spid="4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63552" y="4437112"/>
            <a:ext cx="9025003"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行业</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节日</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素材：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465">
              <a:solidFill>
                <a:srgbClr val="EEECE1">
                  <a:lumMod val="25000"/>
                </a:srgbClr>
              </a:solidFill>
              <a:latin typeface="微软雅黑" panose="020B0503020204020204" pitchFamily="34" charset="-122"/>
              <a:ea typeface="微软雅黑" panose="020B0503020204020204" pitchFamily="34" charset="-122"/>
            </a:endParaRPr>
          </a:p>
          <a:p>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图表：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优秀</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下载：</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教程：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en-US" altLang="zh-CN" sz="1465">
                <a:solidFill>
                  <a:srgbClr val="EEECE1">
                    <a:lumMod val="25000"/>
                  </a:srgbClr>
                </a:solidFill>
                <a:latin typeface="微软雅黑" panose="020B0503020204020204" pitchFamily="34" charset="-122"/>
                <a:ea typeface="微软雅黑" panose="020B0503020204020204" pitchFamily="34" charset="-122"/>
              </a:rPr>
              <a:t>Word</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465">
                <a:solidFill>
                  <a:srgbClr val="EEECE1">
                    <a:lumMod val="25000"/>
                  </a:srgbClr>
                </a:solidFill>
                <a:latin typeface="微软雅黑" panose="020B0503020204020204" pitchFamily="34" charset="-122"/>
                <a:ea typeface="微软雅黑" panose="020B0503020204020204" pitchFamily="34" charset="-122"/>
              </a:rPr>
              <a:t>                        Excel</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课件：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endParaRPr lang="zh-CN" altLang="en-US" sz="1465">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998276"/>
            <a:ext cx="12192000" cy="1366829"/>
          </a:xfrm>
          <a:prstGeom prst="rect">
            <a:avLst/>
          </a:prstGeom>
          <a:solidFill>
            <a:schemeClr val="tx2">
              <a:lumMod val="75000"/>
            </a:schemeClr>
          </a:solidFill>
          <a:ln w="9525">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2400" kern="0">
              <a:solidFill>
                <a:srgbClr val="005397"/>
              </a:solidFill>
              <a:latin typeface="Arial" panose="020B0604020202020204"/>
              <a:ea typeface="微软雅黑" panose="020B0503020204020204" pitchFamily="34" charset="-122"/>
            </a:endParaRPr>
          </a:p>
        </p:txBody>
      </p:sp>
      <p:sp>
        <p:nvSpPr>
          <p:cNvPr id="15" name="Rectangle 3"/>
          <p:cNvSpPr>
            <a:spLocks noChangeArrowheads="1"/>
          </p:cNvSpPr>
          <p:nvPr/>
        </p:nvSpPr>
        <p:spPr bwMode="auto">
          <a:xfrm>
            <a:off x="540251" y="3097353"/>
            <a:ext cx="5471583"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微软雅黑" panose="020B0503020204020204" pitchFamily="34" charset="-122"/>
                <a:ea typeface="微软雅黑" panose="020B0503020204020204" pitchFamily="34" charset="-122"/>
              </a:rPr>
              <a:t>可以在下列情况使用</a:t>
            </a:r>
            <a:endParaRPr lang="zh-CN" altLang="en-US" sz="1465" kern="0">
              <a:solidFill>
                <a:prstClr val="white"/>
              </a:solidFill>
              <a:latin typeface="微软雅黑" panose="020B0503020204020204" pitchFamily="34" charset="-122"/>
              <a:ea typeface="微软雅黑" panose="020B0503020204020204" pitchFamily="34" charset="-122"/>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个人学习、研究。</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拷贝模板中的内容用于其它幻灯片母版中使用。</a:t>
            </a:r>
          </a:p>
        </p:txBody>
      </p:sp>
      <p:sp>
        <p:nvSpPr>
          <p:cNvPr id="16" name="Rectangle 4"/>
          <p:cNvSpPr>
            <a:spLocks noChangeArrowheads="1"/>
          </p:cNvSpPr>
          <p:nvPr/>
        </p:nvSpPr>
        <p:spPr bwMode="auto">
          <a:xfrm>
            <a:off x="6107840" y="3097353"/>
            <a:ext cx="5471584"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微软雅黑" panose="020B0503020204020204" pitchFamily="34" charset="-122"/>
                <a:ea typeface="微软雅黑" panose="020B0503020204020204" pitchFamily="34" charset="-122"/>
              </a:rPr>
              <a:t>不可以在以下情况使用</a:t>
            </a:r>
            <a:endParaRPr lang="zh-CN" altLang="en-US" sz="1335" b="1" kern="0">
              <a:solidFill>
                <a:prstClr val="white"/>
              </a:solidFill>
              <a:latin typeface="微软雅黑" panose="020B0503020204020204" pitchFamily="34" charset="-122"/>
              <a:ea typeface="微软雅黑" panose="020B0503020204020204" pitchFamily="34" charset="-122"/>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任何形式的在线付费下载。</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网络转载、线上线下传播。</a:t>
            </a:r>
            <a:endParaRPr lang="zh-CN" altLang="en-GB" sz="1465" kern="0">
              <a:solidFill>
                <a:prstClr val="white"/>
              </a:solidFill>
              <a:latin typeface="微软雅黑" panose="020B0503020204020204" pitchFamily="34" charset="-122"/>
              <a:ea typeface="微软雅黑" panose="020B0503020204020204" pitchFamily="34" charset="-122"/>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tretch>
            <a:fillRect/>
          </a:stretch>
        </p:blipFill>
        <p:spPr bwMode="auto">
          <a:xfrm>
            <a:off x="1947382" y="-404505"/>
            <a:ext cx="7893049" cy="3402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墨迹 6"/>
          <p:cNvPicPr/>
          <p:nvPr/>
        </p:nvPicPr>
        <p:blipFill>
          <a:blip r:embed="rId19"/>
          <a:stretch>
            <a:fillRect/>
          </a:stretch>
        </p:blipFill>
        <p:spPr>
          <a:xfrm>
            <a:off x="-1715569" y="629060"/>
            <a:ext cx="48000" cy="21600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11.14"/>
  <p:tag name="AS_TITLE" val="Aspose.Slides for .NET 4.0 Client Profile"/>
  <p:tag name="AS_VERSION" val="22.11"/>
  <p:tag name="ISLIDE.GUIDESSETTING" val="{&quot;Id&quot;:&quot;b49df822-7165-45c2-8964-c451b9152035&quot;,&quot;Name&quot;:&quot;参考线1&quot;,&quot;Kind&quot;:&quot;Custom&quot;,&quot;OldGuidesSetting&quot;:{&quot;HeaderHeight&quot;:15.0,&quot;FooterHeight&quot;:9.0,&quot;SideMargin&quot;:5.5,&quot;TopMargin&quot;:0.0,&quot;BottomMargin&quot;:0.0,&quot;IntervalMargin&quot;:1.5}}"/>
</p:tagLst>
</file>

<file path=ppt/tags/tag2.xml><?xml version="1.0" encoding="utf-8"?>
<p:tagLst xmlns:a="http://schemas.openxmlformats.org/drawingml/2006/main" xmlns:r="http://schemas.openxmlformats.org/officeDocument/2006/relationships" xmlns:p="http://schemas.openxmlformats.org/presentationml/2006/main">
  <p:tag name="ISLIDE.ICON" val="#120587;#407164;"/>
  <p:tag name="ISLIDE.VECTOR" val="#839895;"/>
</p:tagLst>
</file>

<file path=ppt/tags/tag3.xml><?xml version="1.0" encoding="utf-8"?>
<p:tagLst xmlns:a="http://schemas.openxmlformats.org/drawingml/2006/main" xmlns:r="http://schemas.openxmlformats.org/officeDocument/2006/relationships" xmlns:p="http://schemas.openxmlformats.org/presentationml/2006/main">
  <p:tag name="PA" val="v5.2.11"/>
  <p:tag name="RESOURCELIBID_ANIM" val="439"/>
</p:tagLst>
</file>

<file path=ppt/tags/tag4.xml><?xml version="1.0" encoding="utf-8"?>
<p:tagLst xmlns:a="http://schemas.openxmlformats.org/drawingml/2006/main" xmlns:r="http://schemas.openxmlformats.org/officeDocument/2006/relationships" xmlns:p="http://schemas.openxmlformats.org/presentationml/2006/main">
  <p:tag name="PA" val="v5.2.11"/>
  <p:tag name="RESOURCELIBID_ANIM" val="439"/>
</p:tagLst>
</file>

<file path=ppt/tags/tag5.xml><?xml version="1.0" encoding="utf-8"?>
<p:tagLst xmlns:a="http://schemas.openxmlformats.org/drawingml/2006/main" xmlns:r="http://schemas.openxmlformats.org/officeDocument/2006/relationships" xmlns:p="http://schemas.openxmlformats.org/presentationml/2006/main">
  <p:tag name="PA" val="v5.2.11"/>
  <p:tag name="RESOURCELIBID_ANIM" val="437"/>
</p:tagLst>
</file>

<file path=ppt/tags/tag6.xml><?xml version="1.0" encoding="utf-8"?>
<p:tagLst xmlns:a="http://schemas.openxmlformats.org/drawingml/2006/main" xmlns:r="http://schemas.openxmlformats.org/officeDocument/2006/relationships" xmlns:p="http://schemas.openxmlformats.org/presentationml/2006/main">
  <p:tag name="PA" val="v5.2.11"/>
  <p:tag name="RESOURCELIBID_ANIM" val="439"/>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PA" val="v3.0.1"/>
</p:tagLst>
</file>

<file path=ppt/tags/tag9.xml><?xml version="1.0" encoding="utf-8"?>
<p:tagLst xmlns:a="http://schemas.openxmlformats.org/drawingml/2006/main" xmlns:r="http://schemas.openxmlformats.org/officeDocument/2006/relationships" xmlns:p="http://schemas.openxmlformats.org/presentationml/2006/main">
  <p:tag name="ISLIDE.DIAGRAM" val="#607874;"/>
</p:tagLst>
</file>

<file path=ppt/tags/tag10.xml><?xml version="1.0" encoding="utf-8"?>
<p:tagLst xmlns:a="http://schemas.openxmlformats.org/drawingml/2006/main" xmlns:r="http://schemas.openxmlformats.org/officeDocument/2006/relationships" xmlns:p="http://schemas.openxmlformats.org/presentationml/2006/main">
  <p:tag name="ISLIDE.DIAGRAM" val="#798909;"/>
</p:tagLst>
</file>

<file path=ppt/tags/tag11.xml><?xml version="1.0" encoding="utf-8"?>
<p:tagLst xmlns:a="http://schemas.openxmlformats.org/drawingml/2006/main" xmlns:r="http://schemas.openxmlformats.org/officeDocument/2006/relationships" xmlns:p="http://schemas.openxmlformats.org/presentationml/2006/main">
  <p:tag name="PA" val="v5.2.11"/>
  <p:tag name="RESOURCELIBID_ANIM" val="437"/>
</p:tagLst>
</file>

<file path=ppt/tags/tag12.xml><?xml version="1.0" encoding="utf-8"?>
<p:tagLst xmlns:a="http://schemas.openxmlformats.org/drawingml/2006/main" xmlns:r="http://schemas.openxmlformats.org/officeDocument/2006/relationships" xmlns:p="http://schemas.openxmlformats.org/presentationml/2006/main">
  <p:tag name="PA" val="v5.2.11"/>
  <p:tag name="RESOURCELIBID_ANIM" val="439"/>
</p:tagLst>
</file>

<file path=ppt/tags/tag13.xml><?xml version="1.0" encoding="utf-8"?>
<p:tagLst xmlns:a="http://schemas.openxmlformats.org/drawingml/2006/main" xmlns:r="http://schemas.openxmlformats.org/officeDocument/2006/relationships" xmlns:p="http://schemas.openxmlformats.org/presentationml/2006/main">
  <p:tag name="ISLIDE.DIAGRAM" val="#798909;"/>
</p:tagLst>
</file>

<file path=ppt/tags/tag14.xml><?xml version="1.0" encoding="utf-8"?>
<p:tagLst xmlns:a="http://schemas.openxmlformats.org/drawingml/2006/main" xmlns:r="http://schemas.openxmlformats.org/officeDocument/2006/relationships" xmlns:p="http://schemas.openxmlformats.org/presentationml/2006/main">
  <p:tag name="PA" val="v5.2.11"/>
  <p:tag name="RESOURCELIBID_ANIM" val="437"/>
</p:tagLst>
</file>

<file path=ppt/tags/tag15.xml><?xml version="1.0" encoding="utf-8"?>
<p:tagLst xmlns:a="http://schemas.openxmlformats.org/drawingml/2006/main" xmlns:r="http://schemas.openxmlformats.org/officeDocument/2006/relationships" xmlns:p="http://schemas.openxmlformats.org/presentationml/2006/main">
  <p:tag name="PA" val="v5.2.11"/>
  <p:tag name="RESOURCELIBID_ANIM" val="439"/>
</p:tagLst>
</file>

<file path=ppt/tags/tag16.xml><?xml version="1.0" encoding="utf-8"?>
<p:tagLst xmlns:a="http://schemas.openxmlformats.org/drawingml/2006/main" xmlns:r="http://schemas.openxmlformats.org/officeDocument/2006/relationships" xmlns:p="http://schemas.openxmlformats.org/presentationml/2006/main">
  <p:tag name="ISLIDE.DIAGRAM" val="#798909;"/>
</p:tagLst>
</file>

<file path=ppt/tags/tag17.xml><?xml version="1.0" encoding="utf-8"?>
<p:tagLst xmlns:a="http://schemas.openxmlformats.org/drawingml/2006/main" xmlns:r="http://schemas.openxmlformats.org/officeDocument/2006/relationships" xmlns:p="http://schemas.openxmlformats.org/presentationml/2006/main">
  <p:tag name="PA" val="v5.2.11"/>
  <p:tag name="RESOURCELIBID_ANIM" val="437"/>
</p:tagLst>
</file>

<file path=ppt/tags/tag18.xml><?xml version="1.0" encoding="utf-8"?>
<p:tagLst xmlns:a="http://schemas.openxmlformats.org/drawingml/2006/main" xmlns:r="http://schemas.openxmlformats.org/officeDocument/2006/relationships" xmlns:p="http://schemas.openxmlformats.org/presentationml/2006/main">
  <p:tag name="PA" val="v5.2.11"/>
  <p:tag name="RESOURCELIBID_ANIM" val="439"/>
</p:tagLst>
</file>

<file path=ppt/tags/tag19.xml><?xml version="1.0" encoding="utf-8"?>
<p:tagLst xmlns:a="http://schemas.openxmlformats.org/drawingml/2006/main" xmlns:r="http://schemas.openxmlformats.org/officeDocument/2006/relationships" xmlns:p="http://schemas.openxmlformats.org/presentationml/2006/main">
  <p:tag name="ISLIDE.DIAGRAM" val="#798909;"/>
</p:tagLst>
</file>

<file path=ppt/tags/tag20.xml><?xml version="1.0" encoding="utf-8"?>
<p:tagLst xmlns:a="http://schemas.openxmlformats.org/drawingml/2006/main" xmlns:r="http://schemas.openxmlformats.org/officeDocument/2006/relationships" xmlns:p="http://schemas.openxmlformats.org/presentationml/2006/main">
  <p:tag name="PA" val="v5.2.11"/>
  <p:tag name="RESOURCELIBID_ANIM" val="437"/>
</p:tagLst>
</file>

<file path=ppt/tags/tag21.xml><?xml version="1.0" encoding="utf-8"?>
<p:tagLst xmlns:a="http://schemas.openxmlformats.org/drawingml/2006/main" xmlns:r="http://schemas.openxmlformats.org/officeDocument/2006/relationships" xmlns:p="http://schemas.openxmlformats.org/presentationml/2006/main">
  <p:tag name="PA" val="v5.2.11"/>
  <p:tag name="RESOURCELIBID_ANIM" val="439"/>
</p:tagLst>
</file>

<file path=ppt/tags/tag22.xml><?xml version="1.0" encoding="utf-8"?>
<p:tagLst xmlns:a="http://schemas.openxmlformats.org/drawingml/2006/main" xmlns:r="http://schemas.openxmlformats.org/officeDocument/2006/relationships" xmlns:p="http://schemas.openxmlformats.org/presentationml/2006/main">
  <p:tag name="ISLIDE.ICON" val="#120587;#407164;"/>
  <p:tag name="ISLIDE.VECTOR" val="#839895;"/>
</p:tagLst>
</file>

<file path=ppt/tags/tag23.xml><?xml version="1.0" encoding="utf-8"?>
<p:tagLst xmlns:a="http://schemas.openxmlformats.org/drawingml/2006/main" xmlns:r="http://schemas.openxmlformats.org/officeDocument/2006/relationships" xmlns:p="http://schemas.openxmlformats.org/presentationml/2006/main">
  <p:tag name="PA" val="v5.2.11"/>
  <p:tag name="RESOURCELIBID_ANIM" val="439"/>
</p:tagLst>
</file>

<file path=ppt/tags/tag24.xml><?xml version="1.0" encoding="utf-8"?>
<p:tagLst xmlns:a="http://schemas.openxmlformats.org/drawingml/2006/main" xmlns:r="http://schemas.openxmlformats.org/officeDocument/2006/relationships" xmlns:p="http://schemas.openxmlformats.org/presentationml/2006/main">
  <p:tag name="PA" val="v5.2.11"/>
  <p:tag name="RESOURCELIBID_ANIM" val="439"/>
</p:tagLst>
</file>

<file path=ppt/tags/tag25.xml><?xml version="1.0" encoding="utf-8"?>
<p:tagLst xmlns:a="http://schemas.openxmlformats.org/drawingml/2006/main" xmlns:r="http://schemas.openxmlformats.org/officeDocument/2006/relationships" xmlns:p="http://schemas.openxmlformats.org/presentationml/2006/main">
  <p:tag name="PA" val="v5.2.11"/>
  <p:tag name="RESOURCELIBID_ANIM" val="437"/>
</p:tagLst>
</file>

<file path=ppt/tags/tag26.xml><?xml version="1.0" encoding="utf-8"?>
<p:tagLst xmlns:a="http://schemas.openxmlformats.org/drawingml/2006/main" xmlns:r="http://schemas.openxmlformats.org/officeDocument/2006/relationships" xmlns:p="http://schemas.openxmlformats.org/presentationml/2006/main">
  <p:tag name="PA" val="v5.2.11"/>
  <p:tag name="RESOURCELIBID_ANIM" val="439"/>
</p:tagLst>
</file>

<file path=ppt/tags/tag27.xml><?xml version="1.0" encoding="utf-8"?>
<p:tagLst xmlns:a="http://schemas.openxmlformats.org/drawingml/2006/main" xmlns:r="http://schemas.openxmlformats.org/officeDocument/2006/relationships" xmlns:p="http://schemas.openxmlformats.org/presentationml/2006/main">
  <p:tag name="PA" val="v3.0.1"/>
</p:tagLst>
</file>

<file path=ppt/tags/tag28.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第一PPT，www.1ppt.com">
  <a:themeElements>
    <a:clrScheme name="自定义 1141">
      <a:dk1>
        <a:sysClr val="windowText" lastClr="000000"/>
      </a:dk1>
      <a:lt1>
        <a:sysClr val="window" lastClr="FFFFFF"/>
      </a:lt1>
      <a:dk2>
        <a:srgbClr val="44546A"/>
      </a:dk2>
      <a:lt2>
        <a:srgbClr val="E7E6E6"/>
      </a:lt2>
      <a:accent1>
        <a:srgbClr val="D8B879"/>
      </a:accent1>
      <a:accent2>
        <a:srgbClr val="1D3566"/>
      </a:accent2>
      <a:accent3>
        <a:srgbClr val="D8B879"/>
      </a:accent3>
      <a:accent4>
        <a:srgbClr val="1D3566"/>
      </a:accent4>
      <a:accent5>
        <a:srgbClr val="D8B879"/>
      </a:accent5>
      <a:accent6>
        <a:srgbClr val="1D3566"/>
      </a:accent6>
      <a:hlink>
        <a:srgbClr val="D8B879"/>
      </a:hlink>
      <a:folHlink>
        <a:srgbClr val="7F7F7F"/>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4</TotalTime>
  <Words>2086</Words>
  <Application>Microsoft Office PowerPoint</Application>
  <PresentationFormat>宽屏</PresentationFormat>
  <Paragraphs>224</Paragraphs>
  <Slides>21</Slides>
  <Notes>13</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21</vt:i4>
      </vt:variant>
    </vt:vector>
  </HeadingPairs>
  <TitlesOfParts>
    <vt:vector size="31" baseType="lpstr">
      <vt:lpstr>等线</vt:lpstr>
      <vt:lpstr>等线 Light</vt:lpstr>
      <vt:lpstr>思源黑体 CN Light</vt:lpstr>
      <vt:lpstr>思源黑体 CN Normal</vt:lpstr>
      <vt:lpstr>思源宋体 CN Heavy</vt:lpstr>
      <vt:lpstr>微软雅黑</vt:lpstr>
      <vt:lpstr>Arial</vt:lpstr>
      <vt:lpstr>Wingdings</vt: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dc:creator>
  <cp:keywords>www.1ppt.com</cp:keywords>
  <dc:description>www.1ppt.com</dc:description>
  <cp:lastModifiedBy>PC</cp:lastModifiedBy>
  <cp:revision>113</cp:revision>
  <dcterms:created xsi:type="dcterms:W3CDTF">2021-12-21T03:17:00Z</dcterms:created>
  <dcterms:modified xsi:type="dcterms:W3CDTF">2026-08-04T02:59:13Z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C91EB8C82ABB403090C61C50C6BDEBFC_12</vt:lpwstr>
  </property>
  <property fmtid="{D5CDD505-2E9C-101B-9397-08002B2CF9AE}" pid="3" name="KSOProductBuildVer">
    <vt:lpwstr>2052-12.1.0.26375</vt:lpwstr>
  </property>
</Properties>
</file>